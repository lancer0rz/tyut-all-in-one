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9" r:id="rId3"/>
    <p:sldId id="412" r:id="rId4"/>
    <p:sldId id="256" r:id="rId5"/>
    <p:sldId id="343" r:id="rId6"/>
    <p:sldId id="358" r:id="rId7"/>
    <p:sldId id="549" r:id="rId8"/>
    <p:sldId id="351" r:id="rId9"/>
    <p:sldId id="352" r:id="rId10"/>
    <p:sldId id="353" r:id="rId11"/>
    <p:sldId id="354" r:id="rId12"/>
    <p:sldId id="355" r:id="rId13"/>
    <p:sldId id="409" r:id="rId14"/>
    <p:sldId id="410" r:id="rId15"/>
    <p:sldId id="361" r:id="rId16"/>
    <p:sldId id="359" r:id="rId17"/>
    <p:sldId id="360" r:id="rId18"/>
    <p:sldId id="362" r:id="rId19"/>
    <p:sldId id="363" r:id="rId20"/>
    <p:sldId id="364" r:id="rId21"/>
    <p:sldId id="365" r:id="rId22"/>
    <p:sldId id="346" r:id="rId23"/>
    <p:sldId id="347" r:id="rId24"/>
    <p:sldId id="550" r:id="rId25"/>
    <p:sldId id="378" r:id="rId26"/>
    <p:sldId id="379" r:id="rId27"/>
    <p:sldId id="380" r:id="rId28"/>
    <p:sldId id="381" r:id="rId29"/>
    <p:sldId id="385" r:id="rId30"/>
    <p:sldId id="386" r:id="rId31"/>
    <p:sldId id="382" r:id="rId32"/>
    <p:sldId id="383" r:id="rId33"/>
    <p:sldId id="384" r:id="rId34"/>
    <p:sldId id="511" r:id="rId35"/>
    <p:sldId id="387" r:id="rId36"/>
    <p:sldId id="388" r:id="rId37"/>
    <p:sldId id="389" r:id="rId38"/>
    <p:sldId id="390" r:id="rId39"/>
    <p:sldId id="612" r:id="rId40"/>
    <p:sldId id="613" r:id="rId41"/>
    <p:sldId id="473" r:id="rId42"/>
    <p:sldId id="614" r:id="rId43"/>
    <p:sldId id="474" r:id="rId44"/>
    <p:sldId id="616" r:id="rId45"/>
    <p:sldId id="472" r:id="rId46"/>
    <p:sldId id="617" r:id="rId47"/>
    <p:sldId id="618" r:id="rId48"/>
    <p:sldId id="475" r:id="rId49"/>
    <p:sldId id="619" r:id="rId50"/>
    <p:sldId id="476" r:id="rId51"/>
    <p:sldId id="477" r:id="rId52"/>
    <p:sldId id="348" r:id="rId53"/>
    <p:sldId id="393" r:id="rId54"/>
    <p:sldId id="394" r:id="rId55"/>
    <p:sldId id="395" r:id="rId56"/>
    <p:sldId id="552" r:id="rId57"/>
    <p:sldId id="396" r:id="rId58"/>
    <p:sldId id="397" r:id="rId59"/>
    <p:sldId id="398" r:id="rId60"/>
    <p:sldId id="507" r:id="rId61"/>
    <p:sldId id="463" r:id="rId62"/>
    <p:sldId id="464" r:id="rId63"/>
    <p:sldId id="349" r:id="rId64"/>
    <p:sldId id="350" r:id="rId65"/>
    <p:sldId id="553" r:id="rId66"/>
    <p:sldId id="400" r:id="rId67"/>
    <p:sldId id="621" r:id="rId68"/>
    <p:sldId id="401" r:id="rId69"/>
    <p:sldId id="556" r:id="rId70"/>
    <p:sldId id="402" r:id="rId71"/>
    <p:sldId id="404" r:id="rId72"/>
    <p:sldId id="485" r:id="rId73"/>
    <p:sldId id="554" r:id="rId74"/>
    <p:sldId id="480" r:id="rId75"/>
    <p:sldId id="620" r:id="rId76"/>
    <p:sldId id="403" r:id="rId77"/>
    <p:sldId id="486" r:id="rId78"/>
    <p:sldId id="487" r:id="rId79"/>
  </p:sldIdLst>
  <p:sldSz cx="9144000" cy="6858000" type="screen4x3"/>
  <p:notesSz cx="6858000" cy="9144000"/>
  <p:custDataLst>
    <p:tags r:id="rId80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68" d="100"/>
          <a:sy n="68" d="100"/>
        </p:scale>
        <p:origin x="1428" y="66"/>
      </p:cViewPr>
      <p:guideLst>
        <p:guide orient="horz" pos="21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slide" Target="slides/slide74.xml"/><Relationship Id="rId84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presProps" Target="presProps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tags" Target="tags/tag1.xml"/><Relationship Id="rId85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oleObject" Target="../embeddings/oleObject10.bin"/><Relationship Id="rId18" Type="http://schemas.openxmlformats.org/officeDocument/2006/relationships/image" Target="../media/image11.wmf"/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12.bin"/><Relationship Id="rId2" Type="http://schemas.openxmlformats.org/officeDocument/2006/relationships/oleObject" Target="../embeddings/oleObject4.bin"/><Relationship Id="rId16" Type="http://schemas.openxmlformats.org/officeDocument/2006/relationships/image" Target="../media/image10.wmf"/><Relationship Id="rId20" Type="http://schemas.openxmlformats.org/officeDocument/2006/relationships/image" Target="../media/image12.wmf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6.bin"/><Relationship Id="rId11" Type="http://schemas.openxmlformats.org/officeDocument/2006/relationships/oleObject" Target="../embeddings/oleObject9.bin"/><Relationship Id="rId5" Type="http://schemas.openxmlformats.org/officeDocument/2006/relationships/image" Target="../media/image5.wmf"/><Relationship Id="rId15" Type="http://schemas.openxmlformats.org/officeDocument/2006/relationships/oleObject" Target="../embeddings/oleObject11.bin"/><Relationship Id="rId10" Type="http://schemas.openxmlformats.org/officeDocument/2006/relationships/image" Target="../media/image7.wmf"/><Relationship Id="rId19" Type="http://schemas.openxmlformats.org/officeDocument/2006/relationships/oleObject" Target="../embeddings/oleObject13.bin"/><Relationship Id="rId4" Type="http://schemas.openxmlformats.org/officeDocument/2006/relationships/oleObject" Target="../embeddings/oleObject5.bin"/><Relationship Id="rId9" Type="http://schemas.openxmlformats.org/officeDocument/2006/relationships/oleObject" Target="../embeddings/oleObject8.bin"/><Relationship Id="rId14" Type="http://schemas.openxmlformats.org/officeDocument/2006/relationships/image" Target="../media/image9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5.bin"/><Relationship Id="rId9" Type="http://schemas.openxmlformats.org/officeDocument/2006/relationships/image" Target="../media/image16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22.wmf"/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23.bin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5" Type="http://schemas.openxmlformats.org/officeDocument/2006/relationships/image" Target="../media/image23.w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0.wmf"/><Relationship Id="rId14" Type="http://schemas.openxmlformats.org/officeDocument/2006/relationships/oleObject" Target="../embeddings/oleObject24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image" Target="../media/image18.wmf"/><Relationship Id="rId18" Type="http://schemas.openxmlformats.org/officeDocument/2006/relationships/oleObject" Target="../embeddings/oleObject33.bin"/><Relationship Id="rId3" Type="http://schemas.openxmlformats.org/officeDocument/2006/relationships/image" Target="../media/image24.wmf"/><Relationship Id="rId21" Type="http://schemas.openxmlformats.org/officeDocument/2006/relationships/image" Target="../media/image22.wmf"/><Relationship Id="rId7" Type="http://schemas.openxmlformats.org/officeDocument/2006/relationships/image" Target="../media/image26.wmf"/><Relationship Id="rId12" Type="http://schemas.openxmlformats.org/officeDocument/2006/relationships/oleObject" Target="../embeddings/oleObject30.bin"/><Relationship Id="rId17" Type="http://schemas.openxmlformats.org/officeDocument/2006/relationships/image" Target="../media/image20.wmf"/><Relationship Id="rId25" Type="http://schemas.openxmlformats.org/officeDocument/2006/relationships/image" Target="../media/image28.wmf"/><Relationship Id="rId2" Type="http://schemas.openxmlformats.org/officeDocument/2006/relationships/oleObject" Target="../embeddings/oleObject25.bin"/><Relationship Id="rId16" Type="http://schemas.openxmlformats.org/officeDocument/2006/relationships/oleObject" Target="../embeddings/oleObject32.bin"/><Relationship Id="rId20" Type="http://schemas.openxmlformats.org/officeDocument/2006/relationships/oleObject" Target="../embeddings/oleObject34.bin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17.wmf"/><Relationship Id="rId24" Type="http://schemas.openxmlformats.org/officeDocument/2006/relationships/oleObject" Target="../embeddings/oleObject36.bin"/><Relationship Id="rId5" Type="http://schemas.openxmlformats.org/officeDocument/2006/relationships/image" Target="../media/image25.wmf"/><Relationship Id="rId15" Type="http://schemas.openxmlformats.org/officeDocument/2006/relationships/image" Target="../media/image19.wmf"/><Relationship Id="rId23" Type="http://schemas.openxmlformats.org/officeDocument/2006/relationships/image" Target="../media/image23.wmf"/><Relationship Id="rId10" Type="http://schemas.openxmlformats.org/officeDocument/2006/relationships/oleObject" Target="../embeddings/oleObject29.bin"/><Relationship Id="rId19" Type="http://schemas.openxmlformats.org/officeDocument/2006/relationships/image" Target="../media/image21.wmf"/><Relationship Id="rId4" Type="http://schemas.openxmlformats.org/officeDocument/2006/relationships/oleObject" Target="../embeddings/oleObject26.bin"/><Relationship Id="rId9" Type="http://schemas.openxmlformats.org/officeDocument/2006/relationships/image" Target="../media/image27.wmf"/><Relationship Id="rId14" Type="http://schemas.openxmlformats.org/officeDocument/2006/relationships/oleObject" Target="../embeddings/oleObject31.bin"/><Relationship Id="rId22" Type="http://schemas.openxmlformats.org/officeDocument/2006/relationships/oleObject" Target="../embeddings/oleObject35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19.wmf"/><Relationship Id="rId18" Type="http://schemas.openxmlformats.org/officeDocument/2006/relationships/oleObject" Target="../embeddings/oleObject34.bin"/><Relationship Id="rId3" Type="http://schemas.openxmlformats.org/officeDocument/2006/relationships/image" Target="../media/image29.wmf"/><Relationship Id="rId21" Type="http://schemas.openxmlformats.org/officeDocument/2006/relationships/image" Target="../media/image23.wmf"/><Relationship Id="rId7" Type="http://schemas.openxmlformats.org/officeDocument/2006/relationships/image" Target="../media/image31.wmf"/><Relationship Id="rId12" Type="http://schemas.openxmlformats.org/officeDocument/2006/relationships/oleObject" Target="../embeddings/oleObject42.bin"/><Relationship Id="rId17" Type="http://schemas.openxmlformats.org/officeDocument/2006/relationships/image" Target="../media/image21.wmf"/><Relationship Id="rId2" Type="http://schemas.openxmlformats.org/officeDocument/2006/relationships/oleObject" Target="../embeddings/oleObject37.bin"/><Relationship Id="rId16" Type="http://schemas.openxmlformats.org/officeDocument/2006/relationships/oleObject" Target="../embeddings/oleObject33.bin"/><Relationship Id="rId20" Type="http://schemas.openxmlformats.org/officeDocument/2006/relationships/oleObject" Target="../embeddings/oleObject35.bin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18.wmf"/><Relationship Id="rId5" Type="http://schemas.openxmlformats.org/officeDocument/2006/relationships/image" Target="../media/image30.wmf"/><Relationship Id="rId15" Type="http://schemas.openxmlformats.org/officeDocument/2006/relationships/image" Target="../media/image20.wmf"/><Relationship Id="rId23" Type="http://schemas.openxmlformats.org/officeDocument/2006/relationships/image" Target="../media/image28.wmf"/><Relationship Id="rId10" Type="http://schemas.openxmlformats.org/officeDocument/2006/relationships/oleObject" Target="../embeddings/oleObject41.bin"/><Relationship Id="rId19" Type="http://schemas.openxmlformats.org/officeDocument/2006/relationships/image" Target="../media/image22.wmf"/><Relationship Id="rId4" Type="http://schemas.openxmlformats.org/officeDocument/2006/relationships/oleObject" Target="../embeddings/oleObject38.bin"/><Relationship Id="rId9" Type="http://schemas.openxmlformats.org/officeDocument/2006/relationships/image" Target="../media/image17.wmf"/><Relationship Id="rId14" Type="http://schemas.openxmlformats.org/officeDocument/2006/relationships/oleObject" Target="../embeddings/oleObject43.bin"/><Relationship Id="rId22" Type="http://schemas.openxmlformats.org/officeDocument/2006/relationships/oleObject" Target="../embeddings/oleObject36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13" Type="http://schemas.openxmlformats.org/officeDocument/2006/relationships/image" Target="../media/image36.wmf"/><Relationship Id="rId18" Type="http://schemas.openxmlformats.org/officeDocument/2006/relationships/oleObject" Target="../embeddings/oleObject43.bin"/><Relationship Id="rId3" Type="http://schemas.openxmlformats.org/officeDocument/2006/relationships/image" Target="../media/image32.wmf"/><Relationship Id="rId21" Type="http://schemas.openxmlformats.org/officeDocument/2006/relationships/image" Target="../media/image21.wmf"/><Relationship Id="rId7" Type="http://schemas.openxmlformats.org/officeDocument/2006/relationships/image" Target="../media/image34.wmf"/><Relationship Id="rId12" Type="http://schemas.openxmlformats.org/officeDocument/2006/relationships/oleObject" Target="../embeddings/oleObject48.bin"/><Relationship Id="rId17" Type="http://schemas.openxmlformats.org/officeDocument/2006/relationships/image" Target="../media/image19.wmf"/><Relationship Id="rId25" Type="http://schemas.openxmlformats.org/officeDocument/2006/relationships/image" Target="../media/image23.wmf"/><Relationship Id="rId2" Type="http://schemas.openxmlformats.org/officeDocument/2006/relationships/oleObject" Target="../embeddings/oleObject44.bin"/><Relationship Id="rId16" Type="http://schemas.openxmlformats.org/officeDocument/2006/relationships/oleObject" Target="../embeddings/oleObject42.bin"/><Relationship Id="rId20" Type="http://schemas.openxmlformats.org/officeDocument/2006/relationships/oleObject" Target="../embeddings/oleObject33.bin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28.wmf"/><Relationship Id="rId24" Type="http://schemas.openxmlformats.org/officeDocument/2006/relationships/oleObject" Target="../embeddings/oleObject51.bin"/><Relationship Id="rId5" Type="http://schemas.openxmlformats.org/officeDocument/2006/relationships/image" Target="../media/image33.wmf"/><Relationship Id="rId15" Type="http://schemas.openxmlformats.org/officeDocument/2006/relationships/image" Target="../media/image37.wmf"/><Relationship Id="rId23" Type="http://schemas.openxmlformats.org/officeDocument/2006/relationships/image" Target="../media/image22.wmf"/><Relationship Id="rId10" Type="http://schemas.openxmlformats.org/officeDocument/2006/relationships/oleObject" Target="../embeddings/oleObject36.bin"/><Relationship Id="rId19" Type="http://schemas.openxmlformats.org/officeDocument/2006/relationships/image" Target="../media/image20.wmf"/><Relationship Id="rId4" Type="http://schemas.openxmlformats.org/officeDocument/2006/relationships/oleObject" Target="../embeddings/oleObject45.bin"/><Relationship Id="rId9" Type="http://schemas.openxmlformats.org/officeDocument/2006/relationships/image" Target="../media/image35.wmf"/><Relationship Id="rId14" Type="http://schemas.openxmlformats.org/officeDocument/2006/relationships/oleObject" Target="../embeddings/oleObject49.bin"/><Relationship Id="rId22" Type="http://schemas.openxmlformats.org/officeDocument/2006/relationships/oleObject" Target="../embeddings/oleObject50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13" Type="http://schemas.openxmlformats.org/officeDocument/2006/relationships/image" Target="../media/image18.wmf"/><Relationship Id="rId18" Type="http://schemas.openxmlformats.org/officeDocument/2006/relationships/oleObject" Target="../embeddings/oleObject60.bin"/><Relationship Id="rId3" Type="http://schemas.openxmlformats.org/officeDocument/2006/relationships/image" Target="../media/image38.wmf"/><Relationship Id="rId21" Type="http://schemas.openxmlformats.org/officeDocument/2006/relationships/image" Target="../media/image22.wmf"/><Relationship Id="rId7" Type="http://schemas.openxmlformats.org/officeDocument/2006/relationships/image" Target="../media/image40.wmf"/><Relationship Id="rId12" Type="http://schemas.openxmlformats.org/officeDocument/2006/relationships/oleObject" Target="../embeddings/oleObject57.bin"/><Relationship Id="rId17" Type="http://schemas.openxmlformats.org/officeDocument/2006/relationships/image" Target="../media/image20.wmf"/><Relationship Id="rId2" Type="http://schemas.openxmlformats.org/officeDocument/2006/relationships/oleObject" Target="../embeddings/oleObject52.bin"/><Relationship Id="rId16" Type="http://schemas.openxmlformats.org/officeDocument/2006/relationships/oleObject" Target="../embeddings/oleObject59.bin"/><Relationship Id="rId20" Type="http://schemas.openxmlformats.org/officeDocument/2006/relationships/oleObject" Target="../embeddings/oleObject61.bin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54.bin"/><Relationship Id="rId11" Type="http://schemas.openxmlformats.org/officeDocument/2006/relationships/image" Target="../media/image17.wmf"/><Relationship Id="rId5" Type="http://schemas.openxmlformats.org/officeDocument/2006/relationships/image" Target="../media/image39.wmf"/><Relationship Id="rId15" Type="http://schemas.openxmlformats.org/officeDocument/2006/relationships/image" Target="../media/image19.wmf"/><Relationship Id="rId23" Type="http://schemas.openxmlformats.org/officeDocument/2006/relationships/image" Target="../media/image23.wmf"/><Relationship Id="rId10" Type="http://schemas.openxmlformats.org/officeDocument/2006/relationships/oleObject" Target="../embeddings/oleObject56.bin"/><Relationship Id="rId19" Type="http://schemas.openxmlformats.org/officeDocument/2006/relationships/image" Target="../media/image21.wmf"/><Relationship Id="rId4" Type="http://schemas.openxmlformats.org/officeDocument/2006/relationships/oleObject" Target="../embeddings/oleObject53.bin"/><Relationship Id="rId9" Type="http://schemas.openxmlformats.org/officeDocument/2006/relationships/image" Target="../media/image41.wmf"/><Relationship Id="rId14" Type="http://schemas.openxmlformats.org/officeDocument/2006/relationships/oleObject" Target="../embeddings/oleObject58.bin"/><Relationship Id="rId22" Type="http://schemas.openxmlformats.org/officeDocument/2006/relationships/oleObject" Target="../embeddings/oleObject62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3" Type="http://schemas.openxmlformats.org/officeDocument/2006/relationships/image" Target="../media/image42.wmf"/><Relationship Id="rId7" Type="http://schemas.openxmlformats.org/officeDocument/2006/relationships/image" Target="../media/image44.wmf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65.bin"/><Relationship Id="rId5" Type="http://schemas.openxmlformats.org/officeDocument/2006/relationships/image" Target="../media/image43.wmf"/><Relationship Id="rId4" Type="http://schemas.openxmlformats.org/officeDocument/2006/relationships/oleObject" Target="../embeddings/oleObject64.bin"/><Relationship Id="rId9" Type="http://schemas.openxmlformats.org/officeDocument/2006/relationships/image" Target="../media/image45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72.bin"/><Relationship Id="rId3" Type="http://schemas.openxmlformats.org/officeDocument/2006/relationships/oleObject" Target="../embeddings/oleObject67.bin"/><Relationship Id="rId7" Type="http://schemas.openxmlformats.org/officeDocument/2006/relationships/oleObject" Target="../embeddings/oleObject69.bin"/><Relationship Id="rId12" Type="http://schemas.openxmlformats.org/officeDocument/2006/relationships/image" Target="../media/image49.wmf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Relationship Id="rId6" Type="http://schemas.openxmlformats.org/officeDocument/2006/relationships/image" Target="../media/image47.wmf"/><Relationship Id="rId11" Type="http://schemas.openxmlformats.org/officeDocument/2006/relationships/oleObject" Target="../embeddings/oleObject71.bin"/><Relationship Id="rId5" Type="http://schemas.openxmlformats.org/officeDocument/2006/relationships/oleObject" Target="../embeddings/oleObject68.bin"/><Relationship Id="rId10" Type="http://schemas.openxmlformats.org/officeDocument/2006/relationships/image" Target="../media/image48.wmf"/><Relationship Id="rId4" Type="http://schemas.openxmlformats.org/officeDocument/2006/relationships/image" Target="../media/image46.wmf"/><Relationship Id="rId9" Type="http://schemas.openxmlformats.org/officeDocument/2006/relationships/oleObject" Target="../embeddings/oleObject70.bin"/><Relationship Id="rId14" Type="http://schemas.openxmlformats.org/officeDocument/2006/relationships/image" Target="../media/image50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7" Type="http://schemas.openxmlformats.org/officeDocument/2006/relationships/image" Target="../media/image53.wmf"/><Relationship Id="rId2" Type="http://schemas.openxmlformats.org/officeDocument/2006/relationships/oleObject" Target="../embeddings/oleObject73.bin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75.bin"/><Relationship Id="rId5" Type="http://schemas.openxmlformats.org/officeDocument/2006/relationships/image" Target="../media/image52.wmf"/><Relationship Id="rId4" Type="http://schemas.openxmlformats.org/officeDocument/2006/relationships/oleObject" Target="../embeddings/oleObject74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13" Type="http://schemas.openxmlformats.org/officeDocument/2006/relationships/image" Target="../media/image52.wmf"/><Relationship Id="rId3" Type="http://schemas.openxmlformats.org/officeDocument/2006/relationships/image" Target="../media/image54.wmf"/><Relationship Id="rId7" Type="http://schemas.openxmlformats.org/officeDocument/2006/relationships/image" Target="../media/image56.wmf"/><Relationship Id="rId12" Type="http://schemas.openxmlformats.org/officeDocument/2006/relationships/oleObject" Target="../embeddings/oleObject81.bin"/><Relationship Id="rId17" Type="http://schemas.openxmlformats.org/officeDocument/2006/relationships/image" Target="../media/image58.wmf"/><Relationship Id="rId2" Type="http://schemas.openxmlformats.org/officeDocument/2006/relationships/oleObject" Target="../embeddings/oleObject76.bin"/><Relationship Id="rId16" Type="http://schemas.openxmlformats.org/officeDocument/2006/relationships/oleObject" Target="../embeddings/oleObject83.bin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78.bin"/><Relationship Id="rId11" Type="http://schemas.openxmlformats.org/officeDocument/2006/relationships/image" Target="../media/image51.wmf"/><Relationship Id="rId5" Type="http://schemas.openxmlformats.org/officeDocument/2006/relationships/image" Target="../media/image55.wmf"/><Relationship Id="rId15" Type="http://schemas.openxmlformats.org/officeDocument/2006/relationships/image" Target="../media/image53.wmf"/><Relationship Id="rId10" Type="http://schemas.openxmlformats.org/officeDocument/2006/relationships/oleObject" Target="../embeddings/oleObject80.bin"/><Relationship Id="rId4" Type="http://schemas.openxmlformats.org/officeDocument/2006/relationships/oleObject" Target="../embeddings/oleObject77.bin"/><Relationship Id="rId9" Type="http://schemas.openxmlformats.org/officeDocument/2006/relationships/image" Target="../media/image57.wmf"/><Relationship Id="rId14" Type="http://schemas.openxmlformats.org/officeDocument/2006/relationships/oleObject" Target="../embeddings/oleObject82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7.bin"/><Relationship Id="rId13" Type="http://schemas.openxmlformats.org/officeDocument/2006/relationships/image" Target="../media/image53.wmf"/><Relationship Id="rId3" Type="http://schemas.openxmlformats.org/officeDocument/2006/relationships/image" Target="../media/image59.wmf"/><Relationship Id="rId7" Type="http://schemas.openxmlformats.org/officeDocument/2006/relationships/image" Target="../media/image61.wmf"/><Relationship Id="rId12" Type="http://schemas.openxmlformats.org/officeDocument/2006/relationships/oleObject" Target="../embeddings/oleObject89.bin"/><Relationship Id="rId2" Type="http://schemas.openxmlformats.org/officeDocument/2006/relationships/oleObject" Target="../embeddings/oleObject84.bin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86.bin"/><Relationship Id="rId11" Type="http://schemas.openxmlformats.org/officeDocument/2006/relationships/image" Target="../media/image52.wmf"/><Relationship Id="rId5" Type="http://schemas.openxmlformats.org/officeDocument/2006/relationships/image" Target="../media/image60.wmf"/><Relationship Id="rId10" Type="http://schemas.openxmlformats.org/officeDocument/2006/relationships/oleObject" Target="../embeddings/oleObject88.bin"/><Relationship Id="rId4" Type="http://schemas.openxmlformats.org/officeDocument/2006/relationships/oleObject" Target="../embeddings/oleObject85.bin"/><Relationship Id="rId9" Type="http://schemas.openxmlformats.org/officeDocument/2006/relationships/image" Target="../media/image62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3" Type="http://schemas.openxmlformats.org/officeDocument/2006/relationships/image" Target="../media/image69.wmf"/><Relationship Id="rId7" Type="http://schemas.openxmlformats.org/officeDocument/2006/relationships/image" Target="../media/image71.emf"/><Relationship Id="rId2" Type="http://schemas.openxmlformats.org/officeDocument/2006/relationships/oleObject" Target="../embeddings/oleObject90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92.bin"/><Relationship Id="rId5" Type="http://schemas.openxmlformats.org/officeDocument/2006/relationships/image" Target="../media/image70.wmf"/><Relationship Id="rId4" Type="http://schemas.openxmlformats.org/officeDocument/2006/relationships/oleObject" Target="../embeddings/oleObject91.bin"/><Relationship Id="rId9" Type="http://schemas.openxmlformats.org/officeDocument/2006/relationships/image" Target="../media/image72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7" Type="http://schemas.openxmlformats.org/officeDocument/2006/relationships/image" Target="../media/image75.wmf"/><Relationship Id="rId2" Type="http://schemas.openxmlformats.org/officeDocument/2006/relationships/oleObject" Target="../embeddings/oleObject94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96.bin"/><Relationship Id="rId5" Type="http://schemas.openxmlformats.org/officeDocument/2006/relationships/image" Target="../media/image74.wmf"/><Relationship Id="rId4" Type="http://schemas.openxmlformats.org/officeDocument/2006/relationships/oleObject" Target="../embeddings/oleObject95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76.emf"/><Relationship Id="rId4" Type="http://schemas.openxmlformats.org/officeDocument/2006/relationships/oleObject" Target="../embeddings/oleObject97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oleObject" Target="../embeddings/oleObject98.bin"/><Relationship Id="rId7" Type="http://schemas.openxmlformats.org/officeDocument/2006/relationships/oleObject" Target="../embeddings/oleObject99.bin"/><Relationship Id="rId12" Type="http://schemas.openxmlformats.org/officeDocument/2006/relationships/image" Target="../media/image81.wmf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101.bin"/><Relationship Id="rId5" Type="http://schemas.openxmlformats.org/officeDocument/2006/relationships/oleObject" Target="../embeddings/oleObject95.bin"/><Relationship Id="rId10" Type="http://schemas.openxmlformats.org/officeDocument/2006/relationships/image" Target="../media/image80.wmf"/><Relationship Id="rId4" Type="http://schemas.openxmlformats.org/officeDocument/2006/relationships/image" Target="../media/image78.wmf"/><Relationship Id="rId9" Type="http://schemas.openxmlformats.org/officeDocument/2006/relationships/oleObject" Target="../embeddings/oleObject100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oleObject" Target="../embeddings/oleObject107.bin"/><Relationship Id="rId18" Type="http://schemas.openxmlformats.org/officeDocument/2006/relationships/image" Target="../media/image89.wmf"/><Relationship Id="rId3" Type="http://schemas.openxmlformats.org/officeDocument/2006/relationships/oleObject" Target="../embeddings/oleObject102.bin"/><Relationship Id="rId7" Type="http://schemas.openxmlformats.org/officeDocument/2006/relationships/oleObject" Target="../embeddings/oleObject104.bin"/><Relationship Id="rId12" Type="http://schemas.openxmlformats.org/officeDocument/2006/relationships/image" Target="../media/image86.emf"/><Relationship Id="rId17" Type="http://schemas.openxmlformats.org/officeDocument/2006/relationships/oleObject" Target="../embeddings/oleObject109.bin"/><Relationship Id="rId2" Type="http://schemas.openxmlformats.org/officeDocument/2006/relationships/image" Target="../media/image77.jpeg"/><Relationship Id="rId16" Type="http://schemas.openxmlformats.org/officeDocument/2006/relationships/image" Target="../media/image88.wmf"/><Relationship Id="rId20" Type="http://schemas.openxmlformats.org/officeDocument/2006/relationships/image" Target="../media/image74.wm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83.emf"/><Relationship Id="rId11" Type="http://schemas.openxmlformats.org/officeDocument/2006/relationships/oleObject" Target="../embeddings/oleObject106.bin"/><Relationship Id="rId5" Type="http://schemas.openxmlformats.org/officeDocument/2006/relationships/oleObject" Target="../embeddings/oleObject103.bin"/><Relationship Id="rId15" Type="http://schemas.openxmlformats.org/officeDocument/2006/relationships/oleObject" Target="../embeddings/oleObject108.bin"/><Relationship Id="rId10" Type="http://schemas.openxmlformats.org/officeDocument/2006/relationships/image" Target="../media/image85.emf"/><Relationship Id="rId19" Type="http://schemas.openxmlformats.org/officeDocument/2006/relationships/oleObject" Target="../embeddings/oleObject95.bin"/><Relationship Id="rId4" Type="http://schemas.openxmlformats.org/officeDocument/2006/relationships/image" Target="../media/image82.emf"/><Relationship Id="rId9" Type="http://schemas.openxmlformats.org/officeDocument/2006/relationships/oleObject" Target="../embeddings/oleObject105.bin"/><Relationship Id="rId14" Type="http://schemas.openxmlformats.org/officeDocument/2006/relationships/image" Target="../media/image87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3" Type="http://schemas.openxmlformats.org/officeDocument/2006/relationships/oleObject" Target="../embeddings/oleObject110.bin"/><Relationship Id="rId7" Type="http://schemas.openxmlformats.org/officeDocument/2006/relationships/oleObject" Target="../embeddings/oleObject112.bin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111.bin"/><Relationship Id="rId10" Type="http://schemas.openxmlformats.org/officeDocument/2006/relationships/image" Target="../media/image92.wmf"/><Relationship Id="rId4" Type="http://schemas.openxmlformats.org/officeDocument/2006/relationships/image" Target="../media/image90.wmf"/><Relationship Id="rId9" Type="http://schemas.openxmlformats.org/officeDocument/2006/relationships/oleObject" Target="../embeddings/oleObject113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3" Type="http://schemas.openxmlformats.org/officeDocument/2006/relationships/oleObject" Target="../embeddings/oleObject111.bin"/><Relationship Id="rId7" Type="http://schemas.openxmlformats.org/officeDocument/2006/relationships/oleObject" Target="../embeddings/oleObject115.bin"/><Relationship Id="rId12" Type="http://schemas.openxmlformats.org/officeDocument/2006/relationships/image" Target="../media/image96.wmf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3.wmf"/><Relationship Id="rId11" Type="http://schemas.openxmlformats.org/officeDocument/2006/relationships/oleObject" Target="../embeddings/oleObject117.bin"/><Relationship Id="rId5" Type="http://schemas.openxmlformats.org/officeDocument/2006/relationships/oleObject" Target="../embeddings/oleObject114.bin"/><Relationship Id="rId10" Type="http://schemas.openxmlformats.org/officeDocument/2006/relationships/image" Target="../media/image95.wmf"/><Relationship Id="rId4" Type="http://schemas.openxmlformats.org/officeDocument/2006/relationships/image" Target="../media/image74.wmf"/><Relationship Id="rId9" Type="http://schemas.openxmlformats.org/officeDocument/2006/relationships/oleObject" Target="../embeddings/oleObject116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13" Type="http://schemas.openxmlformats.org/officeDocument/2006/relationships/oleObject" Target="../embeddings/oleObject123.bin"/><Relationship Id="rId18" Type="http://schemas.openxmlformats.org/officeDocument/2006/relationships/image" Target="../media/image104.wmf"/><Relationship Id="rId3" Type="http://schemas.openxmlformats.org/officeDocument/2006/relationships/oleObject" Target="../embeddings/oleObject118.bin"/><Relationship Id="rId21" Type="http://schemas.openxmlformats.org/officeDocument/2006/relationships/oleObject" Target="../embeddings/oleObject127.bin"/><Relationship Id="rId7" Type="http://schemas.openxmlformats.org/officeDocument/2006/relationships/oleObject" Target="../embeddings/oleObject120.bin"/><Relationship Id="rId12" Type="http://schemas.openxmlformats.org/officeDocument/2006/relationships/image" Target="../media/image101.wmf"/><Relationship Id="rId17" Type="http://schemas.openxmlformats.org/officeDocument/2006/relationships/oleObject" Target="../embeddings/oleObject125.bin"/><Relationship Id="rId2" Type="http://schemas.openxmlformats.org/officeDocument/2006/relationships/image" Target="../media/image77.jpeg"/><Relationship Id="rId16" Type="http://schemas.openxmlformats.org/officeDocument/2006/relationships/image" Target="../media/image103.wmf"/><Relationship Id="rId20" Type="http://schemas.openxmlformats.org/officeDocument/2006/relationships/image" Target="../media/image105.wm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8.wmf"/><Relationship Id="rId11" Type="http://schemas.openxmlformats.org/officeDocument/2006/relationships/oleObject" Target="../embeddings/oleObject122.bin"/><Relationship Id="rId5" Type="http://schemas.openxmlformats.org/officeDocument/2006/relationships/oleObject" Target="../embeddings/oleObject119.bin"/><Relationship Id="rId15" Type="http://schemas.openxmlformats.org/officeDocument/2006/relationships/oleObject" Target="../embeddings/oleObject124.bin"/><Relationship Id="rId10" Type="http://schemas.openxmlformats.org/officeDocument/2006/relationships/image" Target="../media/image100.wmf"/><Relationship Id="rId19" Type="http://schemas.openxmlformats.org/officeDocument/2006/relationships/oleObject" Target="../embeddings/oleObject126.bin"/><Relationship Id="rId4" Type="http://schemas.openxmlformats.org/officeDocument/2006/relationships/image" Target="../media/image97.wmf"/><Relationship Id="rId9" Type="http://schemas.openxmlformats.org/officeDocument/2006/relationships/oleObject" Target="../embeddings/oleObject121.bin"/><Relationship Id="rId14" Type="http://schemas.openxmlformats.org/officeDocument/2006/relationships/image" Target="../media/image102.wmf"/><Relationship Id="rId22" Type="http://schemas.openxmlformats.org/officeDocument/2006/relationships/image" Target="../media/image106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13" Type="http://schemas.openxmlformats.org/officeDocument/2006/relationships/oleObject" Target="../embeddings/oleObject133.bin"/><Relationship Id="rId18" Type="http://schemas.openxmlformats.org/officeDocument/2006/relationships/image" Target="../media/image114.wmf"/><Relationship Id="rId3" Type="http://schemas.openxmlformats.org/officeDocument/2006/relationships/oleObject" Target="../embeddings/oleObject128.bin"/><Relationship Id="rId21" Type="http://schemas.openxmlformats.org/officeDocument/2006/relationships/oleObject" Target="../embeddings/oleObject125.bin"/><Relationship Id="rId7" Type="http://schemas.openxmlformats.org/officeDocument/2006/relationships/oleObject" Target="../embeddings/oleObject130.bin"/><Relationship Id="rId12" Type="http://schemas.openxmlformats.org/officeDocument/2006/relationships/image" Target="../media/image111.wmf"/><Relationship Id="rId17" Type="http://schemas.openxmlformats.org/officeDocument/2006/relationships/oleObject" Target="../embeddings/oleObject135.bin"/><Relationship Id="rId2" Type="http://schemas.openxmlformats.org/officeDocument/2006/relationships/image" Target="../media/image77.jpeg"/><Relationship Id="rId16" Type="http://schemas.openxmlformats.org/officeDocument/2006/relationships/image" Target="../media/image113.wmf"/><Relationship Id="rId20" Type="http://schemas.openxmlformats.org/officeDocument/2006/relationships/image" Target="../media/image115.wm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08.wmf"/><Relationship Id="rId11" Type="http://schemas.openxmlformats.org/officeDocument/2006/relationships/oleObject" Target="../embeddings/oleObject132.bin"/><Relationship Id="rId5" Type="http://schemas.openxmlformats.org/officeDocument/2006/relationships/oleObject" Target="../embeddings/oleObject129.bin"/><Relationship Id="rId15" Type="http://schemas.openxmlformats.org/officeDocument/2006/relationships/oleObject" Target="../embeddings/oleObject134.bin"/><Relationship Id="rId10" Type="http://schemas.openxmlformats.org/officeDocument/2006/relationships/image" Target="../media/image110.wmf"/><Relationship Id="rId19" Type="http://schemas.openxmlformats.org/officeDocument/2006/relationships/oleObject" Target="../embeddings/oleObject136.bin"/><Relationship Id="rId4" Type="http://schemas.openxmlformats.org/officeDocument/2006/relationships/image" Target="../media/image107.wmf"/><Relationship Id="rId9" Type="http://schemas.openxmlformats.org/officeDocument/2006/relationships/oleObject" Target="../embeddings/oleObject131.bin"/><Relationship Id="rId14" Type="http://schemas.openxmlformats.org/officeDocument/2006/relationships/image" Target="../media/image112.wmf"/><Relationship Id="rId22" Type="http://schemas.openxmlformats.org/officeDocument/2006/relationships/image" Target="../media/image104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0.bin"/><Relationship Id="rId13" Type="http://schemas.openxmlformats.org/officeDocument/2006/relationships/image" Target="../media/image121.wmf"/><Relationship Id="rId3" Type="http://schemas.openxmlformats.org/officeDocument/2006/relationships/image" Target="../media/image116.wmf"/><Relationship Id="rId7" Type="http://schemas.openxmlformats.org/officeDocument/2006/relationships/image" Target="../media/image118.wmf"/><Relationship Id="rId12" Type="http://schemas.openxmlformats.org/officeDocument/2006/relationships/oleObject" Target="../embeddings/oleObject142.bin"/><Relationship Id="rId2" Type="http://schemas.openxmlformats.org/officeDocument/2006/relationships/oleObject" Target="../embeddings/oleObject137.bin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139.bin"/><Relationship Id="rId11" Type="http://schemas.openxmlformats.org/officeDocument/2006/relationships/image" Target="../media/image120.wmf"/><Relationship Id="rId5" Type="http://schemas.openxmlformats.org/officeDocument/2006/relationships/image" Target="../media/image117.wmf"/><Relationship Id="rId10" Type="http://schemas.openxmlformats.org/officeDocument/2006/relationships/oleObject" Target="../embeddings/oleObject141.bin"/><Relationship Id="rId4" Type="http://schemas.openxmlformats.org/officeDocument/2006/relationships/oleObject" Target="../embeddings/oleObject138.bin"/><Relationship Id="rId9" Type="http://schemas.openxmlformats.org/officeDocument/2006/relationships/image" Target="../media/image119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6.bin"/><Relationship Id="rId13" Type="http://schemas.openxmlformats.org/officeDocument/2006/relationships/image" Target="../media/image116.wmf"/><Relationship Id="rId18" Type="http://schemas.openxmlformats.org/officeDocument/2006/relationships/oleObject" Target="../embeddings/oleObject151.bin"/><Relationship Id="rId26" Type="http://schemas.openxmlformats.org/officeDocument/2006/relationships/oleObject" Target="../embeddings/oleObject155.bin"/><Relationship Id="rId3" Type="http://schemas.openxmlformats.org/officeDocument/2006/relationships/image" Target="../media/image122.wmf"/><Relationship Id="rId21" Type="http://schemas.openxmlformats.org/officeDocument/2006/relationships/image" Target="../media/image128.wmf"/><Relationship Id="rId7" Type="http://schemas.openxmlformats.org/officeDocument/2006/relationships/image" Target="../media/image124.wmf"/><Relationship Id="rId12" Type="http://schemas.openxmlformats.org/officeDocument/2006/relationships/oleObject" Target="../embeddings/oleObject148.bin"/><Relationship Id="rId17" Type="http://schemas.openxmlformats.org/officeDocument/2006/relationships/image" Target="../media/image118.wmf"/><Relationship Id="rId25" Type="http://schemas.openxmlformats.org/officeDocument/2006/relationships/image" Target="../media/image130.wmf"/><Relationship Id="rId2" Type="http://schemas.openxmlformats.org/officeDocument/2006/relationships/oleObject" Target="../embeddings/oleObject143.bin"/><Relationship Id="rId16" Type="http://schemas.openxmlformats.org/officeDocument/2006/relationships/oleObject" Target="../embeddings/oleObject150.bin"/><Relationship Id="rId20" Type="http://schemas.openxmlformats.org/officeDocument/2006/relationships/oleObject" Target="../embeddings/oleObject152.bin"/><Relationship Id="rId29" Type="http://schemas.openxmlformats.org/officeDocument/2006/relationships/image" Target="../media/image132.wmf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145.bin"/><Relationship Id="rId11" Type="http://schemas.openxmlformats.org/officeDocument/2006/relationships/image" Target="../media/image126.wmf"/><Relationship Id="rId24" Type="http://schemas.openxmlformats.org/officeDocument/2006/relationships/oleObject" Target="../embeddings/oleObject154.bin"/><Relationship Id="rId5" Type="http://schemas.openxmlformats.org/officeDocument/2006/relationships/image" Target="../media/image123.wmf"/><Relationship Id="rId15" Type="http://schemas.openxmlformats.org/officeDocument/2006/relationships/image" Target="../media/image117.wmf"/><Relationship Id="rId23" Type="http://schemas.openxmlformats.org/officeDocument/2006/relationships/image" Target="../media/image129.wmf"/><Relationship Id="rId28" Type="http://schemas.openxmlformats.org/officeDocument/2006/relationships/oleObject" Target="../embeddings/oleObject156.bin"/><Relationship Id="rId10" Type="http://schemas.openxmlformats.org/officeDocument/2006/relationships/oleObject" Target="../embeddings/oleObject147.bin"/><Relationship Id="rId19" Type="http://schemas.openxmlformats.org/officeDocument/2006/relationships/image" Target="../media/image127.wmf"/><Relationship Id="rId4" Type="http://schemas.openxmlformats.org/officeDocument/2006/relationships/oleObject" Target="../embeddings/oleObject144.bin"/><Relationship Id="rId9" Type="http://schemas.openxmlformats.org/officeDocument/2006/relationships/image" Target="../media/image125.wmf"/><Relationship Id="rId14" Type="http://schemas.openxmlformats.org/officeDocument/2006/relationships/oleObject" Target="../embeddings/oleObject149.bin"/><Relationship Id="rId22" Type="http://schemas.openxmlformats.org/officeDocument/2006/relationships/oleObject" Target="../embeddings/oleObject153.bin"/><Relationship Id="rId27" Type="http://schemas.openxmlformats.org/officeDocument/2006/relationships/image" Target="../media/image131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3" Type="http://schemas.openxmlformats.org/officeDocument/2006/relationships/oleObject" Target="../embeddings/oleObject148.bin"/><Relationship Id="rId7" Type="http://schemas.openxmlformats.org/officeDocument/2006/relationships/oleObject" Target="../embeddings/oleObject157.bin"/><Relationship Id="rId12" Type="http://schemas.openxmlformats.org/officeDocument/2006/relationships/image" Target="../media/image136.wmf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8.wmf"/><Relationship Id="rId11" Type="http://schemas.openxmlformats.org/officeDocument/2006/relationships/oleObject" Target="../embeddings/oleObject159.bin"/><Relationship Id="rId5" Type="http://schemas.openxmlformats.org/officeDocument/2006/relationships/oleObject" Target="../embeddings/oleObject150.bin"/><Relationship Id="rId10" Type="http://schemas.openxmlformats.org/officeDocument/2006/relationships/image" Target="../media/image135.wmf"/><Relationship Id="rId4" Type="http://schemas.openxmlformats.org/officeDocument/2006/relationships/image" Target="../media/image116.wmf"/><Relationship Id="rId9" Type="http://schemas.openxmlformats.org/officeDocument/2006/relationships/oleObject" Target="../embeddings/oleObject158.bin"/></Relationships>
</file>

<file path=ppt/slides/_rels/slide33.xml.rels><?xml version="1.0" encoding="UTF-8" standalone="yes"?>
<Relationships xmlns="http://schemas.openxmlformats.org/package/2006/relationships"><Relationship Id="rId26" Type="http://schemas.openxmlformats.org/officeDocument/2006/relationships/tags" Target="../tags/tag33.xml"/><Relationship Id="rId117" Type="http://schemas.openxmlformats.org/officeDocument/2006/relationships/tags" Target="../tags/tag124.xml"/><Relationship Id="rId21" Type="http://schemas.openxmlformats.org/officeDocument/2006/relationships/tags" Target="../tags/tag28.xml"/><Relationship Id="rId42" Type="http://schemas.openxmlformats.org/officeDocument/2006/relationships/tags" Target="../tags/tag49.xml"/><Relationship Id="rId47" Type="http://schemas.openxmlformats.org/officeDocument/2006/relationships/tags" Target="../tags/tag54.xml"/><Relationship Id="rId63" Type="http://schemas.openxmlformats.org/officeDocument/2006/relationships/tags" Target="../tags/tag70.xml"/><Relationship Id="rId68" Type="http://schemas.openxmlformats.org/officeDocument/2006/relationships/tags" Target="../tags/tag75.xml"/><Relationship Id="rId84" Type="http://schemas.openxmlformats.org/officeDocument/2006/relationships/tags" Target="../tags/tag91.xml"/><Relationship Id="rId89" Type="http://schemas.openxmlformats.org/officeDocument/2006/relationships/tags" Target="../tags/tag96.xml"/><Relationship Id="rId112" Type="http://schemas.openxmlformats.org/officeDocument/2006/relationships/tags" Target="../tags/tag119.xml"/><Relationship Id="rId133" Type="http://schemas.openxmlformats.org/officeDocument/2006/relationships/tags" Target="../tags/tag140.xml"/><Relationship Id="rId138" Type="http://schemas.openxmlformats.org/officeDocument/2006/relationships/tags" Target="../tags/tag145.xml"/><Relationship Id="rId154" Type="http://schemas.openxmlformats.org/officeDocument/2006/relationships/image" Target="../media/image139.wmf"/><Relationship Id="rId159" Type="http://schemas.openxmlformats.org/officeDocument/2006/relationships/oleObject" Target="../embeddings/oleObject165.bin"/><Relationship Id="rId170" Type="http://schemas.openxmlformats.org/officeDocument/2006/relationships/oleObject" Target="../embeddings/oleObject170.bin"/><Relationship Id="rId16" Type="http://schemas.openxmlformats.org/officeDocument/2006/relationships/tags" Target="../tags/tag23.xml"/><Relationship Id="rId107" Type="http://schemas.openxmlformats.org/officeDocument/2006/relationships/tags" Target="../tags/tag114.xml"/><Relationship Id="rId11" Type="http://schemas.openxmlformats.org/officeDocument/2006/relationships/tags" Target="../tags/tag18.xml"/><Relationship Id="rId32" Type="http://schemas.openxmlformats.org/officeDocument/2006/relationships/tags" Target="../tags/tag39.xml"/><Relationship Id="rId37" Type="http://schemas.openxmlformats.org/officeDocument/2006/relationships/tags" Target="../tags/tag44.xml"/><Relationship Id="rId53" Type="http://schemas.openxmlformats.org/officeDocument/2006/relationships/tags" Target="../tags/tag60.xml"/><Relationship Id="rId58" Type="http://schemas.openxmlformats.org/officeDocument/2006/relationships/tags" Target="../tags/tag65.xml"/><Relationship Id="rId74" Type="http://schemas.openxmlformats.org/officeDocument/2006/relationships/tags" Target="../tags/tag81.xml"/><Relationship Id="rId79" Type="http://schemas.openxmlformats.org/officeDocument/2006/relationships/tags" Target="../tags/tag86.xml"/><Relationship Id="rId102" Type="http://schemas.openxmlformats.org/officeDocument/2006/relationships/tags" Target="../tags/tag109.xml"/><Relationship Id="rId123" Type="http://schemas.openxmlformats.org/officeDocument/2006/relationships/tags" Target="../tags/tag130.xml"/><Relationship Id="rId128" Type="http://schemas.openxmlformats.org/officeDocument/2006/relationships/tags" Target="../tags/tag135.xml"/><Relationship Id="rId144" Type="http://schemas.openxmlformats.org/officeDocument/2006/relationships/tags" Target="../tags/tag151.xml"/><Relationship Id="rId149" Type="http://schemas.openxmlformats.org/officeDocument/2006/relationships/oleObject" Target="../embeddings/oleObject160.bin"/><Relationship Id="rId5" Type="http://schemas.openxmlformats.org/officeDocument/2006/relationships/tags" Target="../tags/tag12.xml"/><Relationship Id="rId90" Type="http://schemas.openxmlformats.org/officeDocument/2006/relationships/tags" Target="../tags/tag97.xml"/><Relationship Id="rId95" Type="http://schemas.openxmlformats.org/officeDocument/2006/relationships/tags" Target="../tags/tag102.xml"/><Relationship Id="rId160" Type="http://schemas.openxmlformats.org/officeDocument/2006/relationships/image" Target="../media/image102.wmf"/><Relationship Id="rId165" Type="http://schemas.openxmlformats.org/officeDocument/2006/relationships/image" Target="../media/image118.wmf"/><Relationship Id="rId22" Type="http://schemas.openxmlformats.org/officeDocument/2006/relationships/tags" Target="../tags/tag29.xml"/><Relationship Id="rId27" Type="http://schemas.openxmlformats.org/officeDocument/2006/relationships/tags" Target="../tags/tag34.xml"/><Relationship Id="rId43" Type="http://schemas.openxmlformats.org/officeDocument/2006/relationships/tags" Target="../tags/tag50.xml"/><Relationship Id="rId48" Type="http://schemas.openxmlformats.org/officeDocument/2006/relationships/tags" Target="../tags/tag55.xml"/><Relationship Id="rId64" Type="http://schemas.openxmlformats.org/officeDocument/2006/relationships/tags" Target="../tags/tag71.xml"/><Relationship Id="rId69" Type="http://schemas.openxmlformats.org/officeDocument/2006/relationships/tags" Target="../tags/tag76.xml"/><Relationship Id="rId113" Type="http://schemas.openxmlformats.org/officeDocument/2006/relationships/tags" Target="../tags/tag120.xml"/><Relationship Id="rId118" Type="http://schemas.openxmlformats.org/officeDocument/2006/relationships/tags" Target="../tags/tag125.xml"/><Relationship Id="rId134" Type="http://schemas.openxmlformats.org/officeDocument/2006/relationships/tags" Target="../tags/tag141.xml"/><Relationship Id="rId139" Type="http://schemas.openxmlformats.org/officeDocument/2006/relationships/tags" Target="../tags/tag146.xml"/><Relationship Id="rId80" Type="http://schemas.openxmlformats.org/officeDocument/2006/relationships/tags" Target="../tags/tag87.xml"/><Relationship Id="rId85" Type="http://schemas.openxmlformats.org/officeDocument/2006/relationships/tags" Target="../tags/tag92.xml"/><Relationship Id="rId150" Type="http://schemas.openxmlformats.org/officeDocument/2006/relationships/image" Target="../media/image137.wmf"/><Relationship Id="rId155" Type="http://schemas.openxmlformats.org/officeDocument/2006/relationships/oleObject" Target="../embeddings/oleObject163.bin"/><Relationship Id="rId171" Type="http://schemas.openxmlformats.org/officeDocument/2006/relationships/image" Target="../media/image136.wmf"/><Relationship Id="rId12" Type="http://schemas.openxmlformats.org/officeDocument/2006/relationships/tags" Target="../tags/tag19.xml"/><Relationship Id="rId17" Type="http://schemas.openxmlformats.org/officeDocument/2006/relationships/tags" Target="../tags/tag24.xml"/><Relationship Id="rId33" Type="http://schemas.openxmlformats.org/officeDocument/2006/relationships/tags" Target="../tags/tag40.xml"/><Relationship Id="rId38" Type="http://schemas.openxmlformats.org/officeDocument/2006/relationships/tags" Target="../tags/tag45.xml"/><Relationship Id="rId59" Type="http://schemas.openxmlformats.org/officeDocument/2006/relationships/tags" Target="../tags/tag66.xml"/><Relationship Id="rId103" Type="http://schemas.openxmlformats.org/officeDocument/2006/relationships/tags" Target="../tags/tag110.xml"/><Relationship Id="rId108" Type="http://schemas.openxmlformats.org/officeDocument/2006/relationships/tags" Target="../tags/tag115.xml"/><Relationship Id="rId124" Type="http://schemas.openxmlformats.org/officeDocument/2006/relationships/tags" Target="../tags/tag131.xml"/><Relationship Id="rId129" Type="http://schemas.openxmlformats.org/officeDocument/2006/relationships/tags" Target="../tags/tag136.xml"/><Relationship Id="rId54" Type="http://schemas.openxmlformats.org/officeDocument/2006/relationships/tags" Target="../tags/tag61.xml"/><Relationship Id="rId70" Type="http://schemas.openxmlformats.org/officeDocument/2006/relationships/tags" Target="../tags/tag77.xml"/><Relationship Id="rId75" Type="http://schemas.openxmlformats.org/officeDocument/2006/relationships/tags" Target="../tags/tag82.xml"/><Relationship Id="rId91" Type="http://schemas.openxmlformats.org/officeDocument/2006/relationships/tags" Target="../tags/tag98.xml"/><Relationship Id="rId96" Type="http://schemas.openxmlformats.org/officeDocument/2006/relationships/tags" Target="../tags/tag103.xml"/><Relationship Id="rId140" Type="http://schemas.openxmlformats.org/officeDocument/2006/relationships/tags" Target="../tags/tag147.xml"/><Relationship Id="rId145" Type="http://schemas.openxmlformats.org/officeDocument/2006/relationships/tags" Target="../tags/tag152.xml"/><Relationship Id="rId161" Type="http://schemas.openxmlformats.org/officeDocument/2006/relationships/image" Target="../media/image133.png"/><Relationship Id="rId166" Type="http://schemas.openxmlformats.org/officeDocument/2006/relationships/oleObject" Target="../embeddings/oleObject168.bin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5" Type="http://schemas.openxmlformats.org/officeDocument/2006/relationships/tags" Target="../tags/tag22.xml"/><Relationship Id="rId23" Type="http://schemas.openxmlformats.org/officeDocument/2006/relationships/tags" Target="../tags/tag30.xml"/><Relationship Id="rId28" Type="http://schemas.openxmlformats.org/officeDocument/2006/relationships/tags" Target="../tags/tag35.xml"/><Relationship Id="rId36" Type="http://schemas.openxmlformats.org/officeDocument/2006/relationships/tags" Target="../tags/tag43.xml"/><Relationship Id="rId49" Type="http://schemas.openxmlformats.org/officeDocument/2006/relationships/tags" Target="../tags/tag56.xml"/><Relationship Id="rId57" Type="http://schemas.openxmlformats.org/officeDocument/2006/relationships/tags" Target="../tags/tag64.xml"/><Relationship Id="rId106" Type="http://schemas.openxmlformats.org/officeDocument/2006/relationships/tags" Target="../tags/tag113.xml"/><Relationship Id="rId114" Type="http://schemas.openxmlformats.org/officeDocument/2006/relationships/tags" Target="../tags/tag121.xml"/><Relationship Id="rId119" Type="http://schemas.openxmlformats.org/officeDocument/2006/relationships/tags" Target="../tags/tag126.xml"/><Relationship Id="rId127" Type="http://schemas.openxmlformats.org/officeDocument/2006/relationships/tags" Target="../tags/tag134.xml"/><Relationship Id="rId10" Type="http://schemas.openxmlformats.org/officeDocument/2006/relationships/tags" Target="../tags/tag17.xml"/><Relationship Id="rId31" Type="http://schemas.openxmlformats.org/officeDocument/2006/relationships/tags" Target="../tags/tag38.xml"/><Relationship Id="rId44" Type="http://schemas.openxmlformats.org/officeDocument/2006/relationships/tags" Target="../tags/tag51.xml"/><Relationship Id="rId52" Type="http://schemas.openxmlformats.org/officeDocument/2006/relationships/tags" Target="../tags/tag59.xml"/><Relationship Id="rId60" Type="http://schemas.openxmlformats.org/officeDocument/2006/relationships/tags" Target="../tags/tag67.xml"/><Relationship Id="rId65" Type="http://schemas.openxmlformats.org/officeDocument/2006/relationships/tags" Target="../tags/tag72.xml"/><Relationship Id="rId73" Type="http://schemas.openxmlformats.org/officeDocument/2006/relationships/tags" Target="../tags/tag80.xml"/><Relationship Id="rId78" Type="http://schemas.openxmlformats.org/officeDocument/2006/relationships/tags" Target="../tags/tag85.xml"/><Relationship Id="rId81" Type="http://schemas.openxmlformats.org/officeDocument/2006/relationships/tags" Target="../tags/tag88.xml"/><Relationship Id="rId86" Type="http://schemas.openxmlformats.org/officeDocument/2006/relationships/tags" Target="../tags/tag93.xml"/><Relationship Id="rId94" Type="http://schemas.openxmlformats.org/officeDocument/2006/relationships/tags" Target="../tags/tag101.xml"/><Relationship Id="rId99" Type="http://schemas.openxmlformats.org/officeDocument/2006/relationships/tags" Target="../tags/tag106.xml"/><Relationship Id="rId101" Type="http://schemas.openxmlformats.org/officeDocument/2006/relationships/tags" Target="../tags/tag108.xml"/><Relationship Id="rId122" Type="http://schemas.openxmlformats.org/officeDocument/2006/relationships/tags" Target="../tags/tag129.xml"/><Relationship Id="rId130" Type="http://schemas.openxmlformats.org/officeDocument/2006/relationships/tags" Target="../tags/tag137.xml"/><Relationship Id="rId135" Type="http://schemas.openxmlformats.org/officeDocument/2006/relationships/tags" Target="../tags/tag142.xml"/><Relationship Id="rId143" Type="http://schemas.openxmlformats.org/officeDocument/2006/relationships/tags" Target="../tags/tag150.xml"/><Relationship Id="rId148" Type="http://schemas.openxmlformats.org/officeDocument/2006/relationships/slideLayout" Target="../slideLayouts/slideLayout7.xml"/><Relationship Id="rId151" Type="http://schemas.openxmlformats.org/officeDocument/2006/relationships/oleObject" Target="../embeddings/oleObject161.bin"/><Relationship Id="rId156" Type="http://schemas.openxmlformats.org/officeDocument/2006/relationships/image" Target="../media/image140.wmf"/><Relationship Id="rId164" Type="http://schemas.openxmlformats.org/officeDocument/2006/relationships/oleObject" Target="../embeddings/oleObject167.bin"/><Relationship Id="rId169" Type="http://schemas.openxmlformats.org/officeDocument/2006/relationships/image" Target="../media/image135.wmf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3" Type="http://schemas.openxmlformats.org/officeDocument/2006/relationships/tags" Target="../tags/tag20.xml"/><Relationship Id="rId18" Type="http://schemas.openxmlformats.org/officeDocument/2006/relationships/tags" Target="../tags/tag25.xml"/><Relationship Id="rId39" Type="http://schemas.openxmlformats.org/officeDocument/2006/relationships/tags" Target="../tags/tag46.xml"/><Relationship Id="rId109" Type="http://schemas.openxmlformats.org/officeDocument/2006/relationships/tags" Target="../tags/tag116.xml"/><Relationship Id="rId34" Type="http://schemas.openxmlformats.org/officeDocument/2006/relationships/tags" Target="../tags/tag41.xml"/><Relationship Id="rId50" Type="http://schemas.openxmlformats.org/officeDocument/2006/relationships/tags" Target="../tags/tag57.xml"/><Relationship Id="rId55" Type="http://schemas.openxmlformats.org/officeDocument/2006/relationships/tags" Target="../tags/tag62.xml"/><Relationship Id="rId76" Type="http://schemas.openxmlformats.org/officeDocument/2006/relationships/tags" Target="../tags/tag83.xml"/><Relationship Id="rId97" Type="http://schemas.openxmlformats.org/officeDocument/2006/relationships/tags" Target="../tags/tag104.xml"/><Relationship Id="rId104" Type="http://schemas.openxmlformats.org/officeDocument/2006/relationships/tags" Target="../tags/tag111.xml"/><Relationship Id="rId120" Type="http://schemas.openxmlformats.org/officeDocument/2006/relationships/tags" Target="../tags/tag127.xml"/><Relationship Id="rId125" Type="http://schemas.openxmlformats.org/officeDocument/2006/relationships/tags" Target="../tags/tag132.xml"/><Relationship Id="rId141" Type="http://schemas.openxmlformats.org/officeDocument/2006/relationships/tags" Target="../tags/tag148.xml"/><Relationship Id="rId146" Type="http://schemas.openxmlformats.org/officeDocument/2006/relationships/tags" Target="../tags/tag153.xml"/><Relationship Id="rId167" Type="http://schemas.openxmlformats.org/officeDocument/2006/relationships/image" Target="../media/image134.wmf"/><Relationship Id="rId7" Type="http://schemas.openxmlformats.org/officeDocument/2006/relationships/tags" Target="../tags/tag14.xml"/><Relationship Id="rId71" Type="http://schemas.openxmlformats.org/officeDocument/2006/relationships/tags" Target="../tags/tag78.xml"/><Relationship Id="rId92" Type="http://schemas.openxmlformats.org/officeDocument/2006/relationships/tags" Target="../tags/tag99.xml"/><Relationship Id="rId162" Type="http://schemas.openxmlformats.org/officeDocument/2006/relationships/oleObject" Target="../embeddings/oleObject166.bin"/><Relationship Id="rId2" Type="http://schemas.openxmlformats.org/officeDocument/2006/relationships/tags" Target="../tags/tag9.xml"/><Relationship Id="rId29" Type="http://schemas.openxmlformats.org/officeDocument/2006/relationships/tags" Target="../tags/tag36.xml"/><Relationship Id="rId24" Type="http://schemas.openxmlformats.org/officeDocument/2006/relationships/tags" Target="../tags/tag31.xml"/><Relationship Id="rId40" Type="http://schemas.openxmlformats.org/officeDocument/2006/relationships/tags" Target="../tags/tag47.xml"/><Relationship Id="rId45" Type="http://schemas.openxmlformats.org/officeDocument/2006/relationships/tags" Target="../tags/tag52.xml"/><Relationship Id="rId66" Type="http://schemas.openxmlformats.org/officeDocument/2006/relationships/tags" Target="../tags/tag73.xml"/><Relationship Id="rId87" Type="http://schemas.openxmlformats.org/officeDocument/2006/relationships/tags" Target="../tags/tag94.xml"/><Relationship Id="rId110" Type="http://schemas.openxmlformats.org/officeDocument/2006/relationships/tags" Target="../tags/tag117.xml"/><Relationship Id="rId115" Type="http://schemas.openxmlformats.org/officeDocument/2006/relationships/tags" Target="../tags/tag122.xml"/><Relationship Id="rId131" Type="http://schemas.openxmlformats.org/officeDocument/2006/relationships/tags" Target="../tags/tag138.xml"/><Relationship Id="rId136" Type="http://schemas.openxmlformats.org/officeDocument/2006/relationships/tags" Target="../tags/tag143.xml"/><Relationship Id="rId157" Type="http://schemas.openxmlformats.org/officeDocument/2006/relationships/oleObject" Target="../embeddings/oleObject164.bin"/><Relationship Id="rId61" Type="http://schemas.openxmlformats.org/officeDocument/2006/relationships/tags" Target="../tags/tag68.xml"/><Relationship Id="rId82" Type="http://schemas.openxmlformats.org/officeDocument/2006/relationships/tags" Target="../tags/tag89.xml"/><Relationship Id="rId152" Type="http://schemas.openxmlformats.org/officeDocument/2006/relationships/image" Target="../media/image138.wmf"/><Relationship Id="rId19" Type="http://schemas.openxmlformats.org/officeDocument/2006/relationships/tags" Target="../tags/tag26.xml"/><Relationship Id="rId14" Type="http://schemas.openxmlformats.org/officeDocument/2006/relationships/tags" Target="../tags/tag21.xml"/><Relationship Id="rId30" Type="http://schemas.openxmlformats.org/officeDocument/2006/relationships/tags" Target="../tags/tag37.xml"/><Relationship Id="rId35" Type="http://schemas.openxmlformats.org/officeDocument/2006/relationships/tags" Target="../tags/tag42.xml"/><Relationship Id="rId56" Type="http://schemas.openxmlformats.org/officeDocument/2006/relationships/tags" Target="../tags/tag63.xml"/><Relationship Id="rId77" Type="http://schemas.openxmlformats.org/officeDocument/2006/relationships/tags" Target="../tags/tag84.xml"/><Relationship Id="rId100" Type="http://schemas.openxmlformats.org/officeDocument/2006/relationships/tags" Target="../tags/tag107.xml"/><Relationship Id="rId105" Type="http://schemas.openxmlformats.org/officeDocument/2006/relationships/tags" Target="../tags/tag112.xml"/><Relationship Id="rId126" Type="http://schemas.openxmlformats.org/officeDocument/2006/relationships/tags" Target="../tags/tag133.xml"/><Relationship Id="rId147" Type="http://schemas.openxmlformats.org/officeDocument/2006/relationships/tags" Target="../tags/tag154.xml"/><Relationship Id="rId168" Type="http://schemas.openxmlformats.org/officeDocument/2006/relationships/oleObject" Target="../embeddings/oleObject169.bin"/><Relationship Id="rId8" Type="http://schemas.openxmlformats.org/officeDocument/2006/relationships/tags" Target="../tags/tag15.xml"/><Relationship Id="rId51" Type="http://schemas.openxmlformats.org/officeDocument/2006/relationships/tags" Target="../tags/tag58.xml"/><Relationship Id="rId72" Type="http://schemas.openxmlformats.org/officeDocument/2006/relationships/tags" Target="../tags/tag79.xml"/><Relationship Id="rId93" Type="http://schemas.openxmlformats.org/officeDocument/2006/relationships/tags" Target="../tags/tag100.xml"/><Relationship Id="rId98" Type="http://schemas.openxmlformats.org/officeDocument/2006/relationships/tags" Target="../tags/tag105.xml"/><Relationship Id="rId121" Type="http://schemas.openxmlformats.org/officeDocument/2006/relationships/tags" Target="../tags/tag128.xml"/><Relationship Id="rId142" Type="http://schemas.openxmlformats.org/officeDocument/2006/relationships/tags" Target="../tags/tag149.xml"/><Relationship Id="rId163" Type="http://schemas.openxmlformats.org/officeDocument/2006/relationships/image" Target="../media/image116.wmf"/><Relationship Id="rId3" Type="http://schemas.openxmlformats.org/officeDocument/2006/relationships/tags" Target="../tags/tag10.xml"/><Relationship Id="rId25" Type="http://schemas.openxmlformats.org/officeDocument/2006/relationships/tags" Target="../tags/tag32.xml"/><Relationship Id="rId46" Type="http://schemas.openxmlformats.org/officeDocument/2006/relationships/tags" Target="../tags/tag53.xml"/><Relationship Id="rId67" Type="http://schemas.openxmlformats.org/officeDocument/2006/relationships/tags" Target="../tags/tag74.xml"/><Relationship Id="rId116" Type="http://schemas.openxmlformats.org/officeDocument/2006/relationships/tags" Target="../tags/tag123.xml"/><Relationship Id="rId137" Type="http://schemas.openxmlformats.org/officeDocument/2006/relationships/tags" Target="../tags/tag144.xml"/><Relationship Id="rId158" Type="http://schemas.openxmlformats.org/officeDocument/2006/relationships/image" Target="../media/image97.wmf"/><Relationship Id="rId20" Type="http://schemas.openxmlformats.org/officeDocument/2006/relationships/tags" Target="../tags/tag27.xml"/><Relationship Id="rId41" Type="http://schemas.openxmlformats.org/officeDocument/2006/relationships/tags" Target="../tags/tag48.xml"/><Relationship Id="rId62" Type="http://schemas.openxmlformats.org/officeDocument/2006/relationships/tags" Target="../tags/tag69.xml"/><Relationship Id="rId83" Type="http://schemas.openxmlformats.org/officeDocument/2006/relationships/tags" Target="../tags/tag90.xml"/><Relationship Id="rId88" Type="http://schemas.openxmlformats.org/officeDocument/2006/relationships/tags" Target="../tags/tag95.xml"/><Relationship Id="rId111" Type="http://schemas.openxmlformats.org/officeDocument/2006/relationships/tags" Target="../tags/tag118.xml"/><Relationship Id="rId132" Type="http://schemas.openxmlformats.org/officeDocument/2006/relationships/tags" Target="../tags/tag139.xml"/><Relationship Id="rId153" Type="http://schemas.openxmlformats.org/officeDocument/2006/relationships/oleObject" Target="../embeddings/oleObject162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55.xml"/><Relationship Id="rId4" Type="http://schemas.openxmlformats.org/officeDocument/2006/relationships/image" Target="../media/image142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jpe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jpeg"/><Relationship Id="rId2" Type="http://schemas.openxmlformats.org/officeDocument/2006/relationships/image" Target="../media/image144.jpeg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jpe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tags" Target="../tags/tag158.xml"/><Relationship Id="rId7" Type="http://schemas.openxmlformats.org/officeDocument/2006/relationships/image" Target="../media/image149.jpeg"/><Relationship Id="rId2" Type="http://schemas.openxmlformats.org/officeDocument/2006/relationships/tags" Target="../tags/tag157.xml"/><Relationship Id="rId1" Type="http://schemas.openxmlformats.org/officeDocument/2006/relationships/tags" Target="../tags/tag156.xml"/><Relationship Id="rId6" Type="http://schemas.openxmlformats.org/officeDocument/2006/relationships/image" Target="../media/image148.jpeg"/><Relationship Id="rId5" Type="http://schemas.openxmlformats.org/officeDocument/2006/relationships/image" Target="../media/image147.jpeg"/><Relationship Id="rId4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jpe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jpe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jpe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jpeg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jpeg"/><Relationship Id="rId2" Type="http://schemas.openxmlformats.org/officeDocument/2006/relationships/image" Target="../media/image154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jpeg"/><Relationship Id="rId2" Type="http://schemas.openxmlformats.org/officeDocument/2006/relationships/image" Target="../media/image156.jpe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jpe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jpe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jpeg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jpeg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jpe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jpe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wmf"/><Relationship Id="rId13" Type="http://schemas.openxmlformats.org/officeDocument/2006/relationships/oleObject" Target="../embeddings/oleObject176.bin"/><Relationship Id="rId18" Type="http://schemas.openxmlformats.org/officeDocument/2006/relationships/image" Target="../media/image171.png"/><Relationship Id="rId3" Type="http://schemas.openxmlformats.org/officeDocument/2006/relationships/oleObject" Target="../embeddings/oleObject171.bin"/><Relationship Id="rId7" Type="http://schemas.openxmlformats.org/officeDocument/2006/relationships/oleObject" Target="../embeddings/oleObject173.bin"/><Relationship Id="rId12" Type="http://schemas.openxmlformats.org/officeDocument/2006/relationships/image" Target="../media/image167.wmf"/><Relationship Id="rId17" Type="http://schemas.openxmlformats.org/officeDocument/2006/relationships/image" Target="../media/image170.wmf"/><Relationship Id="rId2" Type="http://schemas.openxmlformats.org/officeDocument/2006/relationships/slideLayout" Target="../slideLayouts/slideLayout19.xml"/><Relationship Id="rId16" Type="http://schemas.openxmlformats.org/officeDocument/2006/relationships/image" Target="../media/image169.wmf"/><Relationship Id="rId20" Type="http://schemas.openxmlformats.org/officeDocument/2006/relationships/image" Target="../media/image172.wmf"/><Relationship Id="rId1" Type="http://schemas.openxmlformats.org/officeDocument/2006/relationships/tags" Target="../tags/tag159.xml"/><Relationship Id="rId6" Type="http://schemas.openxmlformats.org/officeDocument/2006/relationships/image" Target="../media/image164.wmf"/><Relationship Id="rId11" Type="http://schemas.openxmlformats.org/officeDocument/2006/relationships/oleObject" Target="../embeddings/oleObject175.bin"/><Relationship Id="rId5" Type="http://schemas.openxmlformats.org/officeDocument/2006/relationships/oleObject" Target="../embeddings/oleObject172.bin"/><Relationship Id="rId15" Type="http://schemas.openxmlformats.org/officeDocument/2006/relationships/oleObject" Target="../embeddings/oleObject177.bin"/><Relationship Id="rId10" Type="http://schemas.openxmlformats.org/officeDocument/2006/relationships/image" Target="../media/image166.wmf"/><Relationship Id="rId19" Type="http://schemas.openxmlformats.org/officeDocument/2006/relationships/oleObject" Target="../embeddings/oleObject178.bin"/><Relationship Id="rId4" Type="http://schemas.openxmlformats.org/officeDocument/2006/relationships/image" Target="../media/image163.wmf"/><Relationship Id="rId9" Type="http://schemas.openxmlformats.org/officeDocument/2006/relationships/oleObject" Target="../embeddings/oleObject174.bin"/><Relationship Id="rId14" Type="http://schemas.openxmlformats.org/officeDocument/2006/relationships/image" Target="../media/image168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2.bin"/><Relationship Id="rId13" Type="http://schemas.openxmlformats.org/officeDocument/2006/relationships/image" Target="../media/image178.wmf"/><Relationship Id="rId3" Type="http://schemas.openxmlformats.org/officeDocument/2006/relationships/image" Target="../media/image173.wmf"/><Relationship Id="rId7" Type="http://schemas.openxmlformats.org/officeDocument/2006/relationships/image" Target="../media/image175.wmf"/><Relationship Id="rId12" Type="http://schemas.openxmlformats.org/officeDocument/2006/relationships/oleObject" Target="../embeddings/oleObject184.bin"/><Relationship Id="rId2" Type="http://schemas.openxmlformats.org/officeDocument/2006/relationships/oleObject" Target="../embeddings/oleObject179.bin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181.bin"/><Relationship Id="rId11" Type="http://schemas.openxmlformats.org/officeDocument/2006/relationships/image" Target="../media/image177.wmf"/><Relationship Id="rId5" Type="http://schemas.openxmlformats.org/officeDocument/2006/relationships/image" Target="../media/image174.wmf"/><Relationship Id="rId15" Type="http://schemas.openxmlformats.org/officeDocument/2006/relationships/image" Target="../media/image179.wmf"/><Relationship Id="rId10" Type="http://schemas.openxmlformats.org/officeDocument/2006/relationships/oleObject" Target="../embeddings/oleObject183.bin"/><Relationship Id="rId4" Type="http://schemas.openxmlformats.org/officeDocument/2006/relationships/oleObject" Target="../embeddings/oleObject180.bin"/><Relationship Id="rId9" Type="http://schemas.openxmlformats.org/officeDocument/2006/relationships/image" Target="../media/image176.wmf"/><Relationship Id="rId14" Type="http://schemas.openxmlformats.org/officeDocument/2006/relationships/oleObject" Target="../embeddings/oleObject185.bin"/></Relationships>
</file>

<file path=ppt/slides/_rels/slide55.xml.rels><?xml version="1.0" encoding="UTF-8" standalone="yes"?>
<Relationships xmlns="http://schemas.openxmlformats.org/package/2006/relationships"><Relationship Id="rId26" Type="http://schemas.openxmlformats.org/officeDocument/2006/relationships/tags" Target="../tags/tag185.xml"/><Relationship Id="rId117" Type="http://schemas.openxmlformats.org/officeDocument/2006/relationships/oleObject" Target="../embeddings/oleObject186.bin"/><Relationship Id="rId21" Type="http://schemas.openxmlformats.org/officeDocument/2006/relationships/tags" Target="../tags/tag180.xml"/><Relationship Id="rId42" Type="http://schemas.openxmlformats.org/officeDocument/2006/relationships/tags" Target="../tags/tag201.xml"/><Relationship Id="rId47" Type="http://schemas.openxmlformats.org/officeDocument/2006/relationships/tags" Target="../tags/tag206.xml"/><Relationship Id="rId63" Type="http://schemas.openxmlformats.org/officeDocument/2006/relationships/tags" Target="../tags/tag222.xml"/><Relationship Id="rId68" Type="http://schemas.openxmlformats.org/officeDocument/2006/relationships/tags" Target="../tags/tag227.xml"/><Relationship Id="rId84" Type="http://schemas.openxmlformats.org/officeDocument/2006/relationships/tags" Target="../tags/tag243.xml"/><Relationship Id="rId89" Type="http://schemas.openxmlformats.org/officeDocument/2006/relationships/tags" Target="../tags/tag248.xml"/><Relationship Id="rId112" Type="http://schemas.openxmlformats.org/officeDocument/2006/relationships/tags" Target="../tags/tag271.xml"/><Relationship Id="rId16" Type="http://schemas.openxmlformats.org/officeDocument/2006/relationships/tags" Target="../tags/tag175.xml"/><Relationship Id="rId107" Type="http://schemas.openxmlformats.org/officeDocument/2006/relationships/tags" Target="../tags/tag266.xml"/><Relationship Id="rId11" Type="http://schemas.openxmlformats.org/officeDocument/2006/relationships/tags" Target="../tags/tag170.xml"/><Relationship Id="rId24" Type="http://schemas.openxmlformats.org/officeDocument/2006/relationships/tags" Target="../tags/tag183.xml"/><Relationship Id="rId32" Type="http://schemas.openxmlformats.org/officeDocument/2006/relationships/tags" Target="../tags/tag191.xml"/><Relationship Id="rId37" Type="http://schemas.openxmlformats.org/officeDocument/2006/relationships/tags" Target="../tags/tag196.xml"/><Relationship Id="rId40" Type="http://schemas.openxmlformats.org/officeDocument/2006/relationships/tags" Target="../tags/tag199.xml"/><Relationship Id="rId45" Type="http://schemas.openxmlformats.org/officeDocument/2006/relationships/tags" Target="../tags/tag204.xml"/><Relationship Id="rId53" Type="http://schemas.openxmlformats.org/officeDocument/2006/relationships/tags" Target="../tags/tag212.xml"/><Relationship Id="rId58" Type="http://schemas.openxmlformats.org/officeDocument/2006/relationships/tags" Target="../tags/tag217.xml"/><Relationship Id="rId66" Type="http://schemas.openxmlformats.org/officeDocument/2006/relationships/tags" Target="../tags/tag225.xml"/><Relationship Id="rId74" Type="http://schemas.openxmlformats.org/officeDocument/2006/relationships/tags" Target="../tags/tag233.xml"/><Relationship Id="rId79" Type="http://schemas.openxmlformats.org/officeDocument/2006/relationships/tags" Target="../tags/tag238.xml"/><Relationship Id="rId87" Type="http://schemas.openxmlformats.org/officeDocument/2006/relationships/tags" Target="../tags/tag246.xml"/><Relationship Id="rId102" Type="http://schemas.openxmlformats.org/officeDocument/2006/relationships/tags" Target="../tags/tag261.xml"/><Relationship Id="rId110" Type="http://schemas.openxmlformats.org/officeDocument/2006/relationships/tags" Target="../tags/tag269.xml"/><Relationship Id="rId115" Type="http://schemas.openxmlformats.org/officeDocument/2006/relationships/tags" Target="../tags/tag274.xml"/><Relationship Id="rId5" Type="http://schemas.openxmlformats.org/officeDocument/2006/relationships/tags" Target="../tags/tag164.xml"/><Relationship Id="rId61" Type="http://schemas.openxmlformats.org/officeDocument/2006/relationships/tags" Target="../tags/tag220.xml"/><Relationship Id="rId82" Type="http://schemas.openxmlformats.org/officeDocument/2006/relationships/tags" Target="../tags/tag241.xml"/><Relationship Id="rId90" Type="http://schemas.openxmlformats.org/officeDocument/2006/relationships/tags" Target="../tags/tag249.xml"/><Relationship Id="rId95" Type="http://schemas.openxmlformats.org/officeDocument/2006/relationships/tags" Target="../tags/tag254.xml"/><Relationship Id="rId19" Type="http://schemas.openxmlformats.org/officeDocument/2006/relationships/tags" Target="../tags/tag178.xml"/><Relationship Id="rId14" Type="http://schemas.openxmlformats.org/officeDocument/2006/relationships/tags" Target="../tags/tag173.xml"/><Relationship Id="rId22" Type="http://schemas.openxmlformats.org/officeDocument/2006/relationships/tags" Target="../tags/tag181.xml"/><Relationship Id="rId27" Type="http://schemas.openxmlformats.org/officeDocument/2006/relationships/tags" Target="../tags/tag186.xml"/><Relationship Id="rId30" Type="http://schemas.openxmlformats.org/officeDocument/2006/relationships/tags" Target="../tags/tag189.xml"/><Relationship Id="rId35" Type="http://schemas.openxmlformats.org/officeDocument/2006/relationships/tags" Target="../tags/tag194.xml"/><Relationship Id="rId43" Type="http://schemas.openxmlformats.org/officeDocument/2006/relationships/tags" Target="../tags/tag202.xml"/><Relationship Id="rId48" Type="http://schemas.openxmlformats.org/officeDocument/2006/relationships/tags" Target="../tags/tag207.xml"/><Relationship Id="rId56" Type="http://schemas.openxmlformats.org/officeDocument/2006/relationships/tags" Target="../tags/tag215.xml"/><Relationship Id="rId64" Type="http://schemas.openxmlformats.org/officeDocument/2006/relationships/tags" Target="../tags/tag223.xml"/><Relationship Id="rId69" Type="http://schemas.openxmlformats.org/officeDocument/2006/relationships/tags" Target="../tags/tag228.xml"/><Relationship Id="rId77" Type="http://schemas.openxmlformats.org/officeDocument/2006/relationships/tags" Target="../tags/tag236.xml"/><Relationship Id="rId100" Type="http://schemas.openxmlformats.org/officeDocument/2006/relationships/tags" Target="../tags/tag259.xml"/><Relationship Id="rId105" Type="http://schemas.openxmlformats.org/officeDocument/2006/relationships/tags" Target="../tags/tag264.xml"/><Relationship Id="rId113" Type="http://schemas.openxmlformats.org/officeDocument/2006/relationships/tags" Target="../tags/tag272.xml"/><Relationship Id="rId118" Type="http://schemas.openxmlformats.org/officeDocument/2006/relationships/image" Target="../media/image180.wmf"/><Relationship Id="rId8" Type="http://schemas.openxmlformats.org/officeDocument/2006/relationships/tags" Target="../tags/tag167.xml"/><Relationship Id="rId51" Type="http://schemas.openxmlformats.org/officeDocument/2006/relationships/tags" Target="../tags/tag210.xml"/><Relationship Id="rId72" Type="http://schemas.openxmlformats.org/officeDocument/2006/relationships/tags" Target="../tags/tag231.xml"/><Relationship Id="rId80" Type="http://schemas.openxmlformats.org/officeDocument/2006/relationships/tags" Target="../tags/tag239.xml"/><Relationship Id="rId85" Type="http://schemas.openxmlformats.org/officeDocument/2006/relationships/tags" Target="../tags/tag244.xml"/><Relationship Id="rId93" Type="http://schemas.openxmlformats.org/officeDocument/2006/relationships/tags" Target="../tags/tag252.xml"/><Relationship Id="rId98" Type="http://schemas.openxmlformats.org/officeDocument/2006/relationships/tags" Target="../tags/tag257.xml"/><Relationship Id="rId3" Type="http://schemas.openxmlformats.org/officeDocument/2006/relationships/tags" Target="../tags/tag162.xml"/><Relationship Id="rId12" Type="http://schemas.openxmlformats.org/officeDocument/2006/relationships/tags" Target="../tags/tag171.xml"/><Relationship Id="rId17" Type="http://schemas.openxmlformats.org/officeDocument/2006/relationships/tags" Target="../tags/tag176.xml"/><Relationship Id="rId25" Type="http://schemas.openxmlformats.org/officeDocument/2006/relationships/tags" Target="../tags/tag184.xml"/><Relationship Id="rId33" Type="http://schemas.openxmlformats.org/officeDocument/2006/relationships/tags" Target="../tags/tag192.xml"/><Relationship Id="rId38" Type="http://schemas.openxmlformats.org/officeDocument/2006/relationships/tags" Target="../tags/tag197.xml"/><Relationship Id="rId46" Type="http://schemas.openxmlformats.org/officeDocument/2006/relationships/tags" Target="../tags/tag205.xml"/><Relationship Id="rId59" Type="http://schemas.openxmlformats.org/officeDocument/2006/relationships/tags" Target="../tags/tag218.xml"/><Relationship Id="rId67" Type="http://schemas.openxmlformats.org/officeDocument/2006/relationships/tags" Target="../tags/tag226.xml"/><Relationship Id="rId103" Type="http://schemas.openxmlformats.org/officeDocument/2006/relationships/tags" Target="../tags/tag262.xml"/><Relationship Id="rId108" Type="http://schemas.openxmlformats.org/officeDocument/2006/relationships/tags" Target="../tags/tag267.xml"/><Relationship Id="rId116" Type="http://schemas.openxmlformats.org/officeDocument/2006/relationships/slideLayout" Target="../slideLayouts/slideLayout7.xml"/><Relationship Id="rId20" Type="http://schemas.openxmlformats.org/officeDocument/2006/relationships/tags" Target="../tags/tag179.xml"/><Relationship Id="rId41" Type="http://schemas.openxmlformats.org/officeDocument/2006/relationships/tags" Target="../tags/tag200.xml"/><Relationship Id="rId54" Type="http://schemas.openxmlformats.org/officeDocument/2006/relationships/tags" Target="../tags/tag213.xml"/><Relationship Id="rId62" Type="http://schemas.openxmlformats.org/officeDocument/2006/relationships/tags" Target="../tags/tag221.xml"/><Relationship Id="rId70" Type="http://schemas.openxmlformats.org/officeDocument/2006/relationships/tags" Target="../tags/tag229.xml"/><Relationship Id="rId75" Type="http://schemas.openxmlformats.org/officeDocument/2006/relationships/tags" Target="../tags/tag234.xml"/><Relationship Id="rId83" Type="http://schemas.openxmlformats.org/officeDocument/2006/relationships/tags" Target="../tags/tag242.xml"/><Relationship Id="rId88" Type="http://schemas.openxmlformats.org/officeDocument/2006/relationships/tags" Target="../tags/tag247.xml"/><Relationship Id="rId91" Type="http://schemas.openxmlformats.org/officeDocument/2006/relationships/tags" Target="../tags/tag250.xml"/><Relationship Id="rId96" Type="http://schemas.openxmlformats.org/officeDocument/2006/relationships/tags" Target="../tags/tag255.xml"/><Relationship Id="rId111" Type="http://schemas.openxmlformats.org/officeDocument/2006/relationships/tags" Target="../tags/tag270.xml"/><Relationship Id="rId1" Type="http://schemas.openxmlformats.org/officeDocument/2006/relationships/tags" Target="../tags/tag160.xml"/><Relationship Id="rId6" Type="http://schemas.openxmlformats.org/officeDocument/2006/relationships/tags" Target="../tags/tag165.xml"/><Relationship Id="rId15" Type="http://schemas.openxmlformats.org/officeDocument/2006/relationships/tags" Target="../tags/tag174.xml"/><Relationship Id="rId23" Type="http://schemas.openxmlformats.org/officeDocument/2006/relationships/tags" Target="../tags/tag182.xml"/><Relationship Id="rId28" Type="http://schemas.openxmlformats.org/officeDocument/2006/relationships/tags" Target="../tags/tag187.xml"/><Relationship Id="rId36" Type="http://schemas.openxmlformats.org/officeDocument/2006/relationships/tags" Target="../tags/tag195.xml"/><Relationship Id="rId49" Type="http://schemas.openxmlformats.org/officeDocument/2006/relationships/tags" Target="../tags/tag208.xml"/><Relationship Id="rId57" Type="http://schemas.openxmlformats.org/officeDocument/2006/relationships/tags" Target="../tags/tag216.xml"/><Relationship Id="rId106" Type="http://schemas.openxmlformats.org/officeDocument/2006/relationships/tags" Target="../tags/tag265.xml"/><Relationship Id="rId114" Type="http://schemas.openxmlformats.org/officeDocument/2006/relationships/tags" Target="../tags/tag273.xml"/><Relationship Id="rId119" Type="http://schemas.openxmlformats.org/officeDocument/2006/relationships/oleObject" Target="../embeddings/oleObject187.bin"/><Relationship Id="rId10" Type="http://schemas.openxmlformats.org/officeDocument/2006/relationships/tags" Target="../tags/tag169.xml"/><Relationship Id="rId31" Type="http://schemas.openxmlformats.org/officeDocument/2006/relationships/tags" Target="../tags/tag190.xml"/><Relationship Id="rId44" Type="http://schemas.openxmlformats.org/officeDocument/2006/relationships/tags" Target="../tags/tag203.xml"/><Relationship Id="rId52" Type="http://schemas.openxmlformats.org/officeDocument/2006/relationships/tags" Target="../tags/tag211.xml"/><Relationship Id="rId60" Type="http://schemas.openxmlformats.org/officeDocument/2006/relationships/tags" Target="../tags/tag219.xml"/><Relationship Id="rId65" Type="http://schemas.openxmlformats.org/officeDocument/2006/relationships/tags" Target="../tags/tag224.xml"/><Relationship Id="rId73" Type="http://schemas.openxmlformats.org/officeDocument/2006/relationships/tags" Target="../tags/tag232.xml"/><Relationship Id="rId78" Type="http://schemas.openxmlformats.org/officeDocument/2006/relationships/tags" Target="../tags/tag237.xml"/><Relationship Id="rId81" Type="http://schemas.openxmlformats.org/officeDocument/2006/relationships/tags" Target="../tags/tag240.xml"/><Relationship Id="rId86" Type="http://schemas.openxmlformats.org/officeDocument/2006/relationships/tags" Target="../tags/tag245.xml"/><Relationship Id="rId94" Type="http://schemas.openxmlformats.org/officeDocument/2006/relationships/tags" Target="../tags/tag253.xml"/><Relationship Id="rId99" Type="http://schemas.openxmlformats.org/officeDocument/2006/relationships/tags" Target="../tags/tag258.xml"/><Relationship Id="rId101" Type="http://schemas.openxmlformats.org/officeDocument/2006/relationships/tags" Target="../tags/tag260.xml"/><Relationship Id="rId4" Type="http://schemas.openxmlformats.org/officeDocument/2006/relationships/tags" Target="../tags/tag163.xml"/><Relationship Id="rId9" Type="http://schemas.openxmlformats.org/officeDocument/2006/relationships/tags" Target="../tags/tag168.xml"/><Relationship Id="rId13" Type="http://schemas.openxmlformats.org/officeDocument/2006/relationships/tags" Target="../tags/tag172.xml"/><Relationship Id="rId18" Type="http://schemas.openxmlformats.org/officeDocument/2006/relationships/tags" Target="../tags/tag177.xml"/><Relationship Id="rId39" Type="http://schemas.openxmlformats.org/officeDocument/2006/relationships/tags" Target="../tags/tag198.xml"/><Relationship Id="rId109" Type="http://schemas.openxmlformats.org/officeDocument/2006/relationships/tags" Target="../tags/tag268.xml"/><Relationship Id="rId34" Type="http://schemas.openxmlformats.org/officeDocument/2006/relationships/tags" Target="../tags/tag193.xml"/><Relationship Id="rId50" Type="http://schemas.openxmlformats.org/officeDocument/2006/relationships/tags" Target="../tags/tag209.xml"/><Relationship Id="rId55" Type="http://schemas.openxmlformats.org/officeDocument/2006/relationships/tags" Target="../tags/tag214.xml"/><Relationship Id="rId76" Type="http://schemas.openxmlformats.org/officeDocument/2006/relationships/tags" Target="../tags/tag235.xml"/><Relationship Id="rId97" Type="http://schemas.openxmlformats.org/officeDocument/2006/relationships/tags" Target="../tags/tag256.xml"/><Relationship Id="rId104" Type="http://schemas.openxmlformats.org/officeDocument/2006/relationships/tags" Target="../tags/tag263.xml"/><Relationship Id="rId120" Type="http://schemas.openxmlformats.org/officeDocument/2006/relationships/image" Target="../media/image181.wmf"/><Relationship Id="rId7" Type="http://schemas.openxmlformats.org/officeDocument/2006/relationships/tags" Target="../tags/tag166.xml"/><Relationship Id="rId71" Type="http://schemas.openxmlformats.org/officeDocument/2006/relationships/tags" Target="../tags/tag230.xml"/><Relationship Id="rId92" Type="http://schemas.openxmlformats.org/officeDocument/2006/relationships/tags" Target="../tags/tag251.xml"/><Relationship Id="rId2" Type="http://schemas.openxmlformats.org/officeDocument/2006/relationships/tags" Target="../tags/tag161.xml"/><Relationship Id="rId29" Type="http://schemas.openxmlformats.org/officeDocument/2006/relationships/tags" Target="../tags/tag188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1.bin"/><Relationship Id="rId13" Type="http://schemas.openxmlformats.org/officeDocument/2006/relationships/image" Target="../media/image187.wmf"/><Relationship Id="rId18" Type="http://schemas.openxmlformats.org/officeDocument/2006/relationships/oleObject" Target="../embeddings/oleObject196.bin"/><Relationship Id="rId3" Type="http://schemas.openxmlformats.org/officeDocument/2006/relationships/image" Target="../media/image182.wmf"/><Relationship Id="rId21" Type="http://schemas.openxmlformats.org/officeDocument/2006/relationships/image" Target="../media/image191.wmf"/><Relationship Id="rId7" Type="http://schemas.openxmlformats.org/officeDocument/2006/relationships/image" Target="../media/image184.wmf"/><Relationship Id="rId12" Type="http://schemas.openxmlformats.org/officeDocument/2006/relationships/oleObject" Target="../embeddings/oleObject193.bin"/><Relationship Id="rId17" Type="http://schemas.openxmlformats.org/officeDocument/2006/relationships/image" Target="../media/image189.wmf"/><Relationship Id="rId2" Type="http://schemas.openxmlformats.org/officeDocument/2006/relationships/oleObject" Target="../embeddings/oleObject188.bin"/><Relationship Id="rId16" Type="http://schemas.openxmlformats.org/officeDocument/2006/relationships/oleObject" Target="../embeddings/oleObject195.bin"/><Relationship Id="rId20" Type="http://schemas.openxmlformats.org/officeDocument/2006/relationships/oleObject" Target="../embeddings/oleObject197.bin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190.bin"/><Relationship Id="rId11" Type="http://schemas.openxmlformats.org/officeDocument/2006/relationships/image" Target="../media/image186.wmf"/><Relationship Id="rId5" Type="http://schemas.openxmlformats.org/officeDocument/2006/relationships/image" Target="../media/image183.wmf"/><Relationship Id="rId15" Type="http://schemas.openxmlformats.org/officeDocument/2006/relationships/image" Target="../media/image188.wmf"/><Relationship Id="rId23" Type="http://schemas.openxmlformats.org/officeDocument/2006/relationships/image" Target="../media/image192.wmf"/><Relationship Id="rId10" Type="http://schemas.openxmlformats.org/officeDocument/2006/relationships/oleObject" Target="../embeddings/oleObject192.bin"/><Relationship Id="rId19" Type="http://schemas.openxmlformats.org/officeDocument/2006/relationships/image" Target="../media/image190.wmf"/><Relationship Id="rId4" Type="http://schemas.openxmlformats.org/officeDocument/2006/relationships/oleObject" Target="../embeddings/oleObject189.bin"/><Relationship Id="rId9" Type="http://schemas.openxmlformats.org/officeDocument/2006/relationships/image" Target="../media/image185.wmf"/><Relationship Id="rId14" Type="http://schemas.openxmlformats.org/officeDocument/2006/relationships/oleObject" Target="../embeddings/oleObject194.bin"/><Relationship Id="rId22" Type="http://schemas.openxmlformats.org/officeDocument/2006/relationships/oleObject" Target="../embeddings/oleObject198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wmf"/><Relationship Id="rId13" Type="http://schemas.openxmlformats.org/officeDocument/2006/relationships/oleObject" Target="../embeddings/oleObject204.bin"/><Relationship Id="rId3" Type="http://schemas.openxmlformats.org/officeDocument/2006/relationships/image" Target="../media/image180.wmf"/><Relationship Id="rId7" Type="http://schemas.openxmlformats.org/officeDocument/2006/relationships/oleObject" Target="../embeddings/oleObject201.bin"/><Relationship Id="rId12" Type="http://schemas.openxmlformats.org/officeDocument/2006/relationships/image" Target="../media/image196.wmf"/><Relationship Id="rId2" Type="http://schemas.openxmlformats.org/officeDocument/2006/relationships/oleObject" Target="../embeddings/oleObject199.bin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93.wmf"/><Relationship Id="rId11" Type="http://schemas.openxmlformats.org/officeDocument/2006/relationships/oleObject" Target="../embeddings/oleObject203.bin"/><Relationship Id="rId5" Type="http://schemas.openxmlformats.org/officeDocument/2006/relationships/oleObject" Target="../embeddings/oleObject200.bin"/><Relationship Id="rId10" Type="http://schemas.openxmlformats.org/officeDocument/2006/relationships/image" Target="../media/image195.wmf"/><Relationship Id="rId4" Type="http://schemas.openxmlformats.org/officeDocument/2006/relationships/image" Target="../media/image77.jpeg"/><Relationship Id="rId9" Type="http://schemas.openxmlformats.org/officeDocument/2006/relationships/oleObject" Target="../embeddings/oleObject202.bin"/><Relationship Id="rId14" Type="http://schemas.openxmlformats.org/officeDocument/2006/relationships/image" Target="../media/image197.w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7.bin"/><Relationship Id="rId13" Type="http://schemas.openxmlformats.org/officeDocument/2006/relationships/image" Target="../media/image203.wmf"/><Relationship Id="rId3" Type="http://schemas.openxmlformats.org/officeDocument/2006/relationships/image" Target="../media/image198.jpeg"/><Relationship Id="rId7" Type="http://schemas.openxmlformats.org/officeDocument/2006/relationships/image" Target="../media/image200.wmf"/><Relationship Id="rId12" Type="http://schemas.openxmlformats.org/officeDocument/2006/relationships/oleObject" Target="../embeddings/oleObject209.bin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206.bin"/><Relationship Id="rId11" Type="http://schemas.openxmlformats.org/officeDocument/2006/relationships/image" Target="../media/image202.wmf"/><Relationship Id="rId5" Type="http://schemas.openxmlformats.org/officeDocument/2006/relationships/image" Target="../media/image199.wmf"/><Relationship Id="rId15" Type="http://schemas.openxmlformats.org/officeDocument/2006/relationships/image" Target="../media/image204.wmf"/><Relationship Id="rId10" Type="http://schemas.openxmlformats.org/officeDocument/2006/relationships/oleObject" Target="../embeddings/oleObject208.bin"/><Relationship Id="rId4" Type="http://schemas.openxmlformats.org/officeDocument/2006/relationships/oleObject" Target="../embeddings/oleObject205.bin"/><Relationship Id="rId9" Type="http://schemas.openxmlformats.org/officeDocument/2006/relationships/image" Target="../media/image201.wmf"/><Relationship Id="rId14" Type="http://schemas.openxmlformats.org/officeDocument/2006/relationships/oleObject" Target="../embeddings/oleObject210.bin"/></Relationships>
</file>

<file path=ppt/slides/_rels/slide59.xml.rels><?xml version="1.0" encoding="UTF-8" standalone="yes"?>
<Relationships xmlns="http://schemas.openxmlformats.org/package/2006/relationships"><Relationship Id="rId26" Type="http://schemas.openxmlformats.org/officeDocument/2006/relationships/tags" Target="../tags/tag300.xml"/><Relationship Id="rId117" Type="http://schemas.openxmlformats.org/officeDocument/2006/relationships/tags" Target="../tags/tag391.xml"/><Relationship Id="rId21" Type="http://schemas.openxmlformats.org/officeDocument/2006/relationships/tags" Target="../tags/tag295.xml"/><Relationship Id="rId42" Type="http://schemas.openxmlformats.org/officeDocument/2006/relationships/tags" Target="../tags/tag316.xml"/><Relationship Id="rId47" Type="http://schemas.openxmlformats.org/officeDocument/2006/relationships/tags" Target="../tags/tag321.xml"/><Relationship Id="rId63" Type="http://schemas.openxmlformats.org/officeDocument/2006/relationships/tags" Target="../tags/tag337.xml"/><Relationship Id="rId68" Type="http://schemas.openxmlformats.org/officeDocument/2006/relationships/tags" Target="../tags/tag342.xml"/><Relationship Id="rId84" Type="http://schemas.openxmlformats.org/officeDocument/2006/relationships/tags" Target="../tags/tag358.xml"/><Relationship Id="rId89" Type="http://schemas.openxmlformats.org/officeDocument/2006/relationships/tags" Target="../tags/tag363.xml"/><Relationship Id="rId112" Type="http://schemas.openxmlformats.org/officeDocument/2006/relationships/tags" Target="../tags/tag386.xml"/><Relationship Id="rId133" Type="http://schemas.openxmlformats.org/officeDocument/2006/relationships/tags" Target="../tags/tag407.xml"/><Relationship Id="rId138" Type="http://schemas.openxmlformats.org/officeDocument/2006/relationships/tags" Target="../tags/tag412.xml"/><Relationship Id="rId154" Type="http://schemas.openxmlformats.org/officeDocument/2006/relationships/tags" Target="../tags/tag428.xml"/><Relationship Id="rId159" Type="http://schemas.openxmlformats.org/officeDocument/2006/relationships/tags" Target="../tags/tag433.xml"/><Relationship Id="rId175" Type="http://schemas.openxmlformats.org/officeDocument/2006/relationships/oleObject" Target="../embeddings/oleObject211.bin"/><Relationship Id="rId170" Type="http://schemas.openxmlformats.org/officeDocument/2006/relationships/tags" Target="../tags/tag444.xml"/><Relationship Id="rId16" Type="http://schemas.openxmlformats.org/officeDocument/2006/relationships/tags" Target="../tags/tag290.xml"/><Relationship Id="rId107" Type="http://schemas.openxmlformats.org/officeDocument/2006/relationships/tags" Target="../tags/tag381.xml"/><Relationship Id="rId11" Type="http://schemas.openxmlformats.org/officeDocument/2006/relationships/tags" Target="../tags/tag285.xml"/><Relationship Id="rId32" Type="http://schemas.openxmlformats.org/officeDocument/2006/relationships/tags" Target="../tags/tag306.xml"/><Relationship Id="rId37" Type="http://schemas.openxmlformats.org/officeDocument/2006/relationships/tags" Target="../tags/tag311.xml"/><Relationship Id="rId53" Type="http://schemas.openxmlformats.org/officeDocument/2006/relationships/tags" Target="../tags/tag327.xml"/><Relationship Id="rId58" Type="http://schemas.openxmlformats.org/officeDocument/2006/relationships/tags" Target="../tags/tag332.xml"/><Relationship Id="rId74" Type="http://schemas.openxmlformats.org/officeDocument/2006/relationships/tags" Target="../tags/tag348.xml"/><Relationship Id="rId79" Type="http://schemas.openxmlformats.org/officeDocument/2006/relationships/tags" Target="../tags/tag353.xml"/><Relationship Id="rId102" Type="http://schemas.openxmlformats.org/officeDocument/2006/relationships/tags" Target="../tags/tag376.xml"/><Relationship Id="rId123" Type="http://schemas.openxmlformats.org/officeDocument/2006/relationships/tags" Target="../tags/tag397.xml"/><Relationship Id="rId128" Type="http://schemas.openxmlformats.org/officeDocument/2006/relationships/tags" Target="../tags/tag402.xml"/><Relationship Id="rId144" Type="http://schemas.openxmlformats.org/officeDocument/2006/relationships/tags" Target="../tags/tag418.xml"/><Relationship Id="rId149" Type="http://schemas.openxmlformats.org/officeDocument/2006/relationships/tags" Target="../tags/tag423.xml"/><Relationship Id="rId5" Type="http://schemas.openxmlformats.org/officeDocument/2006/relationships/tags" Target="../tags/tag279.xml"/><Relationship Id="rId90" Type="http://schemas.openxmlformats.org/officeDocument/2006/relationships/tags" Target="../tags/tag364.xml"/><Relationship Id="rId95" Type="http://schemas.openxmlformats.org/officeDocument/2006/relationships/tags" Target="../tags/tag369.xml"/><Relationship Id="rId160" Type="http://schemas.openxmlformats.org/officeDocument/2006/relationships/tags" Target="../tags/tag434.xml"/><Relationship Id="rId165" Type="http://schemas.openxmlformats.org/officeDocument/2006/relationships/tags" Target="../tags/tag439.xml"/><Relationship Id="rId181" Type="http://schemas.openxmlformats.org/officeDocument/2006/relationships/oleObject" Target="../embeddings/oleObject214.bin"/><Relationship Id="rId22" Type="http://schemas.openxmlformats.org/officeDocument/2006/relationships/tags" Target="../tags/tag296.xml"/><Relationship Id="rId27" Type="http://schemas.openxmlformats.org/officeDocument/2006/relationships/tags" Target="../tags/tag301.xml"/><Relationship Id="rId43" Type="http://schemas.openxmlformats.org/officeDocument/2006/relationships/tags" Target="../tags/tag317.xml"/><Relationship Id="rId48" Type="http://schemas.openxmlformats.org/officeDocument/2006/relationships/tags" Target="../tags/tag322.xml"/><Relationship Id="rId64" Type="http://schemas.openxmlformats.org/officeDocument/2006/relationships/tags" Target="../tags/tag338.xml"/><Relationship Id="rId69" Type="http://schemas.openxmlformats.org/officeDocument/2006/relationships/tags" Target="../tags/tag343.xml"/><Relationship Id="rId113" Type="http://schemas.openxmlformats.org/officeDocument/2006/relationships/tags" Target="../tags/tag387.xml"/><Relationship Id="rId118" Type="http://schemas.openxmlformats.org/officeDocument/2006/relationships/tags" Target="../tags/tag392.xml"/><Relationship Id="rId134" Type="http://schemas.openxmlformats.org/officeDocument/2006/relationships/tags" Target="../tags/tag408.xml"/><Relationship Id="rId139" Type="http://schemas.openxmlformats.org/officeDocument/2006/relationships/tags" Target="../tags/tag413.xml"/><Relationship Id="rId80" Type="http://schemas.openxmlformats.org/officeDocument/2006/relationships/tags" Target="../tags/tag354.xml"/><Relationship Id="rId85" Type="http://schemas.openxmlformats.org/officeDocument/2006/relationships/tags" Target="../tags/tag359.xml"/><Relationship Id="rId150" Type="http://schemas.openxmlformats.org/officeDocument/2006/relationships/tags" Target="../tags/tag424.xml"/><Relationship Id="rId155" Type="http://schemas.openxmlformats.org/officeDocument/2006/relationships/tags" Target="../tags/tag429.xml"/><Relationship Id="rId171" Type="http://schemas.openxmlformats.org/officeDocument/2006/relationships/tags" Target="../tags/tag445.xml"/><Relationship Id="rId176" Type="http://schemas.openxmlformats.org/officeDocument/2006/relationships/image" Target="../media/image205.wmf"/><Relationship Id="rId12" Type="http://schemas.openxmlformats.org/officeDocument/2006/relationships/tags" Target="../tags/tag286.xml"/><Relationship Id="rId17" Type="http://schemas.openxmlformats.org/officeDocument/2006/relationships/tags" Target="../tags/tag291.xml"/><Relationship Id="rId33" Type="http://schemas.openxmlformats.org/officeDocument/2006/relationships/tags" Target="../tags/tag307.xml"/><Relationship Id="rId38" Type="http://schemas.openxmlformats.org/officeDocument/2006/relationships/tags" Target="../tags/tag312.xml"/><Relationship Id="rId59" Type="http://schemas.openxmlformats.org/officeDocument/2006/relationships/tags" Target="../tags/tag333.xml"/><Relationship Id="rId103" Type="http://schemas.openxmlformats.org/officeDocument/2006/relationships/tags" Target="../tags/tag377.xml"/><Relationship Id="rId108" Type="http://schemas.openxmlformats.org/officeDocument/2006/relationships/tags" Target="../tags/tag382.xml"/><Relationship Id="rId124" Type="http://schemas.openxmlformats.org/officeDocument/2006/relationships/tags" Target="../tags/tag398.xml"/><Relationship Id="rId129" Type="http://schemas.openxmlformats.org/officeDocument/2006/relationships/tags" Target="../tags/tag403.xml"/><Relationship Id="rId54" Type="http://schemas.openxmlformats.org/officeDocument/2006/relationships/tags" Target="../tags/tag328.xml"/><Relationship Id="rId70" Type="http://schemas.openxmlformats.org/officeDocument/2006/relationships/tags" Target="../tags/tag344.xml"/><Relationship Id="rId75" Type="http://schemas.openxmlformats.org/officeDocument/2006/relationships/tags" Target="../tags/tag349.xml"/><Relationship Id="rId91" Type="http://schemas.openxmlformats.org/officeDocument/2006/relationships/tags" Target="../tags/tag365.xml"/><Relationship Id="rId96" Type="http://schemas.openxmlformats.org/officeDocument/2006/relationships/tags" Target="../tags/tag370.xml"/><Relationship Id="rId140" Type="http://schemas.openxmlformats.org/officeDocument/2006/relationships/tags" Target="../tags/tag414.xml"/><Relationship Id="rId145" Type="http://schemas.openxmlformats.org/officeDocument/2006/relationships/tags" Target="../tags/tag419.xml"/><Relationship Id="rId161" Type="http://schemas.openxmlformats.org/officeDocument/2006/relationships/tags" Target="../tags/tag435.xml"/><Relationship Id="rId166" Type="http://schemas.openxmlformats.org/officeDocument/2006/relationships/tags" Target="../tags/tag440.xml"/><Relationship Id="rId182" Type="http://schemas.openxmlformats.org/officeDocument/2006/relationships/image" Target="../media/image208.wmf"/><Relationship Id="rId1" Type="http://schemas.openxmlformats.org/officeDocument/2006/relationships/tags" Target="../tags/tag275.xml"/><Relationship Id="rId6" Type="http://schemas.openxmlformats.org/officeDocument/2006/relationships/tags" Target="../tags/tag280.xml"/><Relationship Id="rId23" Type="http://schemas.openxmlformats.org/officeDocument/2006/relationships/tags" Target="../tags/tag297.xml"/><Relationship Id="rId28" Type="http://schemas.openxmlformats.org/officeDocument/2006/relationships/tags" Target="../tags/tag302.xml"/><Relationship Id="rId49" Type="http://schemas.openxmlformats.org/officeDocument/2006/relationships/tags" Target="../tags/tag323.xml"/><Relationship Id="rId114" Type="http://schemas.openxmlformats.org/officeDocument/2006/relationships/tags" Target="../tags/tag388.xml"/><Relationship Id="rId119" Type="http://schemas.openxmlformats.org/officeDocument/2006/relationships/tags" Target="../tags/tag393.xml"/><Relationship Id="rId44" Type="http://schemas.openxmlformats.org/officeDocument/2006/relationships/tags" Target="../tags/tag318.xml"/><Relationship Id="rId60" Type="http://schemas.openxmlformats.org/officeDocument/2006/relationships/tags" Target="../tags/tag334.xml"/><Relationship Id="rId65" Type="http://schemas.openxmlformats.org/officeDocument/2006/relationships/tags" Target="../tags/tag339.xml"/><Relationship Id="rId81" Type="http://schemas.openxmlformats.org/officeDocument/2006/relationships/tags" Target="../tags/tag355.xml"/><Relationship Id="rId86" Type="http://schemas.openxmlformats.org/officeDocument/2006/relationships/tags" Target="../tags/tag360.xml"/><Relationship Id="rId130" Type="http://schemas.openxmlformats.org/officeDocument/2006/relationships/tags" Target="../tags/tag404.xml"/><Relationship Id="rId135" Type="http://schemas.openxmlformats.org/officeDocument/2006/relationships/tags" Target="../tags/tag409.xml"/><Relationship Id="rId151" Type="http://schemas.openxmlformats.org/officeDocument/2006/relationships/tags" Target="../tags/tag425.xml"/><Relationship Id="rId156" Type="http://schemas.openxmlformats.org/officeDocument/2006/relationships/tags" Target="../tags/tag430.xml"/><Relationship Id="rId177" Type="http://schemas.openxmlformats.org/officeDocument/2006/relationships/oleObject" Target="../embeddings/oleObject212.bin"/><Relationship Id="rId4" Type="http://schemas.openxmlformats.org/officeDocument/2006/relationships/tags" Target="../tags/tag278.xml"/><Relationship Id="rId9" Type="http://schemas.openxmlformats.org/officeDocument/2006/relationships/tags" Target="../tags/tag283.xml"/><Relationship Id="rId172" Type="http://schemas.openxmlformats.org/officeDocument/2006/relationships/tags" Target="../tags/tag446.xml"/><Relationship Id="rId180" Type="http://schemas.openxmlformats.org/officeDocument/2006/relationships/image" Target="../media/image207.wmf"/><Relationship Id="rId13" Type="http://schemas.openxmlformats.org/officeDocument/2006/relationships/tags" Target="../tags/tag287.xml"/><Relationship Id="rId18" Type="http://schemas.openxmlformats.org/officeDocument/2006/relationships/tags" Target="../tags/tag292.xml"/><Relationship Id="rId39" Type="http://schemas.openxmlformats.org/officeDocument/2006/relationships/tags" Target="../tags/tag313.xml"/><Relationship Id="rId109" Type="http://schemas.openxmlformats.org/officeDocument/2006/relationships/tags" Target="../tags/tag383.xml"/><Relationship Id="rId34" Type="http://schemas.openxmlformats.org/officeDocument/2006/relationships/tags" Target="../tags/tag308.xml"/><Relationship Id="rId50" Type="http://schemas.openxmlformats.org/officeDocument/2006/relationships/tags" Target="../tags/tag324.xml"/><Relationship Id="rId55" Type="http://schemas.openxmlformats.org/officeDocument/2006/relationships/tags" Target="../tags/tag329.xml"/><Relationship Id="rId76" Type="http://schemas.openxmlformats.org/officeDocument/2006/relationships/tags" Target="../tags/tag350.xml"/><Relationship Id="rId97" Type="http://schemas.openxmlformats.org/officeDocument/2006/relationships/tags" Target="../tags/tag371.xml"/><Relationship Id="rId104" Type="http://schemas.openxmlformats.org/officeDocument/2006/relationships/tags" Target="../tags/tag378.xml"/><Relationship Id="rId120" Type="http://schemas.openxmlformats.org/officeDocument/2006/relationships/tags" Target="../tags/tag394.xml"/><Relationship Id="rId125" Type="http://schemas.openxmlformats.org/officeDocument/2006/relationships/tags" Target="../tags/tag399.xml"/><Relationship Id="rId141" Type="http://schemas.openxmlformats.org/officeDocument/2006/relationships/tags" Target="../tags/tag415.xml"/><Relationship Id="rId146" Type="http://schemas.openxmlformats.org/officeDocument/2006/relationships/tags" Target="../tags/tag420.xml"/><Relationship Id="rId167" Type="http://schemas.openxmlformats.org/officeDocument/2006/relationships/tags" Target="../tags/tag441.xml"/><Relationship Id="rId7" Type="http://schemas.openxmlformats.org/officeDocument/2006/relationships/tags" Target="../tags/tag281.xml"/><Relationship Id="rId71" Type="http://schemas.openxmlformats.org/officeDocument/2006/relationships/tags" Target="../tags/tag345.xml"/><Relationship Id="rId92" Type="http://schemas.openxmlformats.org/officeDocument/2006/relationships/tags" Target="../tags/tag366.xml"/><Relationship Id="rId162" Type="http://schemas.openxmlformats.org/officeDocument/2006/relationships/tags" Target="../tags/tag436.xml"/><Relationship Id="rId2" Type="http://schemas.openxmlformats.org/officeDocument/2006/relationships/tags" Target="../tags/tag276.xml"/><Relationship Id="rId29" Type="http://schemas.openxmlformats.org/officeDocument/2006/relationships/tags" Target="../tags/tag303.xml"/><Relationship Id="rId24" Type="http://schemas.openxmlformats.org/officeDocument/2006/relationships/tags" Target="../tags/tag298.xml"/><Relationship Id="rId40" Type="http://schemas.openxmlformats.org/officeDocument/2006/relationships/tags" Target="../tags/tag314.xml"/><Relationship Id="rId45" Type="http://schemas.openxmlformats.org/officeDocument/2006/relationships/tags" Target="../tags/tag319.xml"/><Relationship Id="rId66" Type="http://schemas.openxmlformats.org/officeDocument/2006/relationships/tags" Target="../tags/tag340.xml"/><Relationship Id="rId87" Type="http://schemas.openxmlformats.org/officeDocument/2006/relationships/tags" Target="../tags/tag361.xml"/><Relationship Id="rId110" Type="http://schemas.openxmlformats.org/officeDocument/2006/relationships/tags" Target="../tags/tag384.xml"/><Relationship Id="rId115" Type="http://schemas.openxmlformats.org/officeDocument/2006/relationships/tags" Target="../tags/tag389.xml"/><Relationship Id="rId131" Type="http://schemas.openxmlformats.org/officeDocument/2006/relationships/tags" Target="../tags/tag405.xml"/><Relationship Id="rId136" Type="http://schemas.openxmlformats.org/officeDocument/2006/relationships/tags" Target="../tags/tag410.xml"/><Relationship Id="rId157" Type="http://schemas.openxmlformats.org/officeDocument/2006/relationships/tags" Target="../tags/tag431.xml"/><Relationship Id="rId178" Type="http://schemas.openxmlformats.org/officeDocument/2006/relationships/image" Target="../media/image206.wmf"/><Relationship Id="rId61" Type="http://schemas.openxmlformats.org/officeDocument/2006/relationships/tags" Target="../tags/tag335.xml"/><Relationship Id="rId82" Type="http://schemas.openxmlformats.org/officeDocument/2006/relationships/tags" Target="../tags/tag356.xml"/><Relationship Id="rId152" Type="http://schemas.openxmlformats.org/officeDocument/2006/relationships/tags" Target="../tags/tag426.xml"/><Relationship Id="rId173" Type="http://schemas.openxmlformats.org/officeDocument/2006/relationships/tags" Target="../tags/tag447.xml"/><Relationship Id="rId19" Type="http://schemas.openxmlformats.org/officeDocument/2006/relationships/tags" Target="../tags/tag293.xml"/><Relationship Id="rId14" Type="http://schemas.openxmlformats.org/officeDocument/2006/relationships/tags" Target="../tags/tag288.xml"/><Relationship Id="rId30" Type="http://schemas.openxmlformats.org/officeDocument/2006/relationships/tags" Target="../tags/tag304.xml"/><Relationship Id="rId35" Type="http://schemas.openxmlformats.org/officeDocument/2006/relationships/tags" Target="../tags/tag309.xml"/><Relationship Id="rId56" Type="http://schemas.openxmlformats.org/officeDocument/2006/relationships/tags" Target="../tags/tag330.xml"/><Relationship Id="rId77" Type="http://schemas.openxmlformats.org/officeDocument/2006/relationships/tags" Target="../tags/tag351.xml"/><Relationship Id="rId100" Type="http://schemas.openxmlformats.org/officeDocument/2006/relationships/tags" Target="../tags/tag374.xml"/><Relationship Id="rId105" Type="http://schemas.openxmlformats.org/officeDocument/2006/relationships/tags" Target="../tags/tag379.xml"/><Relationship Id="rId126" Type="http://schemas.openxmlformats.org/officeDocument/2006/relationships/tags" Target="../tags/tag400.xml"/><Relationship Id="rId147" Type="http://schemas.openxmlformats.org/officeDocument/2006/relationships/tags" Target="../tags/tag421.xml"/><Relationship Id="rId168" Type="http://schemas.openxmlformats.org/officeDocument/2006/relationships/tags" Target="../tags/tag442.xml"/><Relationship Id="rId8" Type="http://schemas.openxmlformats.org/officeDocument/2006/relationships/tags" Target="../tags/tag282.xml"/><Relationship Id="rId51" Type="http://schemas.openxmlformats.org/officeDocument/2006/relationships/tags" Target="../tags/tag325.xml"/><Relationship Id="rId72" Type="http://schemas.openxmlformats.org/officeDocument/2006/relationships/tags" Target="../tags/tag346.xml"/><Relationship Id="rId93" Type="http://schemas.openxmlformats.org/officeDocument/2006/relationships/tags" Target="../tags/tag367.xml"/><Relationship Id="rId98" Type="http://schemas.openxmlformats.org/officeDocument/2006/relationships/tags" Target="../tags/tag372.xml"/><Relationship Id="rId121" Type="http://schemas.openxmlformats.org/officeDocument/2006/relationships/tags" Target="../tags/tag395.xml"/><Relationship Id="rId142" Type="http://schemas.openxmlformats.org/officeDocument/2006/relationships/tags" Target="../tags/tag416.xml"/><Relationship Id="rId163" Type="http://schemas.openxmlformats.org/officeDocument/2006/relationships/tags" Target="../tags/tag437.xml"/><Relationship Id="rId3" Type="http://schemas.openxmlformats.org/officeDocument/2006/relationships/tags" Target="../tags/tag277.xml"/><Relationship Id="rId25" Type="http://schemas.openxmlformats.org/officeDocument/2006/relationships/tags" Target="../tags/tag299.xml"/><Relationship Id="rId46" Type="http://schemas.openxmlformats.org/officeDocument/2006/relationships/tags" Target="../tags/tag320.xml"/><Relationship Id="rId67" Type="http://schemas.openxmlformats.org/officeDocument/2006/relationships/tags" Target="../tags/tag341.xml"/><Relationship Id="rId116" Type="http://schemas.openxmlformats.org/officeDocument/2006/relationships/tags" Target="../tags/tag390.xml"/><Relationship Id="rId137" Type="http://schemas.openxmlformats.org/officeDocument/2006/relationships/tags" Target="../tags/tag411.xml"/><Relationship Id="rId158" Type="http://schemas.openxmlformats.org/officeDocument/2006/relationships/tags" Target="../tags/tag432.xml"/><Relationship Id="rId20" Type="http://schemas.openxmlformats.org/officeDocument/2006/relationships/tags" Target="../tags/tag294.xml"/><Relationship Id="rId41" Type="http://schemas.openxmlformats.org/officeDocument/2006/relationships/tags" Target="../tags/tag315.xml"/><Relationship Id="rId62" Type="http://schemas.openxmlformats.org/officeDocument/2006/relationships/tags" Target="../tags/tag336.xml"/><Relationship Id="rId83" Type="http://schemas.openxmlformats.org/officeDocument/2006/relationships/tags" Target="../tags/tag357.xml"/><Relationship Id="rId88" Type="http://schemas.openxmlformats.org/officeDocument/2006/relationships/tags" Target="../tags/tag362.xml"/><Relationship Id="rId111" Type="http://schemas.openxmlformats.org/officeDocument/2006/relationships/tags" Target="../tags/tag385.xml"/><Relationship Id="rId132" Type="http://schemas.openxmlformats.org/officeDocument/2006/relationships/tags" Target="../tags/tag406.xml"/><Relationship Id="rId153" Type="http://schemas.openxmlformats.org/officeDocument/2006/relationships/tags" Target="../tags/tag427.xml"/><Relationship Id="rId174" Type="http://schemas.openxmlformats.org/officeDocument/2006/relationships/slideLayout" Target="../slideLayouts/slideLayout7.xml"/><Relationship Id="rId179" Type="http://schemas.openxmlformats.org/officeDocument/2006/relationships/oleObject" Target="../embeddings/oleObject213.bin"/><Relationship Id="rId15" Type="http://schemas.openxmlformats.org/officeDocument/2006/relationships/tags" Target="../tags/tag289.xml"/><Relationship Id="rId36" Type="http://schemas.openxmlformats.org/officeDocument/2006/relationships/tags" Target="../tags/tag310.xml"/><Relationship Id="rId57" Type="http://schemas.openxmlformats.org/officeDocument/2006/relationships/tags" Target="../tags/tag331.xml"/><Relationship Id="rId106" Type="http://schemas.openxmlformats.org/officeDocument/2006/relationships/tags" Target="../tags/tag380.xml"/><Relationship Id="rId127" Type="http://schemas.openxmlformats.org/officeDocument/2006/relationships/tags" Target="../tags/tag401.xml"/><Relationship Id="rId10" Type="http://schemas.openxmlformats.org/officeDocument/2006/relationships/tags" Target="../tags/tag284.xml"/><Relationship Id="rId31" Type="http://schemas.openxmlformats.org/officeDocument/2006/relationships/tags" Target="../tags/tag305.xml"/><Relationship Id="rId52" Type="http://schemas.openxmlformats.org/officeDocument/2006/relationships/tags" Target="../tags/tag326.xml"/><Relationship Id="rId73" Type="http://schemas.openxmlformats.org/officeDocument/2006/relationships/tags" Target="../tags/tag347.xml"/><Relationship Id="rId78" Type="http://schemas.openxmlformats.org/officeDocument/2006/relationships/tags" Target="../tags/tag352.xml"/><Relationship Id="rId94" Type="http://schemas.openxmlformats.org/officeDocument/2006/relationships/tags" Target="../tags/tag368.xml"/><Relationship Id="rId99" Type="http://schemas.openxmlformats.org/officeDocument/2006/relationships/tags" Target="../tags/tag373.xml"/><Relationship Id="rId101" Type="http://schemas.openxmlformats.org/officeDocument/2006/relationships/tags" Target="../tags/tag375.xml"/><Relationship Id="rId122" Type="http://schemas.openxmlformats.org/officeDocument/2006/relationships/tags" Target="../tags/tag396.xml"/><Relationship Id="rId143" Type="http://schemas.openxmlformats.org/officeDocument/2006/relationships/tags" Target="../tags/tag417.xml"/><Relationship Id="rId148" Type="http://schemas.openxmlformats.org/officeDocument/2006/relationships/tags" Target="../tags/tag422.xml"/><Relationship Id="rId164" Type="http://schemas.openxmlformats.org/officeDocument/2006/relationships/tags" Target="../tags/tag438.xml"/><Relationship Id="rId169" Type="http://schemas.openxmlformats.org/officeDocument/2006/relationships/tags" Target="../tags/tag44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jpeg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448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jpeg"/><Relationship Id="rId2" Type="http://schemas.openxmlformats.org/officeDocument/2006/relationships/image" Target="../media/image210.jpeg"/><Relationship Id="rId1" Type="http://schemas.openxmlformats.org/officeDocument/2006/relationships/slideLayout" Target="../slideLayouts/slideLayout14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8.bin"/><Relationship Id="rId3" Type="http://schemas.openxmlformats.org/officeDocument/2006/relationships/image" Target="../media/image212.wmf"/><Relationship Id="rId7" Type="http://schemas.openxmlformats.org/officeDocument/2006/relationships/image" Target="../media/image214.wmf"/><Relationship Id="rId2" Type="http://schemas.openxmlformats.org/officeDocument/2006/relationships/oleObject" Target="../embeddings/oleObject215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17.bin"/><Relationship Id="rId11" Type="http://schemas.openxmlformats.org/officeDocument/2006/relationships/image" Target="../media/image216.wmf"/><Relationship Id="rId5" Type="http://schemas.openxmlformats.org/officeDocument/2006/relationships/image" Target="../media/image213.emf"/><Relationship Id="rId10" Type="http://schemas.openxmlformats.org/officeDocument/2006/relationships/oleObject" Target="../embeddings/oleObject219.bin"/><Relationship Id="rId4" Type="http://schemas.openxmlformats.org/officeDocument/2006/relationships/oleObject" Target="../embeddings/oleObject216.bin"/><Relationship Id="rId9" Type="http://schemas.openxmlformats.org/officeDocument/2006/relationships/image" Target="../media/image215.w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3.bin"/><Relationship Id="rId3" Type="http://schemas.openxmlformats.org/officeDocument/2006/relationships/image" Target="../media/image217.wmf"/><Relationship Id="rId7" Type="http://schemas.openxmlformats.org/officeDocument/2006/relationships/image" Target="../media/image219.wmf"/><Relationship Id="rId2" Type="http://schemas.openxmlformats.org/officeDocument/2006/relationships/oleObject" Target="../embeddings/oleObject220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22.bin"/><Relationship Id="rId5" Type="http://schemas.openxmlformats.org/officeDocument/2006/relationships/image" Target="../media/image218.wmf"/><Relationship Id="rId4" Type="http://schemas.openxmlformats.org/officeDocument/2006/relationships/oleObject" Target="../embeddings/oleObject221.bin"/><Relationship Id="rId9" Type="http://schemas.openxmlformats.org/officeDocument/2006/relationships/image" Target="../media/image220.wmf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49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50.xml"/><Relationship Id="rId4" Type="http://schemas.openxmlformats.org/officeDocument/2006/relationships/image" Target="../media/image222.jpe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52.xml"/><Relationship Id="rId1" Type="http://schemas.openxmlformats.org/officeDocument/2006/relationships/tags" Target="../tags/tag451.xml"/><Relationship Id="rId5" Type="http://schemas.openxmlformats.org/officeDocument/2006/relationships/image" Target="../media/image224.jpeg"/><Relationship Id="rId4" Type="http://schemas.openxmlformats.org/officeDocument/2006/relationships/image" Target="../media/image223.jpe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7.bin"/><Relationship Id="rId13" Type="http://schemas.openxmlformats.org/officeDocument/2006/relationships/image" Target="../media/image230.wmf"/><Relationship Id="rId18" Type="http://schemas.openxmlformats.org/officeDocument/2006/relationships/oleObject" Target="../embeddings/oleObject232.bin"/><Relationship Id="rId3" Type="http://schemas.openxmlformats.org/officeDocument/2006/relationships/image" Target="../media/image225.wmf"/><Relationship Id="rId21" Type="http://schemas.openxmlformats.org/officeDocument/2006/relationships/image" Target="../media/image234.wmf"/><Relationship Id="rId7" Type="http://schemas.openxmlformats.org/officeDocument/2006/relationships/image" Target="../media/image227.wmf"/><Relationship Id="rId12" Type="http://schemas.openxmlformats.org/officeDocument/2006/relationships/oleObject" Target="../embeddings/oleObject229.bin"/><Relationship Id="rId17" Type="http://schemas.openxmlformats.org/officeDocument/2006/relationships/image" Target="../media/image232.wmf"/><Relationship Id="rId2" Type="http://schemas.openxmlformats.org/officeDocument/2006/relationships/oleObject" Target="../embeddings/oleObject224.bin"/><Relationship Id="rId16" Type="http://schemas.openxmlformats.org/officeDocument/2006/relationships/oleObject" Target="../embeddings/oleObject231.bin"/><Relationship Id="rId20" Type="http://schemas.openxmlformats.org/officeDocument/2006/relationships/oleObject" Target="../embeddings/oleObject233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226.bin"/><Relationship Id="rId11" Type="http://schemas.openxmlformats.org/officeDocument/2006/relationships/image" Target="../media/image229.wmf"/><Relationship Id="rId5" Type="http://schemas.openxmlformats.org/officeDocument/2006/relationships/image" Target="../media/image226.wmf"/><Relationship Id="rId15" Type="http://schemas.openxmlformats.org/officeDocument/2006/relationships/image" Target="../media/image231.wmf"/><Relationship Id="rId10" Type="http://schemas.openxmlformats.org/officeDocument/2006/relationships/oleObject" Target="../embeddings/oleObject228.bin"/><Relationship Id="rId19" Type="http://schemas.openxmlformats.org/officeDocument/2006/relationships/image" Target="../media/image233.wmf"/><Relationship Id="rId4" Type="http://schemas.openxmlformats.org/officeDocument/2006/relationships/oleObject" Target="../embeddings/oleObject225.bin"/><Relationship Id="rId9" Type="http://schemas.openxmlformats.org/officeDocument/2006/relationships/image" Target="../media/image228.wmf"/><Relationship Id="rId14" Type="http://schemas.openxmlformats.org/officeDocument/2006/relationships/oleObject" Target="../embeddings/oleObject230.bin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3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7.bin"/><Relationship Id="rId3" Type="http://schemas.openxmlformats.org/officeDocument/2006/relationships/image" Target="../media/image236.wmf"/><Relationship Id="rId7" Type="http://schemas.openxmlformats.org/officeDocument/2006/relationships/image" Target="../media/image238.wmf"/><Relationship Id="rId2" Type="http://schemas.openxmlformats.org/officeDocument/2006/relationships/oleObject" Target="../embeddings/oleObject234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236.bin"/><Relationship Id="rId11" Type="http://schemas.openxmlformats.org/officeDocument/2006/relationships/image" Target="../media/image240.wmf"/><Relationship Id="rId5" Type="http://schemas.openxmlformats.org/officeDocument/2006/relationships/image" Target="../media/image237.wmf"/><Relationship Id="rId10" Type="http://schemas.openxmlformats.org/officeDocument/2006/relationships/oleObject" Target="../embeddings/oleObject238.bin"/><Relationship Id="rId4" Type="http://schemas.openxmlformats.org/officeDocument/2006/relationships/oleObject" Target="../embeddings/oleObject235.bin"/><Relationship Id="rId9" Type="http://schemas.openxmlformats.org/officeDocument/2006/relationships/image" Target="../media/image239.w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wmf"/><Relationship Id="rId2" Type="http://schemas.openxmlformats.org/officeDocument/2006/relationships/oleObject" Target="../embeddings/oleObject239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42.wmf"/><Relationship Id="rId4" Type="http://schemas.openxmlformats.org/officeDocument/2006/relationships/oleObject" Target="../embeddings/oleObject240.bin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wmf"/><Relationship Id="rId2" Type="http://schemas.openxmlformats.org/officeDocument/2006/relationships/oleObject" Target="../embeddings/oleObject240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6.wmf"/><Relationship Id="rId5" Type="http://schemas.openxmlformats.org/officeDocument/2006/relationships/image" Target="../media/image245.wmf"/><Relationship Id="rId4" Type="http://schemas.openxmlformats.org/officeDocument/2006/relationships/image" Target="../media/image244.wmf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5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1.bin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47.wmf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wmf"/><Relationship Id="rId3" Type="http://schemas.openxmlformats.org/officeDocument/2006/relationships/oleObject" Target="../embeddings/oleObject242.bin"/><Relationship Id="rId7" Type="http://schemas.openxmlformats.org/officeDocument/2006/relationships/oleObject" Target="../embeddings/oleObject244.bin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49.wmf"/><Relationship Id="rId5" Type="http://schemas.openxmlformats.org/officeDocument/2006/relationships/oleObject" Target="../embeddings/oleObject243.bin"/><Relationship Id="rId10" Type="http://schemas.openxmlformats.org/officeDocument/2006/relationships/image" Target="../media/image251.wmf"/><Relationship Id="rId4" Type="http://schemas.openxmlformats.org/officeDocument/2006/relationships/image" Target="../media/image248.wmf"/><Relationship Id="rId9" Type="http://schemas.openxmlformats.org/officeDocument/2006/relationships/oleObject" Target="../embeddings/oleObject245.bin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7.wmf"/><Relationship Id="rId3" Type="http://schemas.openxmlformats.org/officeDocument/2006/relationships/image" Target="../media/image252.wmf"/><Relationship Id="rId7" Type="http://schemas.openxmlformats.org/officeDocument/2006/relationships/image" Target="../media/image256.wmf"/><Relationship Id="rId2" Type="http://schemas.openxmlformats.org/officeDocument/2006/relationships/oleObject" Target="../embeddings/oleObject240.bin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5.wmf"/><Relationship Id="rId5" Type="http://schemas.openxmlformats.org/officeDocument/2006/relationships/image" Target="../media/image254.wmf"/><Relationship Id="rId4" Type="http://schemas.openxmlformats.org/officeDocument/2006/relationships/image" Target="../media/image253.wm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9.jpeg"/><Relationship Id="rId7" Type="http://schemas.openxmlformats.org/officeDocument/2006/relationships/image" Target="../media/image261.wmf"/><Relationship Id="rId2" Type="http://schemas.openxmlformats.org/officeDocument/2006/relationships/image" Target="../media/image258.jpeg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47.bin"/><Relationship Id="rId5" Type="http://schemas.openxmlformats.org/officeDocument/2006/relationships/image" Target="../media/image260.wmf"/><Relationship Id="rId4" Type="http://schemas.openxmlformats.org/officeDocument/2006/relationships/oleObject" Target="../embeddings/oleObject246.bin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2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ext Box 8"/>
          <p:cNvSpPr txBox="1"/>
          <p:nvPr/>
        </p:nvSpPr>
        <p:spPr>
          <a:xfrm>
            <a:off x="3060700" y="1341438"/>
            <a:ext cx="3294063" cy="6111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/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电磁感应</a:t>
            </a: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第</a:t>
            </a: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13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章</a:t>
            </a:r>
            <a:r>
              <a: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endParaRPr lang="zh-CN" altLang="en-US" sz="2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0" hangingPunct="0">
              <a:spcBef>
                <a:spcPct val="50000"/>
              </a:spcBef>
            </a:pPr>
            <a:endParaRPr lang="zh-CN" altLang="en-US" sz="2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098" name="文本框 2"/>
          <p:cNvSpPr txBox="1"/>
          <p:nvPr/>
        </p:nvSpPr>
        <p:spPr>
          <a:xfrm>
            <a:off x="1403350" y="2565400"/>
            <a:ext cx="6173788" cy="20304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（一般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分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+10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分，一般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个选择填空题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+10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分计算题）</a:t>
            </a:r>
          </a:p>
          <a:p>
            <a:pPr algn="ctr">
              <a:lnSpc>
                <a:spcPct val="15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（正常复习时间：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~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2h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能完成）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7"/>
          <p:cNvSpPr txBox="1"/>
          <p:nvPr/>
        </p:nvSpPr>
        <p:spPr>
          <a:xfrm>
            <a:off x="611188" y="1412875"/>
            <a:ext cx="7723187" cy="45231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  <a:buClrTx/>
              <a:buFontTx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、布置的作业（在每节课的课件中，包括布置的例题及教材作业题）</a:t>
            </a:r>
          </a:p>
          <a:p>
            <a:pPr>
              <a:lnSpc>
                <a:spcPct val="150000"/>
              </a:lnSpc>
              <a:spcBef>
                <a:spcPct val="50000"/>
              </a:spcBef>
              <a:buClrTx/>
              <a:buFontTx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、课件中的例题、课前测、讨论题</a:t>
            </a:r>
          </a:p>
          <a:p>
            <a:pPr>
              <a:lnSpc>
                <a:spcPct val="150000"/>
              </a:lnSpc>
              <a:spcBef>
                <a:spcPct val="50000"/>
              </a:spcBef>
              <a:buClrTx/>
              <a:buFontTx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QQ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群中发布的补充作业（此补充作业在智慧树平台中也有）</a:t>
            </a:r>
          </a:p>
          <a:p>
            <a:pPr>
              <a:lnSpc>
                <a:spcPct val="150000"/>
              </a:lnSpc>
              <a:spcBef>
                <a:spcPct val="50000"/>
              </a:spcBef>
              <a:buClrTx/>
              <a:buFontTx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、餐厅一层小店中的复习资料不需要购买，因为出题老师没此资料。</a:t>
            </a:r>
          </a:p>
        </p:txBody>
      </p:sp>
      <p:sp>
        <p:nvSpPr>
          <p:cNvPr id="138" name="TextBox 137"/>
          <p:cNvSpPr txBox="1"/>
          <p:nvPr>
            <p:custDataLst>
              <p:tags r:id="rId1"/>
            </p:custDataLst>
          </p:nvPr>
        </p:nvSpPr>
        <p:spPr>
          <a:xfrm>
            <a:off x="3538538" y="692150"/>
            <a:ext cx="20669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复习重点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文本框 3"/>
          <p:cNvSpPr txBox="1"/>
          <p:nvPr/>
        </p:nvSpPr>
        <p:spPr>
          <a:xfrm>
            <a:off x="541338" y="188913"/>
            <a:ext cx="79803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各节必须记住的基本概念、定律、定理和公式</a:t>
            </a:r>
          </a:p>
        </p:txBody>
      </p:sp>
      <p:sp>
        <p:nvSpPr>
          <p:cNvPr id="5122" name="Rectangle 60"/>
          <p:cNvSpPr/>
          <p:nvPr/>
        </p:nvSpPr>
        <p:spPr>
          <a:xfrm>
            <a:off x="2484438" y="836613"/>
            <a:ext cx="294005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§13-1 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电源 电动势</a:t>
            </a:r>
          </a:p>
        </p:txBody>
      </p:sp>
      <p:sp>
        <p:nvSpPr>
          <p:cNvPr id="55303" name="Rectangle 7"/>
          <p:cNvSpPr/>
          <p:nvPr/>
        </p:nvSpPr>
        <p:spPr>
          <a:xfrm>
            <a:off x="468313" y="1466850"/>
            <a:ext cx="8208962" cy="9683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电动势：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把单位正电荷经电源内部由负极移向正极过程中，非静电力所作的功。</a:t>
            </a:r>
          </a:p>
        </p:txBody>
      </p:sp>
      <p:graphicFrame>
        <p:nvGraphicFramePr>
          <p:cNvPr id="55304" name="Object 8"/>
          <p:cNvGraphicFramePr>
            <a:graphicFrameLocks noChangeAspect="1"/>
          </p:cNvGraphicFramePr>
          <p:nvPr/>
        </p:nvGraphicFramePr>
        <p:xfrm>
          <a:off x="2914650" y="2365375"/>
          <a:ext cx="3097213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231265" imgH="431800" progId="Equation.3">
                  <p:embed/>
                </p:oleObj>
              </mc:Choice>
              <mc:Fallback>
                <p:oleObj r:id="rId2" imgW="1231265" imgH="4318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14650" y="2365375"/>
                        <a:ext cx="3097213" cy="1084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WordArt 101"/>
          <p:cNvSpPr>
            <a:spLocks noTextEdit="1"/>
          </p:cNvSpPr>
          <p:nvPr/>
        </p:nvSpPr>
        <p:spPr>
          <a:xfrm>
            <a:off x="1908175" y="2763838"/>
            <a:ext cx="936625" cy="2889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30000"/>
          </a:bodyPr>
          <a:lstStyle/>
          <a:p>
            <a:pPr algn="ctr" fontAlgn="base"/>
            <a:r>
              <a:rPr lang="zh-CN" altLang="en-US" sz="3600" strike="noStrike" noProof="1"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C0000"/>
                </a:solidFill>
                <a:effectLst>
                  <a:outerShdw dist="35921" dir="2699999" algn="ctr" rotWithShape="0">
                    <a:srgbClr val="C0C0C0">
                      <a:alpha val="79999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电动势</a:t>
            </a:r>
            <a:endParaRPr lang="zh-CN" altLang="en-US" sz="3600" strike="noStrike" noProof="1">
              <a:ln w="952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CC0000"/>
              </a:solidFill>
              <a:effectLst>
                <a:outerShdw dist="35921" dir="2699999" algn="ctr" rotWithShape="0">
                  <a:srgbClr val="C0C0C0">
                    <a:alpha val="79999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6326" name="Object 6"/>
          <p:cNvGraphicFramePr>
            <a:graphicFrameLocks noChangeAspect="1"/>
          </p:cNvGraphicFramePr>
          <p:nvPr/>
        </p:nvGraphicFramePr>
        <p:xfrm>
          <a:off x="6521450" y="2565400"/>
          <a:ext cx="200025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66800" imgH="330200" progId="Equation.3">
                  <p:embed/>
                </p:oleObj>
              </mc:Choice>
              <mc:Fallback>
                <p:oleObj r:id="rId4" imgW="1066800" imgH="3302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521450" y="2565400"/>
                        <a:ext cx="2000250" cy="619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1128" name="Rectangle 8"/>
          <p:cNvSpPr/>
          <p:nvPr/>
        </p:nvSpPr>
        <p:spPr>
          <a:xfrm>
            <a:off x="433388" y="4437063"/>
            <a:ext cx="7920037" cy="11985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通过回路所围面积的磁通量发生变化时，回路中产生感应电动势。其大小与穿过回路的磁通量变化率成正比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: </a:t>
            </a:r>
          </a:p>
        </p:txBody>
      </p:sp>
      <p:graphicFrame>
        <p:nvGraphicFramePr>
          <p:cNvPr id="5123" name="Object 48"/>
          <p:cNvGraphicFramePr>
            <a:graphicFrameLocks noChangeAspect="1"/>
          </p:cNvGraphicFramePr>
          <p:nvPr/>
        </p:nvGraphicFramePr>
        <p:xfrm>
          <a:off x="2627313" y="5445125"/>
          <a:ext cx="2055812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800100" imgH="419100" progId="Equation.DSMT4">
                  <p:embed/>
                </p:oleObj>
              </mc:Choice>
              <mc:Fallback>
                <p:oleObj r:id="rId6" imgW="800100" imgH="4191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27313" y="5445125"/>
                        <a:ext cx="2055812" cy="1076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9" name="Rectangle 8"/>
          <p:cNvSpPr/>
          <p:nvPr/>
        </p:nvSpPr>
        <p:spPr>
          <a:xfrm>
            <a:off x="2555875" y="3489325"/>
            <a:ext cx="38163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dirty="0">
                <a:solidFill>
                  <a:srgbClr val="CC0000"/>
                </a:solidFill>
                <a:latin typeface="Verdana" panose="020B0604030504040204" pitchFamily="34" charset="0"/>
                <a:ea typeface="楷体_GB2312" pitchFamily="49" charset="-122"/>
              </a:rPr>
              <a:t>§13-2 </a:t>
            </a:r>
            <a:r>
              <a:rPr lang="zh-CN" altLang="en-US" sz="2400" b="1" dirty="0">
                <a:solidFill>
                  <a:srgbClr val="CC0000"/>
                </a:solidFill>
                <a:latin typeface="Verdana" panose="020B0604030504040204" pitchFamily="34" charset="0"/>
                <a:ea typeface="楷体_GB2312" pitchFamily="49" charset="-122"/>
              </a:rPr>
              <a:t>电磁感应定律</a:t>
            </a:r>
          </a:p>
        </p:txBody>
      </p:sp>
      <p:sp>
        <p:nvSpPr>
          <p:cNvPr id="5130" name="Rectangle 2"/>
          <p:cNvSpPr/>
          <p:nvPr/>
        </p:nvSpPr>
        <p:spPr>
          <a:xfrm>
            <a:off x="322263" y="3987800"/>
            <a:ext cx="5443537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、法拉第电磁感应定律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3" grpId="0"/>
      <p:bldP spid="2611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3"/>
          <p:cNvSpPr txBox="1"/>
          <p:nvPr/>
        </p:nvSpPr>
        <p:spPr>
          <a:xfrm>
            <a:off x="541338" y="188913"/>
            <a:ext cx="79803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各节必须记住的基本概念、定律、定理和公式</a:t>
            </a:r>
          </a:p>
        </p:txBody>
      </p:sp>
      <p:sp>
        <p:nvSpPr>
          <p:cNvPr id="261131" name="Text Box 11"/>
          <p:cNvSpPr txBox="1"/>
          <p:nvPr/>
        </p:nvSpPr>
        <p:spPr>
          <a:xfrm>
            <a:off x="107950" y="722313"/>
            <a:ext cx="1100138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说明：</a:t>
            </a:r>
          </a:p>
        </p:txBody>
      </p:sp>
      <p:sp>
        <p:nvSpPr>
          <p:cNvPr id="14341" name="Rectangle 23"/>
          <p:cNvSpPr/>
          <p:nvPr/>
        </p:nvSpPr>
        <p:spPr>
          <a:xfrm>
            <a:off x="984250" y="692150"/>
            <a:ext cx="7829550" cy="9779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回路前面无定语：</a:t>
            </a:r>
            <a:r>
              <a:rPr lang="zh-CN" altLang="zh-CN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无论什么回路</a:t>
            </a:r>
            <a:r>
              <a:rPr lang="zh-CN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（闭合导体回路、干木头回路、甚至手在空中画一个回路）</a:t>
            </a:r>
            <a:r>
              <a:rPr lang="zh-CN" altLang="zh-CN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都行</a:t>
            </a:r>
            <a:r>
              <a:rPr lang="zh-CN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grpSp>
        <p:nvGrpSpPr>
          <p:cNvPr id="3" name="Group 28"/>
          <p:cNvGrpSpPr/>
          <p:nvPr/>
        </p:nvGrpSpPr>
        <p:grpSpPr>
          <a:xfrm>
            <a:off x="469900" y="1770063"/>
            <a:ext cx="6919913" cy="598487"/>
            <a:chOff x="329" y="185"/>
            <a:chExt cx="4359" cy="377"/>
          </a:xfrm>
        </p:grpSpPr>
        <p:sp>
          <p:nvSpPr>
            <p:cNvPr id="6149" name="Text Box 29"/>
            <p:cNvSpPr txBox="1"/>
            <p:nvPr/>
          </p:nvSpPr>
          <p:spPr>
            <a:xfrm>
              <a:off x="329" y="232"/>
              <a:ext cx="435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（</a:t>
              </a:r>
              <a:r>
                <a:rPr lang="en-US" altLang="zh-CN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2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）对于导体回路，感应电流  与感应电动势   </a:t>
              </a:r>
            </a:p>
          </p:txBody>
        </p:sp>
        <p:graphicFrame>
          <p:nvGraphicFramePr>
            <p:cNvPr id="6150" name="Object 30"/>
            <p:cNvGraphicFramePr>
              <a:graphicFrameLocks noChangeAspect="1"/>
            </p:cNvGraphicFramePr>
            <p:nvPr/>
          </p:nvGraphicFramePr>
          <p:xfrm>
            <a:off x="2980" y="203"/>
            <a:ext cx="208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39700" imgH="241300" progId="Equation.3">
                    <p:embed/>
                  </p:oleObj>
                </mc:Choice>
                <mc:Fallback>
                  <p:oleObj r:id="rId2" imgW="139700" imgH="241300" progId="Equation.3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980" y="203"/>
                          <a:ext cx="208" cy="3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1" name="Object 31"/>
            <p:cNvGraphicFramePr>
              <a:graphicFrameLocks noChangeAspect="1"/>
            </p:cNvGraphicFramePr>
            <p:nvPr/>
          </p:nvGraphicFramePr>
          <p:xfrm>
            <a:off x="4360" y="185"/>
            <a:ext cx="246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52400" imgH="228600" progId="Equation.3">
                    <p:embed/>
                  </p:oleObj>
                </mc:Choice>
                <mc:Fallback>
                  <p:oleObj r:id="rId4" imgW="152400" imgH="228600" progId="Equation.3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60" y="185"/>
                          <a:ext cx="246" cy="3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32"/>
          <p:cNvGrpSpPr/>
          <p:nvPr/>
        </p:nvGrpSpPr>
        <p:grpSpPr>
          <a:xfrm>
            <a:off x="1335088" y="2276475"/>
            <a:ext cx="5629275" cy="750888"/>
            <a:chOff x="817" y="672"/>
            <a:chExt cx="3546" cy="473"/>
          </a:xfrm>
        </p:grpSpPr>
        <p:sp>
          <p:nvSpPr>
            <p:cNvPr id="6153" name="Text Box 33"/>
            <p:cNvSpPr txBox="1"/>
            <p:nvPr/>
          </p:nvSpPr>
          <p:spPr>
            <a:xfrm>
              <a:off x="817" y="736"/>
              <a:ext cx="147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若回路电阻为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R</a:t>
              </a:r>
            </a:p>
          </p:txBody>
        </p:sp>
        <p:sp>
          <p:nvSpPr>
            <p:cNvPr id="6154" name="Text Box 34"/>
            <p:cNvSpPr txBox="1"/>
            <p:nvPr/>
          </p:nvSpPr>
          <p:spPr>
            <a:xfrm>
              <a:off x="2336" y="735"/>
              <a:ext cx="30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则</a:t>
              </a:r>
            </a:p>
          </p:txBody>
        </p:sp>
        <p:graphicFrame>
          <p:nvGraphicFramePr>
            <p:cNvPr id="6155" name="Object 35"/>
            <p:cNvGraphicFramePr>
              <a:graphicFrameLocks noChangeAspect="1"/>
            </p:cNvGraphicFramePr>
            <p:nvPr/>
          </p:nvGraphicFramePr>
          <p:xfrm>
            <a:off x="2637" y="672"/>
            <a:ext cx="1726" cy="4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358900" imgH="419100" progId="Equation.3">
                    <p:embed/>
                  </p:oleObj>
                </mc:Choice>
                <mc:Fallback>
                  <p:oleObj r:id="rId6" imgW="1358900" imgH="419100" progId="Equation.3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637" y="672"/>
                          <a:ext cx="1726" cy="4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2150" name="Text Box 6"/>
          <p:cNvSpPr txBox="1"/>
          <p:nvPr/>
        </p:nvSpPr>
        <p:spPr>
          <a:xfrm>
            <a:off x="395288" y="4941888"/>
            <a:ext cx="47244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）通过回路任一截面的电量</a:t>
            </a:r>
            <a:r>
              <a:rPr lang="en-US" altLang="zh-CN" sz="2400" b="1" i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Q</a:t>
            </a:r>
          </a:p>
        </p:txBody>
      </p:sp>
      <p:grpSp>
        <p:nvGrpSpPr>
          <p:cNvPr id="6157" name="Group 25"/>
          <p:cNvGrpSpPr/>
          <p:nvPr/>
        </p:nvGrpSpPr>
        <p:grpSpPr>
          <a:xfrm>
            <a:off x="412750" y="2940050"/>
            <a:ext cx="4184650" cy="584200"/>
            <a:chOff x="329" y="289"/>
            <a:chExt cx="2636" cy="368"/>
          </a:xfrm>
        </p:grpSpPr>
        <p:sp>
          <p:nvSpPr>
            <p:cNvPr id="6158" name="Text Box 17"/>
            <p:cNvSpPr txBox="1"/>
            <p:nvPr/>
          </p:nvSpPr>
          <p:spPr>
            <a:xfrm>
              <a:off x="329" y="317"/>
              <a:ext cx="263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（</a:t>
              </a:r>
              <a:r>
                <a:rPr lang="en-US" altLang="zh-CN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3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）当回路为</a:t>
              </a:r>
              <a:r>
                <a:rPr lang="en-US" altLang="zh-CN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N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匝时的</a:t>
              </a:r>
            </a:p>
          </p:txBody>
        </p:sp>
        <p:graphicFrame>
          <p:nvGraphicFramePr>
            <p:cNvPr id="6159" name="Object 19"/>
            <p:cNvGraphicFramePr>
              <a:graphicFrameLocks noChangeAspect="1"/>
            </p:cNvGraphicFramePr>
            <p:nvPr/>
          </p:nvGraphicFramePr>
          <p:xfrm>
            <a:off x="2313" y="289"/>
            <a:ext cx="246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52400" imgH="228600" progId="Equation.3">
                    <p:embed/>
                  </p:oleObj>
                </mc:Choice>
                <mc:Fallback>
                  <p:oleObj r:id="rId8" imgW="152400" imgH="228600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313" y="289"/>
                          <a:ext cx="246" cy="3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Group 44"/>
          <p:cNvGrpSpPr/>
          <p:nvPr/>
        </p:nvGrpSpPr>
        <p:grpSpPr>
          <a:xfrm>
            <a:off x="1354138" y="3527425"/>
            <a:ext cx="5099050" cy="1319213"/>
            <a:chOff x="1105" y="612"/>
            <a:chExt cx="3212" cy="831"/>
          </a:xfrm>
        </p:grpSpPr>
        <p:graphicFrame>
          <p:nvGraphicFramePr>
            <p:cNvPr id="6161" name="Object 26"/>
            <p:cNvGraphicFramePr>
              <a:graphicFrameLocks noChangeAspect="1"/>
            </p:cNvGraphicFramePr>
            <p:nvPr/>
          </p:nvGraphicFramePr>
          <p:xfrm>
            <a:off x="1105" y="612"/>
            <a:ext cx="2265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739900" imgH="419100" progId="Equation.3">
                    <p:embed/>
                  </p:oleObj>
                </mc:Choice>
                <mc:Fallback>
                  <p:oleObj r:id="rId9" imgW="1739900" imgH="419100" progId="Equation.3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105" y="612"/>
                          <a:ext cx="2265" cy="4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162" name="Group 32"/>
            <p:cNvGrpSpPr/>
            <p:nvPr/>
          </p:nvGrpSpPr>
          <p:grpSpPr>
            <a:xfrm>
              <a:off x="1167" y="1139"/>
              <a:ext cx="3150" cy="304"/>
              <a:chOff x="1167" y="1139"/>
              <a:chExt cx="3150" cy="304"/>
            </a:xfrm>
          </p:grpSpPr>
          <p:graphicFrame>
            <p:nvGraphicFramePr>
              <p:cNvPr id="6163" name="Object 27"/>
              <p:cNvGraphicFramePr>
                <a:graphicFrameLocks noChangeAspect="1"/>
              </p:cNvGraphicFramePr>
              <p:nvPr/>
            </p:nvGraphicFramePr>
            <p:xfrm>
              <a:off x="1167" y="1189"/>
              <a:ext cx="817" cy="25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1" imgW="774065" imgH="241300" progId="Equation.3">
                      <p:embed/>
                    </p:oleObj>
                  </mc:Choice>
                  <mc:Fallback>
                    <p:oleObj r:id="rId11" imgW="774065" imgH="241300" progId="Equation.3">
                      <p:embed/>
                      <p:pic>
                        <p:nvPicPr>
                          <p:cNvPr id="0" name="图片 3095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1167" y="1189"/>
                            <a:ext cx="817" cy="25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64" name="Text Box 29"/>
              <p:cNvSpPr txBox="1"/>
              <p:nvPr/>
            </p:nvSpPr>
            <p:spPr>
              <a:xfrm>
                <a:off x="1973" y="1139"/>
                <a:ext cx="2344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</a:rPr>
                  <a:t>称为磁通匝数（磁通链数）</a:t>
                </a:r>
              </a:p>
            </p:txBody>
          </p:sp>
        </p:grpSp>
      </p:grpSp>
      <p:grpSp>
        <p:nvGrpSpPr>
          <p:cNvPr id="5" name="Group 45"/>
          <p:cNvGrpSpPr/>
          <p:nvPr/>
        </p:nvGrpSpPr>
        <p:grpSpPr>
          <a:xfrm>
            <a:off x="898525" y="5373688"/>
            <a:ext cx="7920038" cy="1363662"/>
            <a:chOff x="527" y="1972"/>
            <a:chExt cx="4989" cy="859"/>
          </a:xfrm>
        </p:grpSpPr>
        <p:grpSp>
          <p:nvGrpSpPr>
            <p:cNvPr id="6166" name="Group 36"/>
            <p:cNvGrpSpPr/>
            <p:nvPr/>
          </p:nvGrpSpPr>
          <p:grpSpPr>
            <a:xfrm>
              <a:off x="527" y="1972"/>
              <a:ext cx="4989" cy="348"/>
              <a:chOff x="527" y="1972"/>
              <a:chExt cx="4989" cy="348"/>
            </a:xfrm>
          </p:grpSpPr>
          <p:sp>
            <p:nvSpPr>
              <p:cNvPr id="6167" name="Text Box 33"/>
              <p:cNvSpPr txBox="1"/>
              <p:nvPr/>
            </p:nvSpPr>
            <p:spPr>
              <a:xfrm>
                <a:off x="527" y="2018"/>
                <a:ext cx="4989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</a:rPr>
                  <a:t>设</a:t>
                </a:r>
                <a:r>
                  <a:rPr lang="en-US" altLang="zh-CN" sz="24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t</a:t>
                </a:r>
                <a:r>
                  <a:rPr lang="en-US" altLang="zh-CN" sz="2400" b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r>
                  <a:rPr lang="zh-CN" altLang="en-US" sz="2400" b="1" dirty="0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</a:rPr>
                  <a:t>时刻通过回路的磁通量为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</a:rPr>
                  <a:t> </a:t>
                </a:r>
                <a:r>
                  <a:rPr lang="zh-CN" altLang="en-US" sz="2400" b="1" dirty="0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</a:rPr>
                  <a:t>  ，</a:t>
                </a:r>
                <a:r>
                  <a:rPr lang="en-US" altLang="zh-CN" sz="24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t</a:t>
                </a:r>
                <a:r>
                  <a:rPr lang="en-US" altLang="zh-CN" sz="2400" b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2</a:t>
                </a:r>
                <a:r>
                  <a:rPr lang="zh-CN" altLang="en-US" sz="2400" b="1" dirty="0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</a:rPr>
                  <a:t>时刻的磁通量为   </a:t>
                </a:r>
                <a:endParaRPr lang="zh-CN" altLang="en-US" sz="2400" b="1" i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graphicFrame>
            <p:nvGraphicFramePr>
              <p:cNvPr id="6168" name="Object 34"/>
              <p:cNvGraphicFramePr>
                <a:graphicFrameLocks noChangeAspect="1"/>
              </p:cNvGraphicFramePr>
              <p:nvPr/>
            </p:nvGraphicFramePr>
            <p:xfrm>
              <a:off x="3069" y="1972"/>
              <a:ext cx="246" cy="3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3" imgW="165100" imgH="241300" progId="Equation.3">
                      <p:embed/>
                    </p:oleObj>
                  </mc:Choice>
                  <mc:Fallback>
                    <p:oleObj r:id="rId13" imgW="165100" imgH="241300" progId="Equation.3">
                      <p:embed/>
                      <p:pic>
                        <p:nvPicPr>
                          <p:cNvPr id="0" name="图片 3097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3069" y="1972"/>
                            <a:ext cx="246" cy="34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69" name="Object 35"/>
              <p:cNvGraphicFramePr>
                <a:graphicFrameLocks noChangeAspect="1"/>
              </p:cNvGraphicFramePr>
              <p:nvPr/>
            </p:nvGraphicFramePr>
            <p:xfrm>
              <a:off x="5009" y="2010"/>
              <a:ext cx="209" cy="2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5" imgW="177165" imgH="241300" progId="Equation.3">
                      <p:embed/>
                    </p:oleObj>
                  </mc:Choice>
                  <mc:Fallback>
                    <p:oleObj r:id="rId15" imgW="177165" imgH="241300" progId="Equation.3">
                      <p:embed/>
                      <p:pic>
                        <p:nvPicPr>
                          <p:cNvPr id="0" name="图片 3080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5009" y="2010"/>
                            <a:ext cx="209" cy="28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6170" name="Object 37"/>
            <p:cNvGraphicFramePr>
              <a:graphicFrameLocks noChangeAspect="1"/>
            </p:cNvGraphicFramePr>
            <p:nvPr/>
          </p:nvGraphicFramePr>
          <p:xfrm>
            <a:off x="815" y="2245"/>
            <a:ext cx="2043" cy="5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7" imgW="1816100" imgH="520700" progId="Equation.3">
                    <p:embed/>
                  </p:oleObj>
                </mc:Choice>
                <mc:Fallback>
                  <p:oleObj r:id="rId17" imgW="1816100" imgH="520700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815" y="2245"/>
                          <a:ext cx="2043" cy="58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2183" name="Object 39"/>
          <p:cNvGraphicFramePr>
            <a:graphicFrameLocks noChangeAspect="1"/>
          </p:cNvGraphicFramePr>
          <p:nvPr/>
        </p:nvGraphicFramePr>
        <p:xfrm>
          <a:off x="5219700" y="5807075"/>
          <a:ext cx="2497138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1193800" imgH="405765" progId="Equation.3">
                  <p:embed/>
                </p:oleObj>
              </mc:Choice>
              <mc:Fallback>
                <p:oleObj r:id="rId19" imgW="1193800" imgH="405765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219700" y="5807075"/>
                        <a:ext cx="2497138" cy="847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1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62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62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31" grpId="0"/>
      <p:bldP spid="14341" grpId="0"/>
      <p:bldP spid="14341" grpId="1"/>
      <p:bldP spid="26215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/>
          <p:nvPr/>
        </p:nvSpPr>
        <p:spPr>
          <a:xfrm>
            <a:off x="395288" y="981075"/>
            <a:ext cx="7775575" cy="105092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lstStyle/>
          <a:p>
            <a:pPr defTabSz="762000" eaLnBrk="0" hangingPunct="0">
              <a:lnSpc>
                <a:spcPct val="13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）确定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回路的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绕行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正方向。回路所围面积的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法线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方向与回路绕行方向满足右手螺旋法则。</a:t>
            </a:r>
          </a:p>
        </p:txBody>
      </p:sp>
      <p:sp>
        <p:nvSpPr>
          <p:cNvPr id="7170" name="Rectangle 3"/>
          <p:cNvSpPr/>
          <p:nvPr/>
        </p:nvSpPr>
        <p:spPr>
          <a:xfrm>
            <a:off x="287338" y="260350"/>
            <a:ext cx="6151562" cy="5715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 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利用法拉第电磁感应定律计算电动势步骤：</a:t>
            </a:r>
          </a:p>
        </p:txBody>
      </p:sp>
      <p:grpSp>
        <p:nvGrpSpPr>
          <p:cNvPr id="2" name="Group 10"/>
          <p:cNvGrpSpPr/>
          <p:nvPr/>
        </p:nvGrpSpPr>
        <p:grpSpPr>
          <a:xfrm>
            <a:off x="434975" y="2384425"/>
            <a:ext cx="7696200" cy="623888"/>
            <a:chOff x="357" y="1852"/>
            <a:chExt cx="4848" cy="393"/>
          </a:xfrm>
        </p:grpSpPr>
        <p:sp>
          <p:nvSpPr>
            <p:cNvPr id="7172" name="Rectangle 6"/>
            <p:cNvSpPr/>
            <p:nvPr/>
          </p:nvSpPr>
          <p:spPr>
            <a:xfrm>
              <a:off x="357" y="1904"/>
              <a:ext cx="484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en-US" altLang="zh-CN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2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）根据            计算任意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 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时刻通过回路的</a:t>
              </a:r>
              <a:r>
                <a:rPr lang="zh-CN" altLang="en-US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磁通量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。</a:t>
              </a:r>
            </a:p>
          </p:txBody>
        </p:sp>
        <p:graphicFrame>
          <p:nvGraphicFramePr>
            <p:cNvPr id="7173" name="Object 5"/>
            <p:cNvGraphicFramePr>
              <a:graphicFrameLocks noChangeAspect="1"/>
            </p:cNvGraphicFramePr>
            <p:nvPr/>
          </p:nvGraphicFramePr>
          <p:xfrm>
            <a:off x="1141" y="1852"/>
            <a:ext cx="1094" cy="3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812800" imgH="292100" progId="Equation.DSMT4">
                    <p:embed/>
                  </p:oleObj>
                </mc:Choice>
                <mc:Fallback>
                  <p:oleObj r:id="rId2" imgW="812800" imgH="292100" progId="Equation.DSMT4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141" y="1852"/>
                          <a:ext cx="1094" cy="3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9320" name="Rectangle 8"/>
          <p:cNvSpPr/>
          <p:nvPr/>
        </p:nvSpPr>
        <p:spPr>
          <a:xfrm>
            <a:off x="555625" y="4205288"/>
            <a:ext cx="7164388" cy="5715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）根据电动势的正、负判断电动势的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方向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grpSp>
        <p:nvGrpSpPr>
          <p:cNvPr id="3" name="Group 11"/>
          <p:cNvGrpSpPr/>
          <p:nvPr/>
        </p:nvGrpSpPr>
        <p:grpSpPr>
          <a:xfrm>
            <a:off x="520700" y="3243263"/>
            <a:ext cx="7650163" cy="838200"/>
            <a:chOff x="357" y="2519"/>
            <a:chExt cx="4819" cy="528"/>
          </a:xfrm>
        </p:grpSpPr>
        <p:sp>
          <p:nvSpPr>
            <p:cNvPr id="7176" name="Rectangle 7"/>
            <p:cNvSpPr/>
            <p:nvPr/>
          </p:nvSpPr>
          <p:spPr>
            <a:xfrm>
              <a:off x="357" y="2585"/>
              <a:ext cx="4819" cy="36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>
                <a:lnSpc>
                  <a:spcPct val="130000"/>
                </a:lnSpc>
              </a:pPr>
              <a:r>
                <a:rPr lang="en-US" altLang="zh-CN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3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）由法拉第定律计算</a:t>
              </a:r>
              <a:r>
                <a:rPr lang="zh-CN" altLang="en-US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电动势</a:t>
              </a:r>
            </a:p>
          </p:txBody>
        </p:sp>
        <p:graphicFrame>
          <p:nvGraphicFramePr>
            <p:cNvPr id="7177" name="Object 9"/>
            <p:cNvGraphicFramePr/>
            <p:nvPr/>
          </p:nvGraphicFramePr>
          <p:xfrm>
            <a:off x="2954" y="2519"/>
            <a:ext cx="1097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800100" imgH="419100" progId="Equation.3">
                    <p:embed/>
                  </p:oleObj>
                </mc:Choice>
                <mc:Fallback>
                  <p:oleObj r:id="rId4" imgW="800100" imgH="4191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5">
                          <a:lum bright="-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954" y="2519"/>
                          <a:ext cx="1097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178" name="组合 10"/>
          <p:cNvGrpSpPr/>
          <p:nvPr/>
        </p:nvGrpSpPr>
        <p:grpSpPr>
          <a:xfrm>
            <a:off x="555625" y="5680075"/>
            <a:ext cx="6396038" cy="603250"/>
            <a:chOff x="690" y="8982"/>
            <a:chExt cx="10072" cy="949"/>
          </a:xfrm>
        </p:grpSpPr>
        <p:sp>
          <p:nvSpPr>
            <p:cNvPr id="7179" name="Rectangle 18"/>
            <p:cNvSpPr/>
            <p:nvPr/>
          </p:nvSpPr>
          <p:spPr>
            <a:xfrm>
              <a:off x="3572" y="9143"/>
              <a:ext cx="7190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的方向与回路</a:t>
              </a:r>
              <a:r>
                <a:rPr lang="en-US" altLang="zh-CN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L 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方向绕行相反。</a:t>
              </a:r>
            </a:p>
          </p:txBody>
        </p:sp>
        <p:graphicFrame>
          <p:nvGraphicFramePr>
            <p:cNvPr id="7180" name="对象 5"/>
            <p:cNvGraphicFramePr/>
            <p:nvPr/>
          </p:nvGraphicFramePr>
          <p:xfrm>
            <a:off x="690" y="8982"/>
            <a:ext cx="2806" cy="9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259205" imgH="440690" progId="Equation.DSMT4">
                    <p:embed/>
                  </p:oleObj>
                </mc:Choice>
                <mc:Fallback>
                  <p:oleObj r:id="rId6" imgW="1259205" imgH="440690" progId="Equation.DSMT4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690" y="8982"/>
                          <a:ext cx="2806" cy="9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181" name="组合 9"/>
          <p:cNvGrpSpPr/>
          <p:nvPr/>
        </p:nvGrpSpPr>
        <p:grpSpPr>
          <a:xfrm>
            <a:off x="555625" y="4900613"/>
            <a:ext cx="6499225" cy="655637"/>
            <a:chOff x="875" y="7717"/>
            <a:chExt cx="10235" cy="1034"/>
          </a:xfrm>
        </p:grpSpPr>
        <p:sp>
          <p:nvSpPr>
            <p:cNvPr id="7182" name="Text Box 16"/>
            <p:cNvSpPr txBox="1"/>
            <p:nvPr/>
          </p:nvSpPr>
          <p:spPr>
            <a:xfrm>
              <a:off x="3774" y="7972"/>
              <a:ext cx="7336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的方向与回路</a:t>
              </a:r>
              <a:r>
                <a:rPr lang="en-US" altLang="zh-CN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L 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绕行方向一致；</a:t>
              </a:r>
            </a:p>
          </p:txBody>
        </p:sp>
        <p:graphicFrame>
          <p:nvGraphicFramePr>
            <p:cNvPr id="7183" name="对象 7"/>
            <p:cNvGraphicFramePr/>
            <p:nvPr/>
          </p:nvGraphicFramePr>
          <p:xfrm>
            <a:off x="875" y="7717"/>
            <a:ext cx="2639" cy="10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281430" imgH="474980" progId="Equation.DSMT4">
                    <p:embed/>
                  </p:oleObj>
                </mc:Choice>
                <mc:Fallback>
                  <p:oleObj r:id="rId8" imgW="1281430" imgH="474980" progId="Equation.DSMT4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875" y="7717"/>
                          <a:ext cx="2639" cy="10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69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1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文本框 3"/>
          <p:cNvSpPr txBox="1"/>
          <p:nvPr>
            <p:custDataLst>
              <p:tags r:id="rId1"/>
            </p:custDataLst>
          </p:nvPr>
        </p:nvSpPr>
        <p:spPr>
          <a:xfrm>
            <a:off x="539115" y="260350"/>
            <a:ext cx="7989888" cy="52622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课前测</a:t>
            </a:r>
            <a:r>
              <a:rPr lang="en-US" altLang="zh-CN" sz="280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80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：</a:t>
            </a:r>
          </a:p>
          <a:p>
            <a:pPr>
              <a:lnSpc>
                <a:spcPct val="150000"/>
              </a:lnSpc>
            </a:pPr>
            <a:r>
              <a:rPr lang="en-US" altLang="zh-CN" sz="280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   </a:t>
            </a:r>
            <a:r>
              <a:rPr lang="en-US" altLang="zh-CN" sz="2800">
                <a:latin typeface="Verdana" panose="020B0604030504040204" pitchFamily="34" charset="0"/>
                <a:ea typeface="宋体" panose="02010600030101010101" pitchFamily="2" charset="-122"/>
              </a:rPr>
              <a:t>  </a:t>
            </a:r>
            <a:r>
              <a:rPr lang="zh-CN" altLang="en-US" sz="2800">
                <a:latin typeface="Verdana" panose="020B0604030504040204" pitchFamily="34" charset="0"/>
                <a:ea typeface="宋体" panose="02010600030101010101" pitchFamily="2" charset="-122"/>
              </a:rPr>
              <a:t>将形状完全相同的铜环和木环静止放置，并使通过两环面的磁通量随时间的变化率相等，则不计自感时</a:t>
            </a:r>
          </a:p>
          <a:p>
            <a:pPr>
              <a:lnSpc>
                <a:spcPct val="150000"/>
              </a:lnSpc>
            </a:pPr>
            <a:r>
              <a:rPr lang="zh-CN" altLang="en-US" sz="2800">
                <a:latin typeface="Verdan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800">
                <a:latin typeface="Verdana" panose="020B0604030504040204" pitchFamily="34" charset="0"/>
                <a:ea typeface="宋体" panose="02010600030101010101" pitchFamily="2" charset="-122"/>
              </a:rPr>
              <a:t>A</a:t>
            </a:r>
            <a:r>
              <a:rPr lang="zh-CN" altLang="en-US" sz="2800">
                <a:latin typeface="Verdana" panose="020B0604030504040204" pitchFamily="34" charset="0"/>
                <a:ea typeface="宋体" panose="02010600030101010101" pitchFamily="2" charset="-122"/>
              </a:rPr>
              <a:t>）铜环中有感应电动势，木环中无感应电动势</a:t>
            </a:r>
          </a:p>
          <a:p>
            <a:pPr>
              <a:lnSpc>
                <a:spcPct val="150000"/>
              </a:lnSpc>
            </a:pPr>
            <a:r>
              <a:rPr lang="zh-CN" altLang="en-US" sz="2800">
                <a:latin typeface="Verdan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800">
                <a:latin typeface="Verdana" panose="020B0604030504040204" pitchFamily="34" charset="0"/>
                <a:ea typeface="宋体" panose="02010600030101010101" pitchFamily="2" charset="-122"/>
              </a:rPr>
              <a:t>B</a:t>
            </a:r>
            <a:r>
              <a:rPr lang="zh-CN" altLang="en-US" sz="2800">
                <a:latin typeface="Verdana" panose="020B0604030504040204" pitchFamily="34" charset="0"/>
                <a:ea typeface="宋体" panose="02010600030101010101" pitchFamily="2" charset="-122"/>
              </a:rPr>
              <a:t>）铜环中感应电动势大，木环中感应电动势小</a:t>
            </a:r>
          </a:p>
          <a:p>
            <a:pPr>
              <a:lnSpc>
                <a:spcPct val="150000"/>
              </a:lnSpc>
            </a:pPr>
            <a:r>
              <a:rPr lang="zh-CN" altLang="en-US" sz="2800">
                <a:latin typeface="Verdan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800">
                <a:latin typeface="Verdana" panose="020B0604030504040204" pitchFamily="34" charset="0"/>
                <a:ea typeface="宋体" panose="02010600030101010101" pitchFamily="2" charset="-122"/>
              </a:rPr>
              <a:t>C</a:t>
            </a:r>
            <a:r>
              <a:rPr lang="zh-CN" altLang="en-US" sz="2800">
                <a:latin typeface="Verdan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zh-CN" altLang="en-US" sz="2800">
                <a:latin typeface="Verdan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铜环中感应电动势小，木环中感应电动势大</a:t>
            </a:r>
          </a:p>
          <a:p>
            <a:pPr>
              <a:lnSpc>
                <a:spcPct val="150000"/>
              </a:lnSpc>
            </a:pPr>
            <a:r>
              <a:rPr lang="zh-CN" altLang="en-US" sz="2800">
                <a:latin typeface="Verdan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800">
                <a:latin typeface="Verdana" panose="020B0604030504040204" pitchFamily="34" charset="0"/>
                <a:ea typeface="宋体" panose="02010600030101010101" pitchFamily="2" charset="-122"/>
              </a:rPr>
              <a:t>D</a:t>
            </a:r>
            <a:r>
              <a:rPr lang="zh-CN" altLang="en-US" sz="2800">
                <a:latin typeface="Verdana" panose="020B0604030504040204" pitchFamily="34" charset="0"/>
                <a:ea typeface="宋体" panose="02010600030101010101" pitchFamily="2" charset="-122"/>
              </a:rPr>
              <a:t>）两环中感应电动势相等</a:t>
            </a:r>
            <a:endParaRPr lang="zh-CN" altLang="en-US" sz="2800">
              <a:solidFill>
                <a:srgbClr val="0000FF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3" name="文本框 1"/>
          <p:cNvSpPr txBox="1"/>
          <p:nvPr>
            <p:custDataLst>
              <p:tags r:id="rId2"/>
            </p:custDataLst>
          </p:nvPr>
        </p:nvSpPr>
        <p:spPr>
          <a:xfrm>
            <a:off x="6732270" y="5732780"/>
            <a:ext cx="836613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800">
                <a:latin typeface="Verdan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80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D</a:t>
            </a:r>
            <a:r>
              <a:rPr lang="zh-CN" altLang="en-US" sz="280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Text Box 2"/>
          <p:cNvSpPr txBox="1"/>
          <p:nvPr/>
        </p:nvSpPr>
        <p:spPr>
          <a:xfrm>
            <a:off x="252413" y="296863"/>
            <a:ext cx="8294687" cy="45227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长直导线通有电流</a:t>
            </a:r>
            <a:r>
              <a:rPr lang="en-US" altLang="zh-CN" sz="2400" b="1" i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，在它附近放有一 矩形导体回路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求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）穿过回路中的</a:t>
            </a:r>
            <a:r>
              <a:rPr lang="el-GR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φ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； 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）若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=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kt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（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k</a:t>
            </a:r>
            <a:r>
              <a:rPr lang="en-US" altLang="zh-CN" sz="2400" b="1" i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=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常量）回路中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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=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？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）若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=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常数，回路以</a:t>
            </a:r>
            <a:r>
              <a:rPr lang="en-US" altLang="zh-CN" sz="2400" b="1" i="1" dirty="0">
                <a:solidFill>
                  <a:srgbClr val="000000"/>
                </a:solidFill>
                <a:latin typeface="Book Antiqua" panose="02040602050305030304" charset="0"/>
                <a:ea typeface="楷体_GB2312" pitchFamily="49" charset="-122"/>
                <a:sym typeface="Symbol" panose="05050102010706020507" pitchFamily="18" charset="2"/>
              </a:rPr>
              <a:t>v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向右</a:t>
            </a:r>
          </a:p>
          <a:p>
            <a:pPr eaLnBrk="0" hangingPunct="0">
              <a:lnSpc>
                <a:spcPct val="15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运动，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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=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？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4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）若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=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kt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，且回路又以</a:t>
            </a:r>
            <a:r>
              <a:rPr lang="en-US" altLang="zh-CN" sz="2400" b="1" i="1" dirty="0">
                <a:solidFill>
                  <a:srgbClr val="000000"/>
                </a:solidFill>
                <a:latin typeface="Book Antiqua" panose="02040602050305030304" charset="0"/>
                <a:ea typeface="楷体_GB2312" pitchFamily="49" charset="-122"/>
                <a:sym typeface="Symbol" panose="05050102010706020507" pitchFamily="18" charset="2"/>
              </a:rPr>
              <a:t>v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向</a:t>
            </a:r>
          </a:p>
          <a:p>
            <a:pPr eaLnBrk="0" hangingPunct="0">
              <a:lnSpc>
                <a:spcPct val="15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右运动时，求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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=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？</a:t>
            </a:r>
          </a:p>
        </p:txBody>
      </p:sp>
      <p:grpSp>
        <p:nvGrpSpPr>
          <p:cNvPr id="8194" name="Group 82"/>
          <p:cNvGrpSpPr/>
          <p:nvPr/>
        </p:nvGrpSpPr>
        <p:grpSpPr>
          <a:xfrm>
            <a:off x="5405438" y="1892300"/>
            <a:ext cx="3200400" cy="4114800"/>
            <a:chOff x="3405" y="1192"/>
            <a:chExt cx="2016" cy="2592"/>
          </a:xfrm>
        </p:grpSpPr>
        <p:sp>
          <p:nvSpPr>
            <p:cNvPr id="8195" name="Line 44"/>
            <p:cNvSpPr/>
            <p:nvPr/>
          </p:nvSpPr>
          <p:spPr>
            <a:xfrm>
              <a:off x="4356" y="1589"/>
              <a:ext cx="384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196" name="AutoShape 52"/>
            <p:cNvSpPr/>
            <p:nvPr/>
          </p:nvSpPr>
          <p:spPr>
            <a:xfrm flipH="1">
              <a:off x="3645" y="1480"/>
              <a:ext cx="96" cy="1968"/>
            </a:xfrm>
            <a:prstGeom prst="can">
              <a:avLst>
                <a:gd name="adj" fmla="val 39671"/>
              </a:avLst>
            </a:prstGeom>
            <a:gradFill rotWithShape="0">
              <a:gsLst>
                <a:gs pos="0">
                  <a:srgbClr val="7C9496"/>
                </a:gs>
                <a:gs pos="50000">
                  <a:srgbClr val="BBE0E3"/>
                </a:gs>
                <a:gs pos="100000">
                  <a:srgbClr val="7C9496"/>
                </a:gs>
              </a:gsLst>
              <a:lin ang="0" scaled="1"/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197" name="Rectangle 53"/>
            <p:cNvSpPr/>
            <p:nvPr/>
          </p:nvSpPr>
          <p:spPr>
            <a:xfrm>
              <a:off x="4125" y="1720"/>
              <a:ext cx="576" cy="1104"/>
            </a:xfrm>
            <a:prstGeom prst="rect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198" name="Line 54"/>
            <p:cNvSpPr/>
            <p:nvPr/>
          </p:nvSpPr>
          <p:spPr>
            <a:xfrm flipV="1">
              <a:off x="3702" y="1962"/>
              <a:ext cx="0" cy="62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8199" name="Line 55"/>
            <p:cNvSpPr/>
            <p:nvPr/>
          </p:nvSpPr>
          <p:spPr>
            <a:xfrm flipV="1">
              <a:off x="3754" y="3149"/>
              <a:ext cx="920" cy="29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dash"/>
              <a:round/>
              <a:headEnd type="triangle" w="sm" len="lg"/>
              <a:tailEnd type="triangle" w="sm" len="lg"/>
            </a:ln>
          </p:spPr>
        </p:sp>
        <p:sp>
          <p:nvSpPr>
            <p:cNvPr id="8200" name="Line 56"/>
            <p:cNvSpPr/>
            <p:nvPr/>
          </p:nvSpPr>
          <p:spPr>
            <a:xfrm>
              <a:off x="4893" y="1720"/>
              <a:ext cx="0" cy="1104"/>
            </a:xfrm>
            <a:prstGeom prst="line">
              <a:avLst/>
            </a:prstGeom>
            <a:ln w="28575" cap="flat" cmpd="sng">
              <a:solidFill>
                <a:srgbClr val="CC0099"/>
              </a:solidFill>
              <a:prstDash val="dash"/>
              <a:round/>
              <a:headEnd type="triangle" w="sm" len="lg"/>
              <a:tailEnd type="triangle" w="sm" len="lg"/>
            </a:ln>
          </p:spPr>
        </p:sp>
        <p:graphicFrame>
          <p:nvGraphicFramePr>
            <p:cNvPr id="8201" name="Object 57"/>
            <p:cNvGraphicFramePr>
              <a:graphicFrameLocks noChangeAspect="1"/>
            </p:cNvGraphicFramePr>
            <p:nvPr/>
          </p:nvGraphicFramePr>
          <p:xfrm>
            <a:off x="3816" y="2982"/>
            <a:ext cx="225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27000" imgH="139700" progId="Equation.3">
                    <p:embed/>
                  </p:oleObj>
                </mc:Choice>
                <mc:Fallback>
                  <p:oleObj r:id="rId2" imgW="127000" imgH="139700" progId="Equation.3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3816" y="2982"/>
                          <a:ext cx="225" cy="2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02" name="Object 58"/>
            <p:cNvGraphicFramePr>
              <a:graphicFrameLocks noChangeAspect="1"/>
            </p:cNvGraphicFramePr>
            <p:nvPr/>
          </p:nvGraphicFramePr>
          <p:xfrm>
            <a:off x="4283" y="3103"/>
            <a:ext cx="225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27000" imgH="177165" progId="Equation.3">
                    <p:embed/>
                  </p:oleObj>
                </mc:Choice>
                <mc:Fallback>
                  <p:oleObj r:id="rId4" imgW="127000" imgH="177165" progId="Equation.3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283" y="3103"/>
                          <a:ext cx="225" cy="3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03" name="Object 59"/>
            <p:cNvGraphicFramePr>
              <a:graphicFrameLocks noChangeAspect="1"/>
            </p:cNvGraphicFramePr>
            <p:nvPr/>
          </p:nvGraphicFramePr>
          <p:xfrm>
            <a:off x="4893" y="2056"/>
            <a:ext cx="171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88900" imgH="177165" progId="Equation.3">
                    <p:embed/>
                  </p:oleObj>
                </mc:Choice>
                <mc:Fallback>
                  <p:oleObj r:id="rId6" imgW="88900" imgH="177165" progId="Equation.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4893" y="2056"/>
                          <a:ext cx="171" cy="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04" name="Object 60"/>
            <p:cNvGraphicFramePr>
              <a:graphicFrameLocks noChangeAspect="1"/>
            </p:cNvGraphicFramePr>
            <p:nvPr/>
          </p:nvGraphicFramePr>
          <p:xfrm>
            <a:off x="3475" y="2160"/>
            <a:ext cx="17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65100" imgH="228600" progId="Equation.3">
                    <p:embed/>
                  </p:oleObj>
                </mc:Choice>
                <mc:Fallback>
                  <p:oleObj r:id="rId8" imgW="165100" imgH="228600" progId="Equation.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475" y="2160"/>
                          <a:ext cx="173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05" name="Line 61"/>
            <p:cNvSpPr/>
            <p:nvPr/>
          </p:nvSpPr>
          <p:spPr>
            <a:xfrm>
              <a:off x="3645" y="3448"/>
              <a:ext cx="0" cy="3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</p:sp>
        <p:sp>
          <p:nvSpPr>
            <p:cNvPr id="8206" name="Line 62"/>
            <p:cNvSpPr/>
            <p:nvPr/>
          </p:nvSpPr>
          <p:spPr>
            <a:xfrm>
              <a:off x="3741" y="3448"/>
              <a:ext cx="0" cy="3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</p:sp>
        <p:sp>
          <p:nvSpPr>
            <p:cNvPr id="8207" name="Line 63"/>
            <p:cNvSpPr/>
            <p:nvPr/>
          </p:nvSpPr>
          <p:spPr>
            <a:xfrm>
              <a:off x="3741" y="1192"/>
              <a:ext cx="0" cy="3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8208" name="Line 64"/>
            <p:cNvSpPr/>
            <p:nvPr/>
          </p:nvSpPr>
          <p:spPr>
            <a:xfrm>
              <a:off x="3645" y="1192"/>
              <a:ext cx="0" cy="3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8209" name="Line 65"/>
            <p:cNvSpPr/>
            <p:nvPr/>
          </p:nvSpPr>
          <p:spPr>
            <a:xfrm flipH="1">
              <a:off x="4694" y="2824"/>
              <a:ext cx="7" cy="32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8210" name="Line 66"/>
            <p:cNvSpPr/>
            <p:nvPr/>
          </p:nvSpPr>
          <p:spPr>
            <a:xfrm>
              <a:off x="4125" y="2824"/>
              <a:ext cx="2" cy="3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</p:sp>
        <p:sp>
          <p:nvSpPr>
            <p:cNvPr id="8211" name="Line 67"/>
            <p:cNvSpPr/>
            <p:nvPr/>
          </p:nvSpPr>
          <p:spPr>
            <a:xfrm>
              <a:off x="4701" y="1720"/>
              <a:ext cx="38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8212" name="Line 68"/>
            <p:cNvSpPr/>
            <p:nvPr/>
          </p:nvSpPr>
          <p:spPr>
            <a:xfrm>
              <a:off x="4701" y="2824"/>
              <a:ext cx="38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8213" name="Line 69"/>
            <p:cNvSpPr/>
            <p:nvPr/>
          </p:nvSpPr>
          <p:spPr>
            <a:xfrm>
              <a:off x="3741" y="2920"/>
              <a:ext cx="384" cy="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dash"/>
              <a:round/>
              <a:headEnd type="triangle" w="sm" len="lg"/>
              <a:tailEnd type="triangle" w="sm" len="lg"/>
            </a:ln>
          </p:spPr>
        </p:sp>
        <p:grpSp>
          <p:nvGrpSpPr>
            <p:cNvPr id="8214" name="Group 70"/>
            <p:cNvGrpSpPr/>
            <p:nvPr/>
          </p:nvGrpSpPr>
          <p:grpSpPr>
            <a:xfrm>
              <a:off x="3405" y="3256"/>
              <a:ext cx="2016" cy="360"/>
              <a:chOff x="384" y="3360"/>
              <a:chExt cx="2016" cy="360"/>
            </a:xfrm>
          </p:grpSpPr>
          <p:sp>
            <p:nvSpPr>
              <p:cNvPr id="8215" name="Line 71"/>
              <p:cNvSpPr/>
              <p:nvPr/>
            </p:nvSpPr>
            <p:spPr>
              <a:xfrm>
                <a:off x="720" y="3408"/>
                <a:ext cx="1680" cy="0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aphicFrame>
            <p:nvGraphicFramePr>
              <p:cNvPr id="8216" name="Object 72"/>
              <p:cNvGraphicFramePr>
                <a:graphicFrameLocks noChangeAspect="1"/>
              </p:cNvGraphicFramePr>
              <p:nvPr/>
            </p:nvGraphicFramePr>
            <p:xfrm>
              <a:off x="2160" y="3504"/>
              <a:ext cx="202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0" imgW="177800" imgH="190500" progId="Equation.3">
                      <p:embed/>
                    </p:oleObj>
                  </mc:Choice>
                  <mc:Fallback>
                    <p:oleObj r:id="rId10" imgW="177800" imgH="190500" progId="Equation.3">
                      <p:embed/>
                      <p:pic>
                        <p:nvPicPr>
                          <p:cNvPr id="0" name="图片 3084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2160" y="3504"/>
                            <a:ext cx="202" cy="21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17" name="Object 73"/>
              <p:cNvGraphicFramePr>
                <a:graphicFrameLocks noChangeAspect="1"/>
              </p:cNvGraphicFramePr>
              <p:nvPr/>
            </p:nvGraphicFramePr>
            <p:xfrm>
              <a:off x="384" y="3360"/>
              <a:ext cx="187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2" imgW="165100" imgH="190500" progId="Equation.3">
                      <p:embed/>
                    </p:oleObj>
                  </mc:Choice>
                  <mc:Fallback>
                    <p:oleObj r:id="rId12" imgW="165100" imgH="190500" progId="Equation.3">
                      <p:embed/>
                      <p:pic>
                        <p:nvPicPr>
                          <p:cNvPr id="0" name="图片 3087"/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384" y="3360"/>
                            <a:ext cx="187" cy="21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8218" name="Group 74"/>
            <p:cNvGrpSpPr/>
            <p:nvPr/>
          </p:nvGrpSpPr>
          <p:grpSpPr>
            <a:xfrm>
              <a:off x="4077" y="1240"/>
              <a:ext cx="528" cy="327"/>
              <a:chOff x="1056" y="1344"/>
              <a:chExt cx="528" cy="327"/>
            </a:xfrm>
          </p:grpSpPr>
          <p:graphicFrame>
            <p:nvGraphicFramePr>
              <p:cNvPr id="8219" name="Object 75"/>
              <p:cNvGraphicFramePr>
                <a:graphicFrameLocks noChangeAspect="1"/>
              </p:cNvGraphicFramePr>
              <p:nvPr/>
            </p:nvGraphicFramePr>
            <p:xfrm>
              <a:off x="1056" y="1344"/>
              <a:ext cx="247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4" imgW="152400" imgH="190500" progId="Equation.3">
                      <p:embed/>
                    </p:oleObj>
                  </mc:Choice>
                  <mc:Fallback>
                    <p:oleObj r:id="rId14" imgW="152400" imgH="190500" progId="Equation.3">
                      <p:embed/>
                      <p:pic>
                        <p:nvPicPr>
                          <p:cNvPr id="0" name="图片 3085"/>
                          <p:cNvPicPr/>
                          <p:nvPr/>
                        </p:nvPicPr>
                        <p:blipFill>
                          <a:blip r:embed="rId15"/>
                          <a:stretch>
                            <a:fillRect/>
                          </a:stretch>
                        </p:blipFill>
                        <p:spPr>
                          <a:xfrm>
                            <a:off x="1056" y="1344"/>
                            <a:ext cx="247" cy="31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8220" name="Group 76"/>
              <p:cNvGrpSpPr/>
              <p:nvPr/>
            </p:nvGrpSpPr>
            <p:grpSpPr>
              <a:xfrm>
                <a:off x="1296" y="1344"/>
                <a:ext cx="288" cy="327"/>
                <a:chOff x="1296" y="1344"/>
                <a:chExt cx="288" cy="327"/>
              </a:xfrm>
            </p:grpSpPr>
            <p:grpSp>
              <p:nvGrpSpPr>
                <p:cNvPr id="8221" name="Group 77"/>
                <p:cNvGrpSpPr/>
                <p:nvPr/>
              </p:nvGrpSpPr>
              <p:grpSpPr>
                <a:xfrm>
                  <a:off x="1296" y="1344"/>
                  <a:ext cx="288" cy="327"/>
                  <a:chOff x="816" y="3504"/>
                  <a:chExt cx="288" cy="327"/>
                </a:xfrm>
              </p:grpSpPr>
              <p:sp>
                <p:nvSpPr>
                  <p:cNvPr id="8222" name="Oval 78"/>
                  <p:cNvSpPr/>
                  <p:nvPr/>
                </p:nvSpPr>
                <p:spPr>
                  <a:xfrm>
                    <a:off x="864" y="3600"/>
                    <a:ext cx="192" cy="19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Verdan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223" name="Text Box 79"/>
                  <p:cNvSpPr txBox="1"/>
                  <p:nvPr/>
                </p:nvSpPr>
                <p:spPr>
                  <a:xfrm>
                    <a:off x="816" y="3504"/>
                    <a:ext cx="288" cy="32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endParaRPr lang="zh-CN" altLang="zh-CN" sz="2800" b="1" i="1" dirty="0">
                      <a:solidFill>
                        <a:srgbClr val="05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8224" name="Line 80"/>
                <p:cNvSpPr/>
                <p:nvPr/>
              </p:nvSpPr>
              <p:spPr>
                <a:xfrm>
                  <a:off x="1392" y="1488"/>
                  <a:ext cx="96" cy="96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225" name="Line 81"/>
                <p:cNvSpPr/>
                <p:nvPr/>
              </p:nvSpPr>
              <p:spPr>
                <a:xfrm flipH="1">
                  <a:off x="1392" y="1488"/>
                  <a:ext cx="96" cy="96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3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Text Box 2"/>
          <p:cNvSpPr txBox="1"/>
          <p:nvPr/>
        </p:nvSpPr>
        <p:spPr>
          <a:xfrm>
            <a:off x="395288" y="296863"/>
            <a:ext cx="8221662" cy="11985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解</a:t>
            </a:r>
            <a:r>
              <a:rPr lang="zh-CN" altLang="en-US" sz="24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设顺时针为回路绕行正方向，则垂直纸面向里为回路所围平面的法线方向</a:t>
            </a:r>
          </a:p>
        </p:txBody>
      </p:sp>
      <p:sp>
        <p:nvSpPr>
          <p:cNvPr id="274435" name="Text Box 3"/>
          <p:cNvSpPr txBox="1"/>
          <p:nvPr/>
        </p:nvSpPr>
        <p:spPr>
          <a:xfrm>
            <a:off x="466725" y="1665288"/>
            <a:ext cx="4522788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 穿过回路中的</a:t>
            </a:r>
            <a:r>
              <a:rPr lang="el-GR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φ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m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； </a:t>
            </a:r>
          </a:p>
        </p:txBody>
      </p:sp>
      <p:graphicFrame>
        <p:nvGraphicFramePr>
          <p:cNvPr id="274436" name="Object 4"/>
          <p:cNvGraphicFramePr>
            <a:graphicFrameLocks noChangeAspect="1"/>
          </p:cNvGraphicFramePr>
          <p:nvPr/>
        </p:nvGraphicFramePr>
        <p:xfrm>
          <a:off x="622300" y="4057650"/>
          <a:ext cx="242093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16000" imgH="342900" progId="Equation.3">
                  <p:embed/>
                </p:oleObj>
              </mc:Choice>
              <mc:Fallback>
                <p:oleObj r:id="rId2" imgW="1016000" imgH="3429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2300" y="4057650"/>
                        <a:ext cx="2420938" cy="86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37" name="Object 5"/>
          <p:cNvGraphicFramePr>
            <a:graphicFrameLocks noChangeAspect="1"/>
          </p:cNvGraphicFramePr>
          <p:nvPr/>
        </p:nvGraphicFramePr>
        <p:xfrm>
          <a:off x="3167063" y="3995738"/>
          <a:ext cx="1889125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61365" imgH="393700" progId="Equation.3">
                  <p:embed/>
                </p:oleObj>
              </mc:Choice>
              <mc:Fallback>
                <p:oleObj r:id="rId4" imgW="761365" imgH="393700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67063" y="3995738"/>
                        <a:ext cx="1889125" cy="987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38" name="Object 6"/>
          <p:cNvGraphicFramePr>
            <a:graphicFrameLocks noChangeAspect="1"/>
          </p:cNvGraphicFramePr>
          <p:nvPr/>
        </p:nvGraphicFramePr>
        <p:xfrm>
          <a:off x="1150938" y="5121275"/>
          <a:ext cx="1895475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914400" imgH="508000" progId="Equation.3">
                  <p:embed/>
                </p:oleObj>
              </mc:Choice>
              <mc:Fallback>
                <p:oleObj r:id="rId6" imgW="914400" imgH="50800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50938" y="5121275"/>
                        <a:ext cx="1895475" cy="1063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63" name="Object 31"/>
          <p:cNvGraphicFramePr>
            <a:graphicFrameLocks noChangeAspect="1"/>
          </p:cNvGraphicFramePr>
          <p:nvPr/>
        </p:nvGraphicFramePr>
        <p:xfrm>
          <a:off x="1619250" y="2881313"/>
          <a:ext cx="1377950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558800" imgH="393700" progId="Equation.3">
                  <p:embed/>
                </p:oleObj>
              </mc:Choice>
              <mc:Fallback>
                <p:oleObj r:id="rId8" imgW="558800" imgH="393700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619250" y="2881313"/>
                        <a:ext cx="1377950" cy="969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64" name="Text Box 32"/>
          <p:cNvSpPr txBox="1"/>
          <p:nvPr/>
        </p:nvSpPr>
        <p:spPr>
          <a:xfrm>
            <a:off x="755650" y="2384425"/>
            <a:ext cx="4522788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无限长载流导线的磁场 </a:t>
            </a:r>
          </a:p>
        </p:txBody>
      </p:sp>
      <p:grpSp>
        <p:nvGrpSpPr>
          <p:cNvPr id="9224" name="Group 115"/>
          <p:cNvGrpSpPr/>
          <p:nvPr/>
        </p:nvGrpSpPr>
        <p:grpSpPr>
          <a:xfrm>
            <a:off x="5475288" y="1736725"/>
            <a:ext cx="3200400" cy="4114800"/>
            <a:chOff x="3334" y="1083"/>
            <a:chExt cx="2016" cy="2592"/>
          </a:xfrm>
        </p:grpSpPr>
        <p:sp>
          <p:nvSpPr>
            <p:cNvPr id="9225" name="Line 82"/>
            <p:cNvSpPr/>
            <p:nvPr/>
          </p:nvSpPr>
          <p:spPr>
            <a:xfrm>
              <a:off x="4285" y="1480"/>
              <a:ext cx="384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226" name="AutoShape 83"/>
            <p:cNvSpPr/>
            <p:nvPr/>
          </p:nvSpPr>
          <p:spPr>
            <a:xfrm flipH="1">
              <a:off x="3574" y="1371"/>
              <a:ext cx="96" cy="1968"/>
            </a:xfrm>
            <a:prstGeom prst="can">
              <a:avLst>
                <a:gd name="adj" fmla="val 39671"/>
              </a:avLst>
            </a:prstGeom>
            <a:gradFill rotWithShape="0">
              <a:gsLst>
                <a:gs pos="0">
                  <a:srgbClr val="7C9496"/>
                </a:gs>
                <a:gs pos="50000">
                  <a:srgbClr val="BBE0E3"/>
                </a:gs>
                <a:gs pos="100000">
                  <a:srgbClr val="7C9496"/>
                </a:gs>
              </a:gsLst>
              <a:lin ang="0" scaled="1"/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27" name="Rectangle 84"/>
            <p:cNvSpPr/>
            <p:nvPr/>
          </p:nvSpPr>
          <p:spPr>
            <a:xfrm>
              <a:off x="4054" y="1611"/>
              <a:ext cx="576" cy="1104"/>
            </a:xfrm>
            <a:prstGeom prst="rect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28" name="Line 85"/>
            <p:cNvSpPr/>
            <p:nvPr/>
          </p:nvSpPr>
          <p:spPr>
            <a:xfrm flipV="1">
              <a:off x="3631" y="1853"/>
              <a:ext cx="0" cy="62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9229" name="Line 86"/>
            <p:cNvSpPr/>
            <p:nvPr/>
          </p:nvSpPr>
          <p:spPr>
            <a:xfrm flipV="1">
              <a:off x="3702" y="2816"/>
              <a:ext cx="922" cy="24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dash"/>
              <a:round/>
              <a:headEnd type="triangle" w="sm" len="lg"/>
              <a:tailEnd type="triangle" w="sm" len="lg"/>
            </a:ln>
          </p:spPr>
        </p:sp>
        <p:sp>
          <p:nvSpPr>
            <p:cNvPr id="9230" name="Line 87"/>
            <p:cNvSpPr/>
            <p:nvPr/>
          </p:nvSpPr>
          <p:spPr>
            <a:xfrm>
              <a:off x="4822" y="1611"/>
              <a:ext cx="0" cy="1104"/>
            </a:xfrm>
            <a:prstGeom prst="line">
              <a:avLst/>
            </a:prstGeom>
            <a:ln w="28575" cap="flat" cmpd="sng">
              <a:solidFill>
                <a:srgbClr val="CC0099"/>
              </a:solidFill>
              <a:prstDash val="dash"/>
              <a:round/>
              <a:headEnd type="triangle" w="sm" len="lg"/>
              <a:tailEnd type="triangle" w="sm" len="lg"/>
            </a:ln>
          </p:spPr>
        </p:sp>
        <p:graphicFrame>
          <p:nvGraphicFramePr>
            <p:cNvPr id="9231" name="Object 88"/>
            <p:cNvGraphicFramePr>
              <a:graphicFrameLocks noChangeAspect="1"/>
            </p:cNvGraphicFramePr>
            <p:nvPr/>
          </p:nvGraphicFramePr>
          <p:xfrm>
            <a:off x="3730" y="2273"/>
            <a:ext cx="225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27000" imgH="139700" progId="Equation.3">
                    <p:embed/>
                  </p:oleObj>
                </mc:Choice>
                <mc:Fallback>
                  <p:oleObj r:id="rId10" imgW="127000" imgH="139700" progId="Equation.3">
                    <p:embed/>
                    <p:pic>
                      <p:nvPicPr>
                        <p:cNvPr id="0" name="图片 3124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730" y="2273"/>
                          <a:ext cx="225" cy="2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2" name="Object 89"/>
            <p:cNvGraphicFramePr>
              <a:graphicFrameLocks noChangeAspect="1"/>
            </p:cNvGraphicFramePr>
            <p:nvPr/>
          </p:nvGraphicFramePr>
          <p:xfrm>
            <a:off x="3929" y="2812"/>
            <a:ext cx="225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127000" imgH="177165" progId="Equation.3">
                    <p:embed/>
                  </p:oleObj>
                </mc:Choice>
                <mc:Fallback>
                  <p:oleObj r:id="rId12" imgW="127000" imgH="177165" progId="Equation.3">
                    <p:embed/>
                    <p:pic>
                      <p:nvPicPr>
                        <p:cNvPr id="0" name="图片 3118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929" y="2812"/>
                          <a:ext cx="225" cy="3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3" name="Object 90"/>
            <p:cNvGraphicFramePr>
              <a:graphicFrameLocks noChangeAspect="1"/>
            </p:cNvGraphicFramePr>
            <p:nvPr/>
          </p:nvGraphicFramePr>
          <p:xfrm>
            <a:off x="4822" y="1947"/>
            <a:ext cx="171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88900" imgH="177165" progId="Equation.3">
                    <p:embed/>
                  </p:oleObj>
                </mc:Choice>
                <mc:Fallback>
                  <p:oleObj r:id="rId14" imgW="88900" imgH="177165" progId="Equation.3">
                    <p:embed/>
                    <p:pic>
                      <p:nvPicPr>
                        <p:cNvPr id="0" name="图片 3119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4822" y="1947"/>
                          <a:ext cx="171" cy="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4" name="Object 91"/>
            <p:cNvGraphicFramePr>
              <a:graphicFrameLocks noChangeAspect="1"/>
            </p:cNvGraphicFramePr>
            <p:nvPr/>
          </p:nvGraphicFramePr>
          <p:xfrm>
            <a:off x="3404" y="2051"/>
            <a:ext cx="17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165100" imgH="228600" progId="Equation.3">
                    <p:embed/>
                  </p:oleObj>
                </mc:Choice>
                <mc:Fallback>
                  <p:oleObj r:id="rId16" imgW="165100" imgH="228600" progId="Equation.3">
                    <p:embed/>
                    <p:pic>
                      <p:nvPicPr>
                        <p:cNvPr id="0" name="图片 3125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3404" y="2051"/>
                          <a:ext cx="173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5" name="Line 92"/>
            <p:cNvSpPr/>
            <p:nvPr/>
          </p:nvSpPr>
          <p:spPr>
            <a:xfrm>
              <a:off x="3574" y="3339"/>
              <a:ext cx="0" cy="3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</p:sp>
        <p:sp>
          <p:nvSpPr>
            <p:cNvPr id="9236" name="Line 93"/>
            <p:cNvSpPr/>
            <p:nvPr/>
          </p:nvSpPr>
          <p:spPr>
            <a:xfrm>
              <a:off x="3670" y="3339"/>
              <a:ext cx="0" cy="3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</p:sp>
        <p:sp>
          <p:nvSpPr>
            <p:cNvPr id="9237" name="Line 94"/>
            <p:cNvSpPr/>
            <p:nvPr/>
          </p:nvSpPr>
          <p:spPr>
            <a:xfrm>
              <a:off x="3670" y="1083"/>
              <a:ext cx="0" cy="3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9238" name="Line 95"/>
            <p:cNvSpPr/>
            <p:nvPr/>
          </p:nvSpPr>
          <p:spPr>
            <a:xfrm>
              <a:off x="3574" y="1083"/>
              <a:ext cx="0" cy="3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9239" name="Line 96"/>
            <p:cNvSpPr/>
            <p:nvPr/>
          </p:nvSpPr>
          <p:spPr>
            <a:xfrm flipH="1">
              <a:off x="4623" y="2715"/>
              <a:ext cx="7" cy="32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9240" name="Line 98"/>
            <p:cNvSpPr/>
            <p:nvPr/>
          </p:nvSpPr>
          <p:spPr>
            <a:xfrm>
              <a:off x="4630" y="1611"/>
              <a:ext cx="38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9241" name="Line 99"/>
            <p:cNvSpPr/>
            <p:nvPr/>
          </p:nvSpPr>
          <p:spPr>
            <a:xfrm>
              <a:off x="4630" y="2715"/>
              <a:ext cx="38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9242" name="Line 100"/>
            <p:cNvSpPr/>
            <p:nvPr/>
          </p:nvSpPr>
          <p:spPr>
            <a:xfrm>
              <a:off x="3645" y="2585"/>
              <a:ext cx="384" cy="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dash"/>
              <a:round/>
              <a:headEnd type="triangle" w="sm" len="lg"/>
              <a:tailEnd type="triangle" w="sm" len="lg"/>
            </a:ln>
          </p:spPr>
        </p:sp>
        <p:grpSp>
          <p:nvGrpSpPr>
            <p:cNvPr id="9243" name="Group 101"/>
            <p:cNvGrpSpPr/>
            <p:nvPr/>
          </p:nvGrpSpPr>
          <p:grpSpPr>
            <a:xfrm>
              <a:off x="3334" y="3147"/>
              <a:ext cx="2016" cy="360"/>
              <a:chOff x="384" y="3360"/>
              <a:chExt cx="2016" cy="360"/>
            </a:xfrm>
          </p:grpSpPr>
          <p:sp>
            <p:nvSpPr>
              <p:cNvPr id="9244" name="Line 102"/>
              <p:cNvSpPr/>
              <p:nvPr/>
            </p:nvSpPr>
            <p:spPr>
              <a:xfrm>
                <a:off x="720" y="3408"/>
                <a:ext cx="1680" cy="0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aphicFrame>
            <p:nvGraphicFramePr>
              <p:cNvPr id="9245" name="Object 103"/>
              <p:cNvGraphicFramePr>
                <a:graphicFrameLocks noChangeAspect="1"/>
              </p:cNvGraphicFramePr>
              <p:nvPr/>
            </p:nvGraphicFramePr>
            <p:xfrm>
              <a:off x="2160" y="3504"/>
              <a:ext cx="202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8" imgW="177800" imgH="190500" progId="Equation.3">
                      <p:embed/>
                    </p:oleObj>
                  </mc:Choice>
                  <mc:Fallback>
                    <p:oleObj r:id="rId18" imgW="177800" imgH="190500" progId="Equation.3">
                      <p:embed/>
                      <p:pic>
                        <p:nvPicPr>
                          <p:cNvPr id="0" name="图片 3116"/>
                          <p:cNvPicPr/>
                          <p:nvPr/>
                        </p:nvPicPr>
                        <p:blipFill>
                          <a:blip r:embed="rId19"/>
                          <a:stretch>
                            <a:fillRect/>
                          </a:stretch>
                        </p:blipFill>
                        <p:spPr>
                          <a:xfrm>
                            <a:off x="2160" y="3504"/>
                            <a:ext cx="202" cy="21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46" name="Object 104"/>
              <p:cNvGraphicFramePr>
                <a:graphicFrameLocks noChangeAspect="1"/>
              </p:cNvGraphicFramePr>
              <p:nvPr/>
            </p:nvGraphicFramePr>
            <p:xfrm>
              <a:off x="384" y="3360"/>
              <a:ext cx="187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0" imgW="165100" imgH="190500" progId="Equation.3">
                      <p:embed/>
                    </p:oleObj>
                  </mc:Choice>
                  <mc:Fallback>
                    <p:oleObj r:id="rId20" imgW="165100" imgH="190500" progId="Equation.3">
                      <p:embed/>
                      <p:pic>
                        <p:nvPicPr>
                          <p:cNvPr id="0" name="图片 3121"/>
                          <p:cNvPicPr/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384" y="3360"/>
                            <a:ext cx="187" cy="21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247" name="Group 105"/>
            <p:cNvGrpSpPr/>
            <p:nvPr/>
          </p:nvGrpSpPr>
          <p:grpSpPr>
            <a:xfrm>
              <a:off x="4006" y="1131"/>
              <a:ext cx="528" cy="327"/>
              <a:chOff x="1056" y="1344"/>
              <a:chExt cx="528" cy="327"/>
            </a:xfrm>
          </p:grpSpPr>
          <p:graphicFrame>
            <p:nvGraphicFramePr>
              <p:cNvPr id="9248" name="Object 106"/>
              <p:cNvGraphicFramePr>
                <a:graphicFrameLocks noChangeAspect="1"/>
              </p:cNvGraphicFramePr>
              <p:nvPr/>
            </p:nvGraphicFramePr>
            <p:xfrm>
              <a:off x="1056" y="1344"/>
              <a:ext cx="247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2" imgW="152400" imgH="190500" progId="Equation.3">
                      <p:embed/>
                    </p:oleObj>
                  </mc:Choice>
                  <mc:Fallback>
                    <p:oleObj r:id="rId22" imgW="152400" imgH="190500" progId="Equation.3">
                      <p:embed/>
                      <p:pic>
                        <p:nvPicPr>
                          <p:cNvPr id="0" name="图片 3122"/>
                          <p:cNvPicPr/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1056" y="1344"/>
                            <a:ext cx="247" cy="31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9249" name="Group 107"/>
              <p:cNvGrpSpPr/>
              <p:nvPr/>
            </p:nvGrpSpPr>
            <p:grpSpPr>
              <a:xfrm>
                <a:off x="1296" y="1344"/>
                <a:ext cx="288" cy="327"/>
                <a:chOff x="1296" y="1344"/>
                <a:chExt cx="288" cy="327"/>
              </a:xfrm>
            </p:grpSpPr>
            <p:grpSp>
              <p:nvGrpSpPr>
                <p:cNvPr id="9250" name="Group 108"/>
                <p:cNvGrpSpPr/>
                <p:nvPr/>
              </p:nvGrpSpPr>
              <p:grpSpPr>
                <a:xfrm>
                  <a:off x="1296" y="1344"/>
                  <a:ext cx="288" cy="327"/>
                  <a:chOff x="816" y="3504"/>
                  <a:chExt cx="288" cy="327"/>
                </a:xfrm>
              </p:grpSpPr>
              <p:sp>
                <p:nvSpPr>
                  <p:cNvPr id="9251" name="Oval 109"/>
                  <p:cNvSpPr/>
                  <p:nvPr/>
                </p:nvSpPr>
                <p:spPr>
                  <a:xfrm>
                    <a:off x="864" y="3600"/>
                    <a:ext cx="192" cy="19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Verdan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252" name="Text Box 110"/>
                  <p:cNvSpPr txBox="1"/>
                  <p:nvPr/>
                </p:nvSpPr>
                <p:spPr>
                  <a:xfrm>
                    <a:off x="816" y="3504"/>
                    <a:ext cx="288" cy="32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endParaRPr lang="zh-CN" altLang="zh-CN" sz="2800" b="1" i="1" dirty="0">
                      <a:solidFill>
                        <a:srgbClr val="05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9253" name="Line 111"/>
                <p:cNvSpPr/>
                <p:nvPr/>
              </p:nvSpPr>
              <p:spPr>
                <a:xfrm>
                  <a:off x="1392" y="1488"/>
                  <a:ext cx="96" cy="96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9254" name="Line 112"/>
                <p:cNvSpPr/>
                <p:nvPr/>
              </p:nvSpPr>
              <p:spPr>
                <a:xfrm flipH="1">
                  <a:off x="1392" y="1488"/>
                  <a:ext cx="96" cy="96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</p:grpSp>
      <p:grpSp>
        <p:nvGrpSpPr>
          <p:cNvPr id="7" name="Group 114"/>
          <p:cNvGrpSpPr/>
          <p:nvPr/>
        </p:nvGrpSpPr>
        <p:grpSpPr>
          <a:xfrm>
            <a:off x="6015038" y="2573338"/>
            <a:ext cx="1123950" cy="1711325"/>
            <a:chOff x="3674" y="1621"/>
            <a:chExt cx="708" cy="1078"/>
          </a:xfrm>
        </p:grpSpPr>
        <p:sp>
          <p:nvSpPr>
            <p:cNvPr id="9256" name="Rectangle 63" descr="宽上对角线"/>
            <p:cNvSpPr/>
            <p:nvPr/>
          </p:nvSpPr>
          <p:spPr>
            <a:xfrm>
              <a:off x="4269" y="1621"/>
              <a:ext cx="113" cy="1078"/>
            </a:xfrm>
            <a:prstGeom prst="rect">
              <a:avLst/>
            </a:prstGeom>
            <a:pattFill prst="wdUpDiag">
              <a:fgClr>
                <a:srgbClr val="A50021"/>
              </a:fgClr>
              <a:bgClr>
                <a:srgbClr val="FFFFFF"/>
              </a:bgClr>
            </a:pattFill>
            <a:ln w="12700" cap="flat" cmpd="sng">
              <a:solidFill>
                <a:srgbClr val="000000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57" name="Line 68"/>
            <p:cNvSpPr/>
            <p:nvPr/>
          </p:nvSpPr>
          <p:spPr>
            <a:xfrm>
              <a:off x="3674" y="2047"/>
              <a:ext cx="626" cy="0"/>
            </a:xfrm>
            <a:prstGeom prst="line">
              <a:avLst/>
            </a:prstGeom>
            <a:ln w="28575" cap="flat" cmpd="sng">
              <a:solidFill>
                <a:srgbClr val="CC0099"/>
              </a:solidFill>
              <a:prstDash val="dash"/>
              <a:round/>
              <a:headEnd type="triangle" w="sm" len="lg"/>
              <a:tailEnd type="triangle" w="sm" len="lg"/>
            </a:ln>
          </p:spPr>
        </p:sp>
        <p:graphicFrame>
          <p:nvGraphicFramePr>
            <p:cNvPr id="9258" name="Object 113"/>
            <p:cNvGraphicFramePr>
              <a:graphicFrameLocks noChangeAspect="1"/>
            </p:cNvGraphicFramePr>
            <p:nvPr/>
          </p:nvGraphicFramePr>
          <p:xfrm>
            <a:off x="3759" y="1735"/>
            <a:ext cx="207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4" imgW="127000" imgH="139700" progId="Equation.3">
                    <p:embed/>
                  </p:oleObj>
                </mc:Choice>
                <mc:Fallback>
                  <p:oleObj r:id="rId24" imgW="127000" imgH="139700" progId="Equation.3">
                    <p:embed/>
                    <p:pic>
                      <p:nvPicPr>
                        <p:cNvPr id="0" name="图片 3126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3759" y="1735"/>
                          <a:ext cx="207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75"/>
                                        <p:tgtEl>
                                          <p:spTgt spid="274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74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74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74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74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4" grpId="0"/>
      <p:bldP spid="274435" grpId="0"/>
      <p:bldP spid="27446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Text Box 2"/>
          <p:cNvSpPr txBox="1"/>
          <p:nvPr/>
        </p:nvSpPr>
        <p:spPr>
          <a:xfrm>
            <a:off x="755650" y="1219200"/>
            <a:ext cx="403225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=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kt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时，在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t 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时刻</a:t>
            </a:r>
            <a:r>
              <a:rPr lang="zh-CN" altLang="en-US" sz="24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，</a:t>
            </a:r>
          </a:p>
        </p:txBody>
      </p:sp>
      <p:graphicFrame>
        <p:nvGraphicFramePr>
          <p:cNvPr id="275459" name="Object 3"/>
          <p:cNvGraphicFramePr>
            <a:graphicFrameLocks noChangeAspect="1"/>
          </p:cNvGraphicFramePr>
          <p:nvPr/>
        </p:nvGraphicFramePr>
        <p:xfrm>
          <a:off x="1114425" y="1946275"/>
          <a:ext cx="2632075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68400" imgH="419100" progId="Equation.3">
                  <p:embed/>
                </p:oleObj>
              </mc:Choice>
              <mc:Fallback>
                <p:oleObj r:id="rId2" imgW="1168400" imgH="419100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14425" y="1946275"/>
                        <a:ext cx="2632075" cy="950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60" name="Object 4"/>
          <p:cNvGraphicFramePr>
            <a:graphicFrameLocks noChangeAspect="1"/>
          </p:cNvGraphicFramePr>
          <p:nvPr/>
        </p:nvGraphicFramePr>
        <p:xfrm>
          <a:off x="873125" y="4181475"/>
          <a:ext cx="1914525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812800" imgH="419100" progId="Equation.3">
                  <p:embed/>
                </p:oleObj>
              </mc:Choice>
              <mc:Fallback>
                <p:oleObj r:id="rId4" imgW="812800" imgH="419100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73125" y="4181475"/>
                        <a:ext cx="1914525" cy="996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61" name="Object 5"/>
          <p:cNvGraphicFramePr>
            <a:graphicFrameLocks noChangeAspect="1"/>
          </p:cNvGraphicFramePr>
          <p:nvPr/>
        </p:nvGraphicFramePr>
        <p:xfrm>
          <a:off x="2959100" y="4181475"/>
          <a:ext cx="299085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270000" imgH="419100" progId="Equation.3">
                  <p:embed/>
                </p:oleObj>
              </mc:Choice>
              <mc:Fallback>
                <p:oleObj r:id="rId6" imgW="1270000" imgH="419100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959100" y="4181475"/>
                        <a:ext cx="2990850" cy="996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Rectangle 6"/>
          <p:cNvSpPr/>
          <p:nvPr/>
        </p:nvSpPr>
        <p:spPr>
          <a:xfrm>
            <a:off x="323850" y="404813"/>
            <a:ext cx="45974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）若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=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kt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（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k=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常数）回路中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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=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？</a:t>
            </a:r>
          </a:p>
        </p:txBody>
      </p:sp>
      <p:sp>
        <p:nvSpPr>
          <p:cNvPr id="275463" name="Text Box 7"/>
          <p:cNvSpPr txBox="1"/>
          <p:nvPr/>
        </p:nvSpPr>
        <p:spPr>
          <a:xfrm>
            <a:off x="792163" y="5589588"/>
            <a:ext cx="472598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电动势的方向为逆时针方向</a:t>
            </a:r>
            <a:endParaRPr lang="zh-CN" altLang="en-US" sz="2400" b="1" i="1" baseline="-250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75464" name="Text Box 8"/>
          <p:cNvSpPr txBox="1"/>
          <p:nvPr/>
        </p:nvSpPr>
        <p:spPr>
          <a:xfrm>
            <a:off x="720725" y="3225800"/>
            <a:ext cx="403225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由法拉第电磁感应定律</a:t>
            </a:r>
          </a:p>
        </p:txBody>
      </p:sp>
      <p:grpSp>
        <p:nvGrpSpPr>
          <p:cNvPr id="10248" name="Group 45"/>
          <p:cNvGrpSpPr/>
          <p:nvPr/>
        </p:nvGrpSpPr>
        <p:grpSpPr>
          <a:xfrm>
            <a:off x="5800725" y="765175"/>
            <a:ext cx="3200400" cy="4114800"/>
            <a:chOff x="3334" y="1083"/>
            <a:chExt cx="2016" cy="2592"/>
          </a:xfrm>
        </p:grpSpPr>
        <p:sp>
          <p:nvSpPr>
            <p:cNvPr id="10249" name="Line 46"/>
            <p:cNvSpPr/>
            <p:nvPr/>
          </p:nvSpPr>
          <p:spPr>
            <a:xfrm>
              <a:off x="4285" y="1480"/>
              <a:ext cx="384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0250" name="AutoShape 47"/>
            <p:cNvSpPr/>
            <p:nvPr/>
          </p:nvSpPr>
          <p:spPr>
            <a:xfrm flipH="1">
              <a:off x="3574" y="1371"/>
              <a:ext cx="96" cy="1968"/>
            </a:xfrm>
            <a:prstGeom prst="can">
              <a:avLst>
                <a:gd name="adj" fmla="val 39671"/>
              </a:avLst>
            </a:prstGeom>
            <a:gradFill rotWithShape="0">
              <a:gsLst>
                <a:gs pos="0">
                  <a:srgbClr val="7C9496"/>
                </a:gs>
                <a:gs pos="50000">
                  <a:srgbClr val="BBE0E3"/>
                </a:gs>
                <a:gs pos="100000">
                  <a:srgbClr val="7C9496"/>
                </a:gs>
              </a:gsLst>
              <a:lin ang="0" scaled="1"/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51" name="Rectangle 48"/>
            <p:cNvSpPr/>
            <p:nvPr/>
          </p:nvSpPr>
          <p:spPr>
            <a:xfrm>
              <a:off x="4054" y="1611"/>
              <a:ext cx="576" cy="1104"/>
            </a:xfrm>
            <a:prstGeom prst="rect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52" name="Line 49"/>
            <p:cNvSpPr/>
            <p:nvPr/>
          </p:nvSpPr>
          <p:spPr>
            <a:xfrm flipV="1">
              <a:off x="3631" y="1853"/>
              <a:ext cx="0" cy="62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0253" name="Line 50"/>
            <p:cNvSpPr/>
            <p:nvPr/>
          </p:nvSpPr>
          <p:spPr>
            <a:xfrm flipV="1">
              <a:off x="3702" y="2816"/>
              <a:ext cx="922" cy="24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dash"/>
              <a:round/>
              <a:headEnd type="triangle" w="sm" len="lg"/>
              <a:tailEnd type="triangle" w="sm" len="lg"/>
            </a:ln>
          </p:spPr>
        </p:sp>
        <p:sp>
          <p:nvSpPr>
            <p:cNvPr id="10254" name="Line 51"/>
            <p:cNvSpPr/>
            <p:nvPr/>
          </p:nvSpPr>
          <p:spPr>
            <a:xfrm>
              <a:off x="4822" y="1611"/>
              <a:ext cx="0" cy="1104"/>
            </a:xfrm>
            <a:prstGeom prst="line">
              <a:avLst/>
            </a:prstGeom>
            <a:ln w="28575" cap="flat" cmpd="sng">
              <a:solidFill>
                <a:srgbClr val="CC0099"/>
              </a:solidFill>
              <a:prstDash val="dash"/>
              <a:round/>
              <a:headEnd type="triangle" w="sm" len="lg"/>
              <a:tailEnd type="triangle" w="sm" len="lg"/>
            </a:ln>
          </p:spPr>
        </p:sp>
        <p:graphicFrame>
          <p:nvGraphicFramePr>
            <p:cNvPr id="10255" name="Object 52"/>
            <p:cNvGraphicFramePr>
              <a:graphicFrameLocks noChangeAspect="1"/>
            </p:cNvGraphicFramePr>
            <p:nvPr/>
          </p:nvGraphicFramePr>
          <p:xfrm>
            <a:off x="3730" y="2273"/>
            <a:ext cx="225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27000" imgH="139700" progId="Equation.3">
                    <p:embed/>
                  </p:oleObj>
                </mc:Choice>
                <mc:Fallback>
                  <p:oleObj r:id="rId8" imgW="127000" imgH="139700" progId="Equation.3">
                    <p:embed/>
                    <p:pic>
                      <p:nvPicPr>
                        <p:cNvPr id="0" name="图片 3132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730" y="2273"/>
                          <a:ext cx="225" cy="2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6" name="Object 53"/>
            <p:cNvGraphicFramePr>
              <a:graphicFrameLocks noChangeAspect="1"/>
            </p:cNvGraphicFramePr>
            <p:nvPr/>
          </p:nvGraphicFramePr>
          <p:xfrm>
            <a:off x="3929" y="2812"/>
            <a:ext cx="225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27000" imgH="177165" progId="Equation.3">
                    <p:embed/>
                  </p:oleObj>
                </mc:Choice>
                <mc:Fallback>
                  <p:oleObj r:id="rId10" imgW="127000" imgH="177165" progId="Equation.3">
                    <p:embed/>
                    <p:pic>
                      <p:nvPicPr>
                        <p:cNvPr id="0" name="图片 3133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929" y="2812"/>
                          <a:ext cx="225" cy="3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7" name="Object 54"/>
            <p:cNvGraphicFramePr>
              <a:graphicFrameLocks noChangeAspect="1"/>
            </p:cNvGraphicFramePr>
            <p:nvPr/>
          </p:nvGraphicFramePr>
          <p:xfrm>
            <a:off x="4822" y="1947"/>
            <a:ext cx="171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88900" imgH="177165" progId="Equation.3">
                    <p:embed/>
                  </p:oleObj>
                </mc:Choice>
                <mc:Fallback>
                  <p:oleObj r:id="rId12" imgW="88900" imgH="177165" progId="Equation.3">
                    <p:embed/>
                    <p:pic>
                      <p:nvPicPr>
                        <p:cNvPr id="0" name="图片 3131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4822" y="1947"/>
                          <a:ext cx="171" cy="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8" name="Object 55"/>
            <p:cNvGraphicFramePr>
              <a:graphicFrameLocks noChangeAspect="1"/>
            </p:cNvGraphicFramePr>
            <p:nvPr/>
          </p:nvGraphicFramePr>
          <p:xfrm>
            <a:off x="3404" y="2051"/>
            <a:ext cx="17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165100" imgH="228600" progId="Equation.3">
                    <p:embed/>
                  </p:oleObj>
                </mc:Choice>
                <mc:Fallback>
                  <p:oleObj r:id="rId14" imgW="165100" imgH="228600" progId="Equation.3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3404" y="2051"/>
                          <a:ext cx="173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9" name="Line 56"/>
            <p:cNvSpPr/>
            <p:nvPr/>
          </p:nvSpPr>
          <p:spPr>
            <a:xfrm>
              <a:off x="3574" y="3339"/>
              <a:ext cx="0" cy="3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</p:sp>
        <p:sp>
          <p:nvSpPr>
            <p:cNvPr id="10260" name="Line 57"/>
            <p:cNvSpPr/>
            <p:nvPr/>
          </p:nvSpPr>
          <p:spPr>
            <a:xfrm>
              <a:off x="3670" y="3339"/>
              <a:ext cx="0" cy="3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</p:sp>
        <p:sp>
          <p:nvSpPr>
            <p:cNvPr id="10261" name="Line 58"/>
            <p:cNvSpPr/>
            <p:nvPr/>
          </p:nvSpPr>
          <p:spPr>
            <a:xfrm>
              <a:off x="3670" y="1083"/>
              <a:ext cx="0" cy="3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10262" name="Line 59"/>
            <p:cNvSpPr/>
            <p:nvPr/>
          </p:nvSpPr>
          <p:spPr>
            <a:xfrm>
              <a:off x="3574" y="1083"/>
              <a:ext cx="0" cy="3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10263" name="Line 60"/>
            <p:cNvSpPr/>
            <p:nvPr/>
          </p:nvSpPr>
          <p:spPr>
            <a:xfrm flipH="1">
              <a:off x="4623" y="2715"/>
              <a:ext cx="7" cy="32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10264" name="Line 61"/>
            <p:cNvSpPr/>
            <p:nvPr/>
          </p:nvSpPr>
          <p:spPr>
            <a:xfrm>
              <a:off x="4630" y="1611"/>
              <a:ext cx="38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10265" name="Line 62"/>
            <p:cNvSpPr/>
            <p:nvPr/>
          </p:nvSpPr>
          <p:spPr>
            <a:xfrm>
              <a:off x="4630" y="2715"/>
              <a:ext cx="38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10266" name="Line 63"/>
            <p:cNvSpPr/>
            <p:nvPr/>
          </p:nvSpPr>
          <p:spPr>
            <a:xfrm>
              <a:off x="3645" y="2585"/>
              <a:ext cx="384" cy="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dash"/>
              <a:round/>
              <a:headEnd type="triangle" w="sm" len="lg"/>
              <a:tailEnd type="triangle" w="sm" len="lg"/>
            </a:ln>
          </p:spPr>
        </p:sp>
        <p:grpSp>
          <p:nvGrpSpPr>
            <p:cNvPr id="10267" name="Group 64"/>
            <p:cNvGrpSpPr/>
            <p:nvPr/>
          </p:nvGrpSpPr>
          <p:grpSpPr>
            <a:xfrm>
              <a:off x="3334" y="3147"/>
              <a:ext cx="2016" cy="360"/>
              <a:chOff x="384" y="3360"/>
              <a:chExt cx="2016" cy="360"/>
            </a:xfrm>
          </p:grpSpPr>
          <p:sp>
            <p:nvSpPr>
              <p:cNvPr id="10268" name="Line 65"/>
              <p:cNvSpPr/>
              <p:nvPr/>
            </p:nvSpPr>
            <p:spPr>
              <a:xfrm>
                <a:off x="720" y="3408"/>
                <a:ext cx="1680" cy="0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aphicFrame>
            <p:nvGraphicFramePr>
              <p:cNvPr id="10269" name="Object 66"/>
              <p:cNvGraphicFramePr>
                <a:graphicFrameLocks noChangeAspect="1"/>
              </p:cNvGraphicFramePr>
              <p:nvPr/>
            </p:nvGraphicFramePr>
            <p:xfrm>
              <a:off x="2160" y="3504"/>
              <a:ext cx="202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6" imgW="177800" imgH="190500" progId="Equation.3">
                      <p:embed/>
                    </p:oleObj>
                  </mc:Choice>
                  <mc:Fallback>
                    <p:oleObj r:id="rId16" imgW="177800" imgH="190500" progId="Equation.3">
                      <p:embed/>
                      <p:pic>
                        <p:nvPicPr>
                          <p:cNvPr id="0" name="图片 3100"/>
                          <p:cNvPicPr/>
                          <p:nvPr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2160" y="3504"/>
                            <a:ext cx="202" cy="21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70" name="Object 67"/>
              <p:cNvGraphicFramePr>
                <a:graphicFrameLocks noChangeAspect="1"/>
              </p:cNvGraphicFramePr>
              <p:nvPr/>
            </p:nvGraphicFramePr>
            <p:xfrm>
              <a:off x="384" y="3360"/>
              <a:ext cx="187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8" imgW="165100" imgH="190500" progId="Equation.3">
                      <p:embed/>
                    </p:oleObj>
                  </mc:Choice>
                  <mc:Fallback>
                    <p:oleObj r:id="rId18" imgW="165100" imgH="190500" progId="Equation.3">
                      <p:embed/>
                      <p:pic>
                        <p:nvPicPr>
                          <p:cNvPr id="0" name="图片 3105"/>
                          <p:cNvPicPr/>
                          <p:nvPr/>
                        </p:nvPicPr>
                        <p:blipFill>
                          <a:blip r:embed="rId19"/>
                          <a:stretch>
                            <a:fillRect/>
                          </a:stretch>
                        </p:blipFill>
                        <p:spPr>
                          <a:xfrm>
                            <a:off x="384" y="3360"/>
                            <a:ext cx="187" cy="21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0271" name="Group 68"/>
            <p:cNvGrpSpPr/>
            <p:nvPr/>
          </p:nvGrpSpPr>
          <p:grpSpPr>
            <a:xfrm>
              <a:off x="4006" y="1131"/>
              <a:ext cx="528" cy="327"/>
              <a:chOff x="1056" y="1344"/>
              <a:chExt cx="528" cy="327"/>
            </a:xfrm>
          </p:grpSpPr>
          <p:graphicFrame>
            <p:nvGraphicFramePr>
              <p:cNvPr id="10272" name="Object 69"/>
              <p:cNvGraphicFramePr>
                <a:graphicFrameLocks noChangeAspect="1"/>
              </p:cNvGraphicFramePr>
              <p:nvPr/>
            </p:nvGraphicFramePr>
            <p:xfrm>
              <a:off x="1056" y="1344"/>
              <a:ext cx="247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0" imgW="152400" imgH="190500" progId="Equation.3">
                      <p:embed/>
                    </p:oleObj>
                  </mc:Choice>
                  <mc:Fallback>
                    <p:oleObj r:id="rId20" imgW="152400" imgH="190500" progId="Equation.3">
                      <p:embed/>
                      <p:pic>
                        <p:nvPicPr>
                          <p:cNvPr id="0" name="图片 3103"/>
                          <p:cNvPicPr/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1056" y="1344"/>
                            <a:ext cx="247" cy="31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0273" name="Group 70"/>
              <p:cNvGrpSpPr/>
              <p:nvPr/>
            </p:nvGrpSpPr>
            <p:grpSpPr>
              <a:xfrm>
                <a:off x="1296" y="1344"/>
                <a:ext cx="288" cy="327"/>
                <a:chOff x="1296" y="1344"/>
                <a:chExt cx="288" cy="327"/>
              </a:xfrm>
            </p:grpSpPr>
            <p:grpSp>
              <p:nvGrpSpPr>
                <p:cNvPr id="10274" name="Group 71"/>
                <p:cNvGrpSpPr/>
                <p:nvPr/>
              </p:nvGrpSpPr>
              <p:grpSpPr>
                <a:xfrm>
                  <a:off x="1296" y="1344"/>
                  <a:ext cx="288" cy="327"/>
                  <a:chOff x="816" y="3504"/>
                  <a:chExt cx="288" cy="327"/>
                </a:xfrm>
              </p:grpSpPr>
              <p:sp>
                <p:nvSpPr>
                  <p:cNvPr id="10275" name="Oval 72"/>
                  <p:cNvSpPr/>
                  <p:nvPr/>
                </p:nvSpPr>
                <p:spPr>
                  <a:xfrm>
                    <a:off x="864" y="3600"/>
                    <a:ext cx="192" cy="19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Verdan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0276" name="Text Box 73"/>
                  <p:cNvSpPr txBox="1"/>
                  <p:nvPr/>
                </p:nvSpPr>
                <p:spPr>
                  <a:xfrm>
                    <a:off x="816" y="3504"/>
                    <a:ext cx="288" cy="32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endParaRPr lang="zh-CN" altLang="zh-CN" sz="2800" b="1" i="1" dirty="0">
                      <a:solidFill>
                        <a:srgbClr val="05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10277" name="Line 74"/>
                <p:cNvSpPr/>
                <p:nvPr/>
              </p:nvSpPr>
              <p:spPr>
                <a:xfrm>
                  <a:off x="1392" y="1488"/>
                  <a:ext cx="96" cy="96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0278" name="Line 75"/>
                <p:cNvSpPr/>
                <p:nvPr/>
              </p:nvSpPr>
              <p:spPr>
                <a:xfrm flipH="1">
                  <a:off x="1392" y="1488"/>
                  <a:ext cx="96" cy="96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</p:grpSp>
      <p:grpSp>
        <p:nvGrpSpPr>
          <p:cNvPr id="10279" name="Group 76"/>
          <p:cNvGrpSpPr/>
          <p:nvPr/>
        </p:nvGrpSpPr>
        <p:grpSpPr>
          <a:xfrm>
            <a:off x="6340475" y="1619250"/>
            <a:ext cx="1123950" cy="1711325"/>
            <a:chOff x="3674" y="1621"/>
            <a:chExt cx="708" cy="1078"/>
          </a:xfrm>
        </p:grpSpPr>
        <p:sp>
          <p:nvSpPr>
            <p:cNvPr id="10280" name="Rectangle 77" descr="宽上对角线"/>
            <p:cNvSpPr/>
            <p:nvPr/>
          </p:nvSpPr>
          <p:spPr>
            <a:xfrm>
              <a:off x="4269" y="1621"/>
              <a:ext cx="113" cy="1078"/>
            </a:xfrm>
            <a:prstGeom prst="rect">
              <a:avLst/>
            </a:prstGeom>
            <a:pattFill prst="wdUpDiag">
              <a:fgClr>
                <a:srgbClr val="A50021"/>
              </a:fgClr>
              <a:bgClr>
                <a:srgbClr val="FFFFFF"/>
              </a:bgClr>
            </a:pattFill>
            <a:ln w="12700" cap="flat" cmpd="sng">
              <a:solidFill>
                <a:srgbClr val="000000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81" name="Line 78"/>
            <p:cNvSpPr/>
            <p:nvPr/>
          </p:nvSpPr>
          <p:spPr>
            <a:xfrm>
              <a:off x="3674" y="2047"/>
              <a:ext cx="626" cy="0"/>
            </a:xfrm>
            <a:prstGeom prst="line">
              <a:avLst/>
            </a:prstGeom>
            <a:ln w="28575" cap="flat" cmpd="sng">
              <a:solidFill>
                <a:srgbClr val="CC0099"/>
              </a:solidFill>
              <a:prstDash val="dash"/>
              <a:round/>
              <a:headEnd type="triangle" w="sm" len="lg"/>
              <a:tailEnd type="triangle" w="sm" len="lg"/>
            </a:ln>
          </p:spPr>
        </p:sp>
        <p:graphicFrame>
          <p:nvGraphicFramePr>
            <p:cNvPr id="10282" name="Object 79"/>
            <p:cNvGraphicFramePr>
              <a:graphicFrameLocks noChangeAspect="1"/>
            </p:cNvGraphicFramePr>
            <p:nvPr/>
          </p:nvGraphicFramePr>
          <p:xfrm>
            <a:off x="3759" y="1735"/>
            <a:ext cx="207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2" imgW="127000" imgH="139700" progId="Equation.3">
                    <p:embed/>
                  </p:oleObj>
                </mc:Choice>
                <mc:Fallback>
                  <p:oleObj r:id="rId22" imgW="127000" imgH="139700" progId="Equation.3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3759" y="1735"/>
                          <a:ext cx="207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75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5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75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754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54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75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3" dur="75"/>
                                        <p:tgtEl>
                                          <p:spTgt spid="275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58" grpId="0"/>
      <p:bldP spid="275463" grpId="0"/>
      <p:bldP spid="27546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Text Box 2"/>
          <p:cNvSpPr txBox="1"/>
          <p:nvPr/>
        </p:nvSpPr>
        <p:spPr>
          <a:xfrm>
            <a:off x="611188" y="1017588"/>
            <a:ext cx="50895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=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常数，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t 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时刻，此时回路的磁通：</a:t>
            </a:r>
          </a:p>
        </p:txBody>
      </p:sp>
      <p:graphicFrame>
        <p:nvGraphicFramePr>
          <p:cNvPr id="276483" name="Object 3"/>
          <p:cNvGraphicFramePr>
            <a:graphicFrameLocks noChangeAspect="1"/>
          </p:cNvGraphicFramePr>
          <p:nvPr/>
        </p:nvGraphicFramePr>
        <p:xfrm>
          <a:off x="1368425" y="2867025"/>
          <a:ext cx="2441575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231265" imgH="508000" progId="Equation.3">
                  <p:embed/>
                </p:oleObj>
              </mc:Choice>
              <mc:Fallback>
                <p:oleObj r:id="rId2" imgW="1231265" imgH="5080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68425" y="2867025"/>
                        <a:ext cx="2441575" cy="1017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84" name="Object 4"/>
          <p:cNvGraphicFramePr>
            <a:graphicFrameLocks noChangeAspect="1"/>
          </p:cNvGraphicFramePr>
          <p:nvPr/>
        </p:nvGraphicFramePr>
        <p:xfrm>
          <a:off x="684213" y="4041775"/>
          <a:ext cx="1885950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812800" imgH="419100" progId="Equation.3">
                  <p:embed/>
                </p:oleObj>
              </mc:Choice>
              <mc:Fallback>
                <p:oleObj r:id="rId4" imgW="812800" imgH="4191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4213" y="4041775"/>
                        <a:ext cx="1885950" cy="979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85" name="Object 5"/>
          <p:cNvGraphicFramePr>
            <a:graphicFrameLocks noChangeAspect="1"/>
          </p:cNvGraphicFramePr>
          <p:nvPr/>
        </p:nvGraphicFramePr>
        <p:xfrm>
          <a:off x="1079500" y="5216525"/>
          <a:ext cx="387191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183765" imgH="546100" progId="Equation.3">
                  <p:embed/>
                </p:oleObj>
              </mc:Choice>
              <mc:Fallback>
                <p:oleObj r:id="rId6" imgW="2183765" imgH="5461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79500" y="5216525"/>
                        <a:ext cx="3871913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486" name="Text Box 6"/>
          <p:cNvSpPr txBox="1"/>
          <p:nvPr/>
        </p:nvSpPr>
        <p:spPr>
          <a:xfrm>
            <a:off x="6122988" y="5589588"/>
            <a:ext cx="22098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顺时针方向</a:t>
            </a:r>
            <a:endParaRPr lang="zh-CN" altLang="en-US" sz="28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1270" name="Rectangle 7"/>
          <p:cNvSpPr/>
          <p:nvPr/>
        </p:nvSpPr>
        <p:spPr>
          <a:xfrm>
            <a:off x="215900" y="277813"/>
            <a:ext cx="557212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）若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=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常数，回路以</a:t>
            </a:r>
            <a:r>
              <a:rPr lang="en-US" altLang="zh-CN" sz="2400" b="1" i="1" dirty="0">
                <a:solidFill>
                  <a:srgbClr val="000000"/>
                </a:solidFill>
                <a:latin typeface="Book Antiqua" panose="02040602050305030304" charset="0"/>
                <a:ea typeface="楷体_GB2312" pitchFamily="49" charset="-122"/>
                <a:sym typeface="Symbol" panose="05050102010706020507" pitchFamily="18" charset="2"/>
              </a:rPr>
              <a:t>v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向右运动，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i 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=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？</a:t>
            </a:r>
          </a:p>
        </p:txBody>
      </p:sp>
      <p:graphicFrame>
        <p:nvGraphicFramePr>
          <p:cNvPr id="276512" name="Object 32"/>
          <p:cNvGraphicFramePr>
            <a:graphicFrameLocks noChangeAspect="1"/>
          </p:cNvGraphicFramePr>
          <p:nvPr/>
        </p:nvGraphicFramePr>
        <p:xfrm>
          <a:off x="719138" y="1693863"/>
          <a:ext cx="3313112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244600" imgH="419100" progId="Equation.3">
                  <p:embed/>
                </p:oleObj>
              </mc:Choice>
              <mc:Fallback>
                <p:oleObj r:id="rId8" imgW="1244600" imgH="41910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19138" y="1693863"/>
                        <a:ext cx="3313112" cy="1057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272" name="Group 65"/>
          <p:cNvGrpSpPr/>
          <p:nvPr/>
        </p:nvGrpSpPr>
        <p:grpSpPr>
          <a:xfrm>
            <a:off x="5930900" y="2573338"/>
            <a:ext cx="1123950" cy="1711325"/>
            <a:chOff x="3674" y="1621"/>
            <a:chExt cx="708" cy="1078"/>
          </a:xfrm>
        </p:grpSpPr>
        <p:sp>
          <p:nvSpPr>
            <p:cNvPr id="11273" name="Rectangle 66" descr="宽上对角线"/>
            <p:cNvSpPr/>
            <p:nvPr/>
          </p:nvSpPr>
          <p:spPr>
            <a:xfrm>
              <a:off x="4269" y="1621"/>
              <a:ext cx="113" cy="1078"/>
            </a:xfrm>
            <a:prstGeom prst="rect">
              <a:avLst/>
            </a:prstGeom>
            <a:pattFill prst="wdUpDiag">
              <a:fgClr>
                <a:srgbClr val="A50021"/>
              </a:fgClr>
              <a:bgClr>
                <a:srgbClr val="FFFFFF"/>
              </a:bgClr>
            </a:pattFill>
            <a:ln w="12700" cap="flat" cmpd="sng">
              <a:solidFill>
                <a:srgbClr val="000000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74" name="Line 67"/>
            <p:cNvSpPr/>
            <p:nvPr/>
          </p:nvSpPr>
          <p:spPr>
            <a:xfrm>
              <a:off x="3674" y="2047"/>
              <a:ext cx="626" cy="0"/>
            </a:xfrm>
            <a:prstGeom prst="line">
              <a:avLst/>
            </a:prstGeom>
            <a:ln w="28575" cap="flat" cmpd="sng">
              <a:solidFill>
                <a:srgbClr val="CC0099"/>
              </a:solidFill>
              <a:prstDash val="dash"/>
              <a:round/>
              <a:headEnd type="triangle" w="sm" len="lg"/>
              <a:tailEnd type="triangle" w="sm" len="lg"/>
            </a:ln>
          </p:spPr>
        </p:sp>
        <p:graphicFrame>
          <p:nvGraphicFramePr>
            <p:cNvPr id="11275" name="Object 68"/>
            <p:cNvGraphicFramePr>
              <a:graphicFrameLocks noChangeAspect="1"/>
            </p:cNvGraphicFramePr>
            <p:nvPr/>
          </p:nvGraphicFramePr>
          <p:xfrm>
            <a:off x="3759" y="1735"/>
            <a:ext cx="207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27000" imgH="139700" progId="Equation.3">
                    <p:embed/>
                  </p:oleObj>
                </mc:Choice>
                <mc:Fallback>
                  <p:oleObj r:id="rId10" imgW="127000" imgH="139700" progId="Equation.3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759" y="1735"/>
                          <a:ext cx="207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276" name="Group 69"/>
          <p:cNvGrpSpPr/>
          <p:nvPr/>
        </p:nvGrpSpPr>
        <p:grpSpPr>
          <a:xfrm>
            <a:off x="5403850" y="1719263"/>
            <a:ext cx="3200400" cy="4114800"/>
            <a:chOff x="3334" y="1083"/>
            <a:chExt cx="2016" cy="2592"/>
          </a:xfrm>
        </p:grpSpPr>
        <p:sp>
          <p:nvSpPr>
            <p:cNvPr id="11277" name="Line 70"/>
            <p:cNvSpPr/>
            <p:nvPr/>
          </p:nvSpPr>
          <p:spPr>
            <a:xfrm>
              <a:off x="4285" y="1480"/>
              <a:ext cx="384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1278" name="AutoShape 71"/>
            <p:cNvSpPr/>
            <p:nvPr/>
          </p:nvSpPr>
          <p:spPr>
            <a:xfrm flipH="1">
              <a:off x="3574" y="1371"/>
              <a:ext cx="96" cy="1968"/>
            </a:xfrm>
            <a:prstGeom prst="can">
              <a:avLst>
                <a:gd name="adj" fmla="val 39671"/>
              </a:avLst>
            </a:prstGeom>
            <a:gradFill rotWithShape="0">
              <a:gsLst>
                <a:gs pos="0">
                  <a:srgbClr val="7C9496"/>
                </a:gs>
                <a:gs pos="50000">
                  <a:srgbClr val="BBE0E3"/>
                </a:gs>
                <a:gs pos="100000">
                  <a:srgbClr val="7C9496"/>
                </a:gs>
              </a:gsLst>
              <a:lin ang="0" scaled="1"/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79" name="Rectangle 72"/>
            <p:cNvSpPr/>
            <p:nvPr/>
          </p:nvSpPr>
          <p:spPr>
            <a:xfrm>
              <a:off x="4054" y="1611"/>
              <a:ext cx="576" cy="1104"/>
            </a:xfrm>
            <a:prstGeom prst="rect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0" name="Line 73"/>
            <p:cNvSpPr/>
            <p:nvPr/>
          </p:nvSpPr>
          <p:spPr>
            <a:xfrm flipV="1">
              <a:off x="3631" y="1853"/>
              <a:ext cx="0" cy="62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1281" name="Line 74"/>
            <p:cNvSpPr/>
            <p:nvPr/>
          </p:nvSpPr>
          <p:spPr>
            <a:xfrm flipV="1">
              <a:off x="3702" y="2816"/>
              <a:ext cx="922" cy="24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dash"/>
              <a:round/>
              <a:headEnd type="triangle" w="sm" len="lg"/>
              <a:tailEnd type="triangle" w="sm" len="lg"/>
            </a:ln>
          </p:spPr>
        </p:sp>
        <p:sp>
          <p:nvSpPr>
            <p:cNvPr id="11282" name="Line 75"/>
            <p:cNvSpPr/>
            <p:nvPr/>
          </p:nvSpPr>
          <p:spPr>
            <a:xfrm>
              <a:off x="4822" y="1611"/>
              <a:ext cx="0" cy="1104"/>
            </a:xfrm>
            <a:prstGeom prst="line">
              <a:avLst/>
            </a:prstGeom>
            <a:ln w="28575" cap="flat" cmpd="sng">
              <a:solidFill>
                <a:srgbClr val="CC0099"/>
              </a:solidFill>
              <a:prstDash val="dash"/>
              <a:round/>
              <a:headEnd type="triangle" w="sm" len="lg"/>
              <a:tailEnd type="triangle" w="sm" len="lg"/>
            </a:ln>
          </p:spPr>
        </p:sp>
        <p:graphicFrame>
          <p:nvGraphicFramePr>
            <p:cNvPr id="11283" name="Object 76"/>
            <p:cNvGraphicFramePr>
              <a:graphicFrameLocks noChangeAspect="1"/>
            </p:cNvGraphicFramePr>
            <p:nvPr/>
          </p:nvGraphicFramePr>
          <p:xfrm>
            <a:off x="3505" y="2262"/>
            <a:ext cx="675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381000" imgH="152400" progId="Equation.3">
                    <p:embed/>
                  </p:oleObj>
                </mc:Choice>
                <mc:Fallback>
                  <p:oleObj r:id="rId12" imgW="381000" imgH="152400" progId="Equation.3">
                    <p:embed/>
                    <p:pic>
                      <p:nvPicPr>
                        <p:cNvPr id="0" name="图片 3114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505" y="2262"/>
                          <a:ext cx="675" cy="2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4" name="Object 77"/>
            <p:cNvGraphicFramePr>
              <a:graphicFrameLocks noChangeAspect="1"/>
            </p:cNvGraphicFramePr>
            <p:nvPr/>
          </p:nvGraphicFramePr>
          <p:xfrm>
            <a:off x="3716" y="2812"/>
            <a:ext cx="652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368300" imgH="177800" progId="Equation.3">
                    <p:embed/>
                  </p:oleObj>
                </mc:Choice>
                <mc:Fallback>
                  <p:oleObj r:id="rId14" imgW="368300" imgH="177800" progId="Equation.3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3716" y="2812"/>
                          <a:ext cx="652" cy="3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5" name="Object 78"/>
            <p:cNvGraphicFramePr>
              <a:graphicFrameLocks noChangeAspect="1"/>
            </p:cNvGraphicFramePr>
            <p:nvPr/>
          </p:nvGraphicFramePr>
          <p:xfrm>
            <a:off x="4822" y="1947"/>
            <a:ext cx="171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88900" imgH="177165" progId="Equation.3">
                    <p:embed/>
                  </p:oleObj>
                </mc:Choice>
                <mc:Fallback>
                  <p:oleObj r:id="rId16" imgW="88900" imgH="177165" progId="Equation.3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4822" y="1947"/>
                          <a:ext cx="171" cy="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6" name="Object 79"/>
            <p:cNvGraphicFramePr>
              <a:graphicFrameLocks noChangeAspect="1"/>
            </p:cNvGraphicFramePr>
            <p:nvPr/>
          </p:nvGraphicFramePr>
          <p:xfrm>
            <a:off x="3404" y="2051"/>
            <a:ext cx="17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165100" imgH="228600" progId="Equation.3">
                    <p:embed/>
                  </p:oleObj>
                </mc:Choice>
                <mc:Fallback>
                  <p:oleObj r:id="rId18" imgW="165100" imgH="228600" progId="Equation.3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3404" y="2051"/>
                          <a:ext cx="173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87" name="Line 80"/>
            <p:cNvSpPr/>
            <p:nvPr/>
          </p:nvSpPr>
          <p:spPr>
            <a:xfrm>
              <a:off x="3574" y="3339"/>
              <a:ext cx="0" cy="3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</p:sp>
        <p:sp>
          <p:nvSpPr>
            <p:cNvPr id="11288" name="Line 81"/>
            <p:cNvSpPr/>
            <p:nvPr/>
          </p:nvSpPr>
          <p:spPr>
            <a:xfrm>
              <a:off x="3670" y="3339"/>
              <a:ext cx="0" cy="3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</p:sp>
        <p:sp>
          <p:nvSpPr>
            <p:cNvPr id="11289" name="Line 82"/>
            <p:cNvSpPr/>
            <p:nvPr/>
          </p:nvSpPr>
          <p:spPr>
            <a:xfrm>
              <a:off x="3670" y="1083"/>
              <a:ext cx="0" cy="3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11290" name="Line 83"/>
            <p:cNvSpPr/>
            <p:nvPr/>
          </p:nvSpPr>
          <p:spPr>
            <a:xfrm>
              <a:off x="3574" y="1083"/>
              <a:ext cx="0" cy="3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11291" name="Line 84"/>
            <p:cNvSpPr/>
            <p:nvPr/>
          </p:nvSpPr>
          <p:spPr>
            <a:xfrm flipH="1">
              <a:off x="4623" y="2715"/>
              <a:ext cx="7" cy="32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11292" name="Line 85"/>
            <p:cNvSpPr/>
            <p:nvPr/>
          </p:nvSpPr>
          <p:spPr>
            <a:xfrm>
              <a:off x="4630" y="1611"/>
              <a:ext cx="38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11293" name="Line 86"/>
            <p:cNvSpPr/>
            <p:nvPr/>
          </p:nvSpPr>
          <p:spPr>
            <a:xfrm>
              <a:off x="4630" y="2715"/>
              <a:ext cx="38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11294" name="Line 87"/>
            <p:cNvSpPr/>
            <p:nvPr/>
          </p:nvSpPr>
          <p:spPr>
            <a:xfrm>
              <a:off x="3645" y="2585"/>
              <a:ext cx="384" cy="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dash"/>
              <a:round/>
              <a:headEnd type="triangle" w="sm" len="lg"/>
              <a:tailEnd type="triangle" w="sm" len="lg"/>
            </a:ln>
          </p:spPr>
        </p:sp>
        <p:grpSp>
          <p:nvGrpSpPr>
            <p:cNvPr id="11295" name="Group 88"/>
            <p:cNvGrpSpPr/>
            <p:nvPr/>
          </p:nvGrpSpPr>
          <p:grpSpPr>
            <a:xfrm>
              <a:off x="3334" y="3147"/>
              <a:ext cx="2016" cy="360"/>
              <a:chOff x="384" y="3360"/>
              <a:chExt cx="2016" cy="360"/>
            </a:xfrm>
          </p:grpSpPr>
          <p:sp>
            <p:nvSpPr>
              <p:cNvPr id="11296" name="Line 89"/>
              <p:cNvSpPr/>
              <p:nvPr/>
            </p:nvSpPr>
            <p:spPr>
              <a:xfrm>
                <a:off x="720" y="3408"/>
                <a:ext cx="1680" cy="0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aphicFrame>
            <p:nvGraphicFramePr>
              <p:cNvPr id="11297" name="Object 90"/>
              <p:cNvGraphicFramePr>
                <a:graphicFrameLocks noChangeAspect="1"/>
              </p:cNvGraphicFramePr>
              <p:nvPr/>
            </p:nvGraphicFramePr>
            <p:xfrm>
              <a:off x="2160" y="3504"/>
              <a:ext cx="202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0" imgW="177800" imgH="190500" progId="Equation.3">
                      <p:embed/>
                    </p:oleObj>
                  </mc:Choice>
                  <mc:Fallback>
                    <p:oleObj r:id="rId20" imgW="177800" imgH="190500" progId="Equation.3">
                      <p:embed/>
                      <p:pic>
                        <p:nvPicPr>
                          <p:cNvPr id="0" name="图片 3106"/>
                          <p:cNvPicPr/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2160" y="3504"/>
                            <a:ext cx="202" cy="21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298" name="Object 91"/>
              <p:cNvGraphicFramePr>
                <a:graphicFrameLocks noChangeAspect="1"/>
              </p:cNvGraphicFramePr>
              <p:nvPr/>
            </p:nvGraphicFramePr>
            <p:xfrm>
              <a:off x="384" y="3360"/>
              <a:ext cx="187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2" imgW="165100" imgH="190500" progId="Equation.3">
                      <p:embed/>
                    </p:oleObj>
                  </mc:Choice>
                  <mc:Fallback>
                    <p:oleObj r:id="rId22" imgW="165100" imgH="190500" progId="Equation.3">
                      <p:embed/>
                      <p:pic>
                        <p:nvPicPr>
                          <p:cNvPr id="0" name="图片 3108"/>
                          <p:cNvPicPr/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384" y="3360"/>
                            <a:ext cx="187" cy="21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1299" name="Group 92"/>
            <p:cNvGrpSpPr/>
            <p:nvPr/>
          </p:nvGrpSpPr>
          <p:grpSpPr>
            <a:xfrm>
              <a:off x="4006" y="1131"/>
              <a:ext cx="528" cy="327"/>
              <a:chOff x="1056" y="1344"/>
              <a:chExt cx="528" cy="327"/>
            </a:xfrm>
          </p:grpSpPr>
          <p:graphicFrame>
            <p:nvGraphicFramePr>
              <p:cNvPr id="11300" name="Object 93"/>
              <p:cNvGraphicFramePr>
                <a:graphicFrameLocks noChangeAspect="1"/>
              </p:cNvGraphicFramePr>
              <p:nvPr/>
            </p:nvGraphicFramePr>
            <p:xfrm>
              <a:off x="1056" y="1344"/>
              <a:ext cx="247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4" imgW="152400" imgH="190500" progId="Equation.3">
                      <p:embed/>
                    </p:oleObj>
                  </mc:Choice>
                  <mc:Fallback>
                    <p:oleObj r:id="rId24" imgW="152400" imgH="190500" progId="Equation.3">
                      <p:embed/>
                      <p:pic>
                        <p:nvPicPr>
                          <p:cNvPr id="0" name="图片 3107"/>
                          <p:cNvPicPr/>
                          <p:nvPr/>
                        </p:nvPicPr>
                        <p:blipFill>
                          <a:blip r:embed="rId25"/>
                          <a:stretch>
                            <a:fillRect/>
                          </a:stretch>
                        </p:blipFill>
                        <p:spPr>
                          <a:xfrm>
                            <a:off x="1056" y="1344"/>
                            <a:ext cx="247" cy="31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1301" name="Group 94"/>
              <p:cNvGrpSpPr/>
              <p:nvPr/>
            </p:nvGrpSpPr>
            <p:grpSpPr>
              <a:xfrm>
                <a:off x="1296" y="1344"/>
                <a:ext cx="288" cy="327"/>
                <a:chOff x="1296" y="1344"/>
                <a:chExt cx="288" cy="327"/>
              </a:xfrm>
            </p:grpSpPr>
            <p:grpSp>
              <p:nvGrpSpPr>
                <p:cNvPr id="11302" name="Group 95"/>
                <p:cNvGrpSpPr/>
                <p:nvPr/>
              </p:nvGrpSpPr>
              <p:grpSpPr>
                <a:xfrm>
                  <a:off x="1296" y="1344"/>
                  <a:ext cx="288" cy="327"/>
                  <a:chOff x="816" y="3504"/>
                  <a:chExt cx="288" cy="327"/>
                </a:xfrm>
              </p:grpSpPr>
              <p:sp>
                <p:nvSpPr>
                  <p:cNvPr id="11303" name="Oval 96"/>
                  <p:cNvSpPr/>
                  <p:nvPr/>
                </p:nvSpPr>
                <p:spPr>
                  <a:xfrm>
                    <a:off x="864" y="3600"/>
                    <a:ext cx="192" cy="19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Verdan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1304" name="Text Box 97"/>
                  <p:cNvSpPr txBox="1"/>
                  <p:nvPr/>
                </p:nvSpPr>
                <p:spPr>
                  <a:xfrm>
                    <a:off x="816" y="3504"/>
                    <a:ext cx="288" cy="32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endParaRPr lang="zh-CN" altLang="zh-CN" sz="2800" b="1" i="1" dirty="0">
                      <a:solidFill>
                        <a:srgbClr val="05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11305" name="Line 98"/>
                <p:cNvSpPr/>
                <p:nvPr/>
              </p:nvSpPr>
              <p:spPr>
                <a:xfrm>
                  <a:off x="1392" y="1488"/>
                  <a:ext cx="96" cy="96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1306" name="Line 99"/>
                <p:cNvSpPr/>
                <p:nvPr/>
              </p:nvSpPr>
              <p:spPr>
                <a:xfrm flipH="1">
                  <a:off x="1392" y="1488"/>
                  <a:ext cx="96" cy="96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76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6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76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75" fill="hold"/>
                                        <p:tgtEl>
                                          <p:spTgt spid="2764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" fill="hold"/>
                                        <p:tgtEl>
                                          <p:spTgt spid="2764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2" grpId="0"/>
      <p:bldP spid="27648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/>
          <p:cNvSpPr/>
          <p:nvPr/>
        </p:nvSpPr>
        <p:spPr>
          <a:xfrm>
            <a:off x="179388" y="331788"/>
            <a:ext cx="629602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4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）若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=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kt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，且回路又以</a:t>
            </a:r>
            <a:r>
              <a:rPr lang="en-US" altLang="zh-CN" sz="2400" b="1" i="1" dirty="0">
                <a:solidFill>
                  <a:srgbClr val="000000"/>
                </a:solidFill>
                <a:latin typeface="Book Antiqua" panose="02040602050305030304" charset="0"/>
                <a:ea typeface="楷体_GB2312" pitchFamily="49" charset="-122"/>
                <a:sym typeface="Symbol" panose="05050102010706020507" pitchFamily="18" charset="2"/>
              </a:rPr>
              <a:t>v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向右运动时，求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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=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？</a:t>
            </a:r>
          </a:p>
        </p:txBody>
      </p:sp>
      <p:sp>
        <p:nvSpPr>
          <p:cNvPr id="277507" name="Text Box 3"/>
          <p:cNvSpPr txBox="1"/>
          <p:nvPr/>
        </p:nvSpPr>
        <p:spPr>
          <a:xfrm>
            <a:off x="539750" y="1160463"/>
            <a:ext cx="337502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t 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时刻回路的磁通</a:t>
            </a:r>
          </a:p>
        </p:txBody>
      </p:sp>
      <p:graphicFrame>
        <p:nvGraphicFramePr>
          <p:cNvPr id="277508" name="Object 4"/>
          <p:cNvGraphicFramePr>
            <a:graphicFrameLocks noChangeAspect="1"/>
          </p:cNvGraphicFramePr>
          <p:nvPr/>
        </p:nvGraphicFramePr>
        <p:xfrm>
          <a:off x="3600450" y="1930400"/>
          <a:ext cx="2627313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16000" imgH="393700" progId="Equation.DSMT4">
                  <p:embed/>
                </p:oleObj>
              </mc:Choice>
              <mc:Fallback>
                <p:oleObj r:id="rId2" imgW="1016000" imgH="393700" progId="Equation.DSMT4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600450" y="1930400"/>
                        <a:ext cx="2627313" cy="1028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09" name="Object 5"/>
          <p:cNvGraphicFramePr>
            <a:graphicFrameLocks noChangeAspect="1"/>
          </p:cNvGraphicFramePr>
          <p:nvPr/>
        </p:nvGraphicFramePr>
        <p:xfrm>
          <a:off x="503238" y="3249613"/>
          <a:ext cx="2079625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812800" imgH="419100" progId="Equation.3">
                  <p:embed/>
                </p:oleObj>
              </mc:Choice>
              <mc:Fallback>
                <p:oleObj r:id="rId4" imgW="812800" imgH="419100" progId="Equation.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3238" y="3249613"/>
                        <a:ext cx="2079625" cy="1082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10" name="Object 6"/>
          <p:cNvGraphicFramePr>
            <a:graphicFrameLocks noChangeAspect="1"/>
          </p:cNvGraphicFramePr>
          <p:nvPr/>
        </p:nvGraphicFramePr>
        <p:xfrm>
          <a:off x="971550" y="4503738"/>
          <a:ext cx="5346700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794000" imgH="584200" progId="Equation.3">
                  <p:embed/>
                </p:oleObj>
              </mc:Choice>
              <mc:Fallback>
                <p:oleObj r:id="rId6" imgW="2794000" imgH="584200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71550" y="4503738"/>
                        <a:ext cx="5346700" cy="1123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11" name="Object 7"/>
          <p:cNvGraphicFramePr>
            <a:graphicFrameLocks noChangeAspect="1"/>
          </p:cNvGraphicFramePr>
          <p:nvPr/>
        </p:nvGraphicFramePr>
        <p:xfrm>
          <a:off x="427038" y="1849438"/>
          <a:ext cx="3021012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091565" imgH="419100" progId="Equation.3">
                  <p:embed/>
                </p:oleObj>
              </mc:Choice>
              <mc:Fallback>
                <p:oleObj r:id="rId8" imgW="1091565" imgH="419100" progId="Equation.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27038" y="1849438"/>
                        <a:ext cx="3021012" cy="1100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295" name="Group 8"/>
          <p:cNvGrpSpPr/>
          <p:nvPr/>
        </p:nvGrpSpPr>
        <p:grpSpPr>
          <a:xfrm>
            <a:off x="6516688" y="1844675"/>
            <a:ext cx="2370137" cy="3624263"/>
            <a:chOff x="3405" y="1192"/>
            <a:chExt cx="2016" cy="2592"/>
          </a:xfrm>
        </p:grpSpPr>
        <p:sp>
          <p:nvSpPr>
            <p:cNvPr id="12296" name="Line 9"/>
            <p:cNvSpPr/>
            <p:nvPr/>
          </p:nvSpPr>
          <p:spPr>
            <a:xfrm>
              <a:off x="4356" y="1589"/>
              <a:ext cx="384" cy="0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2297" name="AutoShape 10"/>
            <p:cNvSpPr/>
            <p:nvPr/>
          </p:nvSpPr>
          <p:spPr>
            <a:xfrm flipH="1">
              <a:off x="3645" y="1480"/>
              <a:ext cx="96" cy="1968"/>
            </a:xfrm>
            <a:prstGeom prst="can">
              <a:avLst>
                <a:gd name="adj" fmla="val 39671"/>
              </a:avLst>
            </a:prstGeom>
            <a:gradFill rotWithShape="0">
              <a:gsLst>
                <a:gs pos="0">
                  <a:srgbClr val="7C9496"/>
                </a:gs>
                <a:gs pos="50000">
                  <a:srgbClr val="BBE0E3"/>
                </a:gs>
                <a:gs pos="100000">
                  <a:srgbClr val="7C9496"/>
                </a:gs>
              </a:gsLst>
              <a:lin ang="0" scaled="1"/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298" name="Rectangle 11"/>
            <p:cNvSpPr/>
            <p:nvPr/>
          </p:nvSpPr>
          <p:spPr>
            <a:xfrm>
              <a:off x="4125" y="1720"/>
              <a:ext cx="576" cy="1104"/>
            </a:xfrm>
            <a:prstGeom prst="rect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299" name="Line 12"/>
            <p:cNvSpPr/>
            <p:nvPr/>
          </p:nvSpPr>
          <p:spPr>
            <a:xfrm flipV="1">
              <a:off x="3702" y="1962"/>
              <a:ext cx="0" cy="62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2300" name="Line 13"/>
            <p:cNvSpPr/>
            <p:nvPr/>
          </p:nvSpPr>
          <p:spPr>
            <a:xfrm flipV="1">
              <a:off x="3707" y="3180"/>
              <a:ext cx="988" cy="33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dash"/>
              <a:round/>
              <a:headEnd type="triangle" w="sm" len="lg"/>
              <a:tailEnd type="triangle" w="sm" len="lg"/>
            </a:ln>
          </p:spPr>
        </p:sp>
        <p:sp>
          <p:nvSpPr>
            <p:cNvPr id="12301" name="Line 14"/>
            <p:cNvSpPr/>
            <p:nvPr/>
          </p:nvSpPr>
          <p:spPr>
            <a:xfrm>
              <a:off x="4893" y="1720"/>
              <a:ext cx="0" cy="1104"/>
            </a:xfrm>
            <a:prstGeom prst="line">
              <a:avLst/>
            </a:prstGeom>
            <a:ln w="28575" cap="flat" cmpd="sng">
              <a:solidFill>
                <a:srgbClr val="CC0099"/>
              </a:solidFill>
              <a:prstDash val="dash"/>
              <a:round/>
              <a:headEnd type="triangle" w="sm" len="lg"/>
              <a:tailEnd type="triangle" w="sm" len="lg"/>
            </a:ln>
          </p:spPr>
        </p:sp>
        <p:graphicFrame>
          <p:nvGraphicFramePr>
            <p:cNvPr id="12302" name="Object 15"/>
            <p:cNvGraphicFramePr>
              <a:graphicFrameLocks noChangeAspect="1"/>
            </p:cNvGraphicFramePr>
            <p:nvPr/>
          </p:nvGraphicFramePr>
          <p:xfrm>
            <a:off x="3816" y="2982"/>
            <a:ext cx="225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27000" imgH="139700" progId="Equation.3">
                    <p:embed/>
                  </p:oleObj>
                </mc:Choice>
                <mc:Fallback>
                  <p:oleObj r:id="rId10" imgW="127000" imgH="139700" progId="Equation.3">
                    <p:embed/>
                    <p:pic>
                      <p:nvPicPr>
                        <p:cNvPr id="0" name="图片 3138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816" y="2982"/>
                          <a:ext cx="225" cy="2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3" name="Object 16"/>
            <p:cNvGraphicFramePr>
              <a:graphicFrameLocks noChangeAspect="1"/>
            </p:cNvGraphicFramePr>
            <p:nvPr/>
          </p:nvGraphicFramePr>
          <p:xfrm>
            <a:off x="4297" y="2925"/>
            <a:ext cx="225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127000" imgH="177165" progId="Equation.3">
                    <p:embed/>
                  </p:oleObj>
                </mc:Choice>
                <mc:Fallback>
                  <p:oleObj r:id="rId12" imgW="127000" imgH="177165" progId="Equation.3">
                    <p:embed/>
                    <p:pic>
                      <p:nvPicPr>
                        <p:cNvPr id="0" name="图片 3135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4297" y="2925"/>
                          <a:ext cx="225" cy="3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4" name="Object 17"/>
            <p:cNvGraphicFramePr>
              <a:graphicFrameLocks noChangeAspect="1"/>
            </p:cNvGraphicFramePr>
            <p:nvPr/>
          </p:nvGraphicFramePr>
          <p:xfrm>
            <a:off x="4893" y="2056"/>
            <a:ext cx="171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88900" imgH="177165" progId="Equation.3">
                    <p:embed/>
                  </p:oleObj>
                </mc:Choice>
                <mc:Fallback>
                  <p:oleObj r:id="rId14" imgW="88900" imgH="177165" progId="Equation.3">
                    <p:embed/>
                    <p:pic>
                      <p:nvPicPr>
                        <p:cNvPr id="0" name="图片 3141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4893" y="2056"/>
                          <a:ext cx="171" cy="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5" name="Object 18"/>
            <p:cNvGraphicFramePr>
              <a:graphicFrameLocks noChangeAspect="1"/>
            </p:cNvGraphicFramePr>
            <p:nvPr/>
          </p:nvGraphicFramePr>
          <p:xfrm>
            <a:off x="3475" y="2160"/>
            <a:ext cx="17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165100" imgH="228600" progId="Equation.3">
                    <p:embed/>
                  </p:oleObj>
                </mc:Choice>
                <mc:Fallback>
                  <p:oleObj r:id="rId16" imgW="165100" imgH="228600" progId="Equation.3">
                    <p:embed/>
                    <p:pic>
                      <p:nvPicPr>
                        <p:cNvPr id="0" name="图片 3134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3475" y="2160"/>
                          <a:ext cx="173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6" name="Line 19"/>
            <p:cNvSpPr/>
            <p:nvPr/>
          </p:nvSpPr>
          <p:spPr>
            <a:xfrm>
              <a:off x="3645" y="3448"/>
              <a:ext cx="0" cy="3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</p:sp>
        <p:sp>
          <p:nvSpPr>
            <p:cNvPr id="12307" name="Line 20"/>
            <p:cNvSpPr/>
            <p:nvPr/>
          </p:nvSpPr>
          <p:spPr>
            <a:xfrm>
              <a:off x="3741" y="3448"/>
              <a:ext cx="0" cy="3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</p:sp>
        <p:sp>
          <p:nvSpPr>
            <p:cNvPr id="12308" name="Line 21"/>
            <p:cNvSpPr/>
            <p:nvPr/>
          </p:nvSpPr>
          <p:spPr>
            <a:xfrm>
              <a:off x="3741" y="1192"/>
              <a:ext cx="0" cy="3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12309" name="Line 22"/>
            <p:cNvSpPr/>
            <p:nvPr/>
          </p:nvSpPr>
          <p:spPr>
            <a:xfrm>
              <a:off x="3645" y="1192"/>
              <a:ext cx="0" cy="3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12310" name="Line 23"/>
            <p:cNvSpPr/>
            <p:nvPr/>
          </p:nvSpPr>
          <p:spPr>
            <a:xfrm flipH="1">
              <a:off x="4694" y="2824"/>
              <a:ext cx="7" cy="32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12311" name="Line 24"/>
            <p:cNvSpPr/>
            <p:nvPr/>
          </p:nvSpPr>
          <p:spPr>
            <a:xfrm>
              <a:off x="4125" y="2824"/>
              <a:ext cx="2" cy="30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</p:sp>
        <p:sp>
          <p:nvSpPr>
            <p:cNvPr id="12312" name="Line 25"/>
            <p:cNvSpPr/>
            <p:nvPr/>
          </p:nvSpPr>
          <p:spPr>
            <a:xfrm>
              <a:off x="4701" y="1720"/>
              <a:ext cx="38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12313" name="Line 26"/>
            <p:cNvSpPr/>
            <p:nvPr/>
          </p:nvSpPr>
          <p:spPr>
            <a:xfrm>
              <a:off x="4701" y="2824"/>
              <a:ext cx="38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12314" name="Line 27"/>
            <p:cNvSpPr/>
            <p:nvPr/>
          </p:nvSpPr>
          <p:spPr>
            <a:xfrm>
              <a:off x="3741" y="2920"/>
              <a:ext cx="384" cy="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dash"/>
              <a:round/>
              <a:headEnd type="triangle" w="sm" len="lg"/>
              <a:tailEnd type="triangle" w="sm" len="lg"/>
            </a:ln>
          </p:spPr>
        </p:sp>
        <p:grpSp>
          <p:nvGrpSpPr>
            <p:cNvPr id="12315" name="Group 28"/>
            <p:cNvGrpSpPr/>
            <p:nvPr/>
          </p:nvGrpSpPr>
          <p:grpSpPr>
            <a:xfrm>
              <a:off x="3405" y="3256"/>
              <a:ext cx="2016" cy="360"/>
              <a:chOff x="384" y="3360"/>
              <a:chExt cx="2016" cy="360"/>
            </a:xfrm>
          </p:grpSpPr>
          <p:sp>
            <p:nvSpPr>
              <p:cNvPr id="12316" name="Line 29"/>
              <p:cNvSpPr/>
              <p:nvPr/>
            </p:nvSpPr>
            <p:spPr>
              <a:xfrm>
                <a:off x="720" y="3408"/>
                <a:ext cx="1680" cy="0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aphicFrame>
            <p:nvGraphicFramePr>
              <p:cNvPr id="12317" name="Object 30"/>
              <p:cNvGraphicFramePr>
                <a:graphicFrameLocks noChangeAspect="1"/>
              </p:cNvGraphicFramePr>
              <p:nvPr/>
            </p:nvGraphicFramePr>
            <p:xfrm>
              <a:off x="2160" y="3504"/>
              <a:ext cx="202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8" imgW="177800" imgH="190500" progId="Equation.3">
                      <p:embed/>
                    </p:oleObj>
                  </mc:Choice>
                  <mc:Fallback>
                    <p:oleObj r:id="rId18" imgW="177800" imgH="190500" progId="Equation.3">
                      <p:embed/>
                      <p:pic>
                        <p:nvPicPr>
                          <p:cNvPr id="0" name="图片 3144"/>
                          <p:cNvPicPr/>
                          <p:nvPr/>
                        </p:nvPicPr>
                        <p:blipFill>
                          <a:blip r:embed="rId19"/>
                          <a:stretch>
                            <a:fillRect/>
                          </a:stretch>
                        </p:blipFill>
                        <p:spPr>
                          <a:xfrm>
                            <a:off x="2160" y="3504"/>
                            <a:ext cx="202" cy="21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18" name="Object 31"/>
              <p:cNvGraphicFramePr>
                <a:graphicFrameLocks noChangeAspect="1"/>
              </p:cNvGraphicFramePr>
              <p:nvPr/>
            </p:nvGraphicFramePr>
            <p:xfrm>
              <a:off x="384" y="3360"/>
              <a:ext cx="187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0" imgW="165100" imgH="190500" progId="Equation.3">
                      <p:embed/>
                    </p:oleObj>
                  </mc:Choice>
                  <mc:Fallback>
                    <p:oleObj r:id="rId20" imgW="165100" imgH="190500" progId="Equation.3">
                      <p:embed/>
                      <p:pic>
                        <p:nvPicPr>
                          <p:cNvPr id="0" name="图片 3143"/>
                          <p:cNvPicPr/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384" y="3360"/>
                            <a:ext cx="187" cy="21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2319" name="Group 32"/>
            <p:cNvGrpSpPr/>
            <p:nvPr/>
          </p:nvGrpSpPr>
          <p:grpSpPr>
            <a:xfrm>
              <a:off x="4077" y="1240"/>
              <a:ext cx="528" cy="371"/>
              <a:chOff x="1056" y="1344"/>
              <a:chExt cx="528" cy="371"/>
            </a:xfrm>
          </p:grpSpPr>
          <p:graphicFrame>
            <p:nvGraphicFramePr>
              <p:cNvPr id="12320" name="Object 33"/>
              <p:cNvGraphicFramePr>
                <a:graphicFrameLocks noChangeAspect="1"/>
              </p:cNvGraphicFramePr>
              <p:nvPr/>
            </p:nvGraphicFramePr>
            <p:xfrm>
              <a:off x="1056" y="1344"/>
              <a:ext cx="247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2" imgW="152400" imgH="190500" progId="Equation.3">
                      <p:embed/>
                    </p:oleObj>
                  </mc:Choice>
                  <mc:Fallback>
                    <p:oleObj r:id="rId22" imgW="152400" imgH="190500" progId="Equation.3">
                      <p:embed/>
                      <p:pic>
                        <p:nvPicPr>
                          <p:cNvPr id="0" name="图片 3142"/>
                          <p:cNvPicPr/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1056" y="1344"/>
                            <a:ext cx="247" cy="31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2321" name="Group 34"/>
              <p:cNvGrpSpPr/>
              <p:nvPr/>
            </p:nvGrpSpPr>
            <p:grpSpPr>
              <a:xfrm>
                <a:off x="1296" y="1344"/>
                <a:ext cx="288" cy="371"/>
                <a:chOff x="1296" y="1344"/>
                <a:chExt cx="288" cy="371"/>
              </a:xfrm>
            </p:grpSpPr>
            <p:grpSp>
              <p:nvGrpSpPr>
                <p:cNvPr id="12322" name="Group 35"/>
                <p:cNvGrpSpPr/>
                <p:nvPr/>
              </p:nvGrpSpPr>
              <p:grpSpPr>
                <a:xfrm>
                  <a:off x="1296" y="1344"/>
                  <a:ext cx="288" cy="371"/>
                  <a:chOff x="816" y="3504"/>
                  <a:chExt cx="288" cy="371"/>
                </a:xfrm>
              </p:grpSpPr>
              <p:sp>
                <p:nvSpPr>
                  <p:cNvPr id="12323" name="Oval 36"/>
                  <p:cNvSpPr/>
                  <p:nvPr/>
                </p:nvSpPr>
                <p:spPr>
                  <a:xfrm>
                    <a:off x="864" y="3600"/>
                    <a:ext cx="192" cy="19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Verdan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2324" name="Text Box 37"/>
                  <p:cNvSpPr txBox="1"/>
                  <p:nvPr/>
                </p:nvSpPr>
                <p:spPr>
                  <a:xfrm>
                    <a:off x="816" y="3504"/>
                    <a:ext cx="288" cy="37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anchor="t" anchorCtr="0"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endParaRPr lang="zh-CN" altLang="zh-CN" sz="2800" b="1" i="1" dirty="0">
                      <a:solidFill>
                        <a:srgbClr val="05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12325" name="Line 38"/>
                <p:cNvSpPr/>
                <p:nvPr/>
              </p:nvSpPr>
              <p:spPr>
                <a:xfrm>
                  <a:off x="1392" y="1488"/>
                  <a:ext cx="96" cy="96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2326" name="Line 39"/>
                <p:cNvSpPr/>
                <p:nvPr/>
              </p:nvSpPr>
              <p:spPr>
                <a:xfrm flipH="1">
                  <a:off x="1392" y="1488"/>
                  <a:ext cx="96" cy="96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77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7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7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775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75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77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2457450" y="3190875"/>
            <a:ext cx="6629400" cy="1311275"/>
            <a:chOff x="3871" y="3065"/>
            <a:chExt cx="10439" cy="2064"/>
          </a:xfrm>
        </p:grpSpPr>
        <p:grpSp>
          <p:nvGrpSpPr>
            <p:cNvPr id="21506" name="组合 12"/>
            <p:cNvGrpSpPr/>
            <p:nvPr/>
          </p:nvGrpSpPr>
          <p:grpSpPr>
            <a:xfrm>
              <a:off x="3871" y="3926"/>
              <a:ext cx="2195" cy="1203"/>
              <a:chOff x="3871" y="3982"/>
              <a:chExt cx="2195" cy="1203"/>
            </a:xfrm>
          </p:grpSpPr>
          <p:cxnSp>
            <p:nvCxnSpPr>
              <p:cNvPr id="11" name="直接箭头连接符 10"/>
              <p:cNvCxnSpPr/>
              <p:nvPr/>
            </p:nvCxnSpPr>
            <p:spPr>
              <a:xfrm flipV="1">
                <a:off x="5549" y="3982"/>
                <a:ext cx="517" cy="418"/>
              </a:xfrm>
              <a:prstGeom prst="straightConnector1">
                <a:avLst/>
              </a:prstGeom>
              <a:ln w="317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椭圆 11"/>
              <p:cNvSpPr/>
              <p:nvPr/>
            </p:nvSpPr>
            <p:spPr>
              <a:xfrm>
                <a:off x="3871" y="4221"/>
                <a:ext cx="1757" cy="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base"/>
                <a:endParaRPr lang="zh-CN" altLang="en-US" strike="noStrike" noProof="1"/>
              </a:p>
            </p:txBody>
          </p:sp>
        </p:grpSp>
        <p:sp>
          <p:nvSpPr>
            <p:cNvPr id="21509" name="Text Box 2"/>
            <p:cNvSpPr txBox="1"/>
            <p:nvPr/>
          </p:nvSpPr>
          <p:spPr>
            <a:xfrm>
              <a:off x="4195" y="3065"/>
              <a:ext cx="10115" cy="725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rgbClr val="CC00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anchor="t" anchorCtr="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通过回路所围面积的磁通量在</a:t>
              </a:r>
              <a:r>
                <a:rPr lang="en-US" altLang="zh-CN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d</a:t>
              </a:r>
              <a:r>
                <a:rPr lang="en-US" altLang="zh-CN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</a:t>
              </a:r>
              <a:r>
                <a:rPr lang="zh-CN" altLang="en-US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时间内的增量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563938" y="1435100"/>
            <a:ext cx="3779837" cy="1439863"/>
            <a:chOff x="5612" y="466"/>
            <a:chExt cx="5954" cy="2270"/>
          </a:xfrm>
        </p:grpSpPr>
        <p:sp>
          <p:nvSpPr>
            <p:cNvPr id="9" name="椭圆 8"/>
            <p:cNvSpPr/>
            <p:nvPr/>
          </p:nvSpPr>
          <p:spPr>
            <a:xfrm>
              <a:off x="5612" y="1829"/>
              <a:ext cx="3809" cy="9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21512" name="Text Box 2"/>
            <p:cNvSpPr txBox="1"/>
            <p:nvPr/>
          </p:nvSpPr>
          <p:spPr>
            <a:xfrm>
              <a:off x="6804" y="466"/>
              <a:ext cx="4762" cy="725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rgbClr val="CC00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anchor="t" anchorCtr="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通过小面元的磁通量</a:t>
              </a:r>
              <a:endParaRPr lang="zh-CN" altLang="en-US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cxnSp>
          <p:nvCxnSpPr>
            <p:cNvPr id="8" name="直接箭头连接符 7"/>
            <p:cNvCxnSpPr/>
            <p:nvPr/>
          </p:nvCxnSpPr>
          <p:spPr>
            <a:xfrm flipV="1">
              <a:off x="7314" y="1205"/>
              <a:ext cx="339" cy="542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8530" name="Text Box 2"/>
          <p:cNvSpPr txBox="1"/>
          <p:nvPr/>
        </p:nvSpPr>
        <p:spPr>
          <a:xfrm>
            <a:off x="576263" y="584200"/>
            <a:ext cx="285591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易犯错误</a:t>
            </a:r>
            <a:r>
              <a:rPr lang="en-US" altLang="zh-CN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</a:p>
        </p:txBody>
      </p:sp>
      <p:grpSp>
        <p:nvGrpSpPr>
          <p:cNvPr id="2" name="Group 3"/>
          <p:cNvGrpSpPr/>
          <p:nvPr/>
        </p:nvGrpSpPr>
        <p:grpSpPr>
          <a:xfrm>
            <a:off x="3086100" y="2284413"/>
            <a:ext cx="2757488" cy="542925"/>
            <a:chOff x="1888" y="998"/>
            <a:chExt cx="1844" cy="370"/>
          </a:xfrm>
        </p:grpSpPr>
        <p:sp>
          <p:nvSpPr>
            <p:cNvPr id="21516" name="Text Box 4"/>
            <p:cNvSpPr txBox="1"/>
            <p:nvPr/>
          </p:nvSpPr>
          <p:spPr>
            <a:xfrm>
              <a:off x="1888" y="998"/>
              <a:ext cx="702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而</a:t>
              </a:r>
              <a:endPara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21517" name="Object 5"/>
            <p:cNvGraphicFramePr>
              <a:graphicFrameLocks noChangeAspect="1"/>
            </p:cNvGraphicFramePr>
            <p:nvPr/>
          </p:nvGraphicFramePr>
          <p:xfrm>
            <a:off x="2284" y="1007"/>
            <a:ext cx="1448" cy="3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977900" imgH="241300" progId="Equation.3">
                    <p:embed/>
                  </p:oleObj>
                </mc:Choice>
                <mc:Fallback>
                  <p:oleObj r:id="rId2" imgW="977900" imgH="241300" progId="Equation.3">
                    <p:embed/>
                    <p:pic>
                      <p:nvPicPr>
                        <p:cNvPr id="0" name="图片 3115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284" y="1007"/>
                          <a:ext cx="1448" cy="36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8535" name="Text Box 7"/>
          <p:cNvSpPr txBox="1"/>
          <p:nvPr/>
        </p:nvSpPr>
        <p:spPr>
          <a:xfrm>
            <a:off x="719138" y="4129088"/>
            <a:ext cx="108585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则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</a:p>
        </p:txBody>
      </p:sp>
      <p:graphicFrame>
        <p:nvGraphicFramePr>
          <p:cNvPr id="278536" name="Object 8"/>
          <p:cNvGraphicFramePr>
            <a:graphicFrameLocks noChangeAspect="1"/>
          </p:cNvGraphicFramePr>
          <p:nvPr/>
        </p:nvGraphicFramePr>
        <p:xfrm>
          <a:off x="1466850" y="3859213"/>
          <a:ext cx="1989138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914400" imgH="508000" progId="Equation.3">
                  <p:embed/>
                </p:oleObj>
              </mc:Choice>
              <mc:Fallback>
                <p:oleObj r:id="rId4" imgW="914400" imgH="508000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66850" y="3859213"/>
                        <a:ext cx="1989138" cy="1116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7" name="Object 9"/>
          <p:cNvGraphicFramePr>
            <a:graphicFrameLocks noChangeAspect="1"/>
          </p:cNvGraphicFramePr>
          <p:nvPr/>
        </p:nvGraphicFramePr>
        <p:xfrm>
          <a:off x="3851275" y="3865563"/>
          <a:ext cx="1782763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47700" imgH="419100" progId="Equation.3">
                  <p:embed/>
                </p:oleObj>
              </mc:Choice>
              <mc:Fallback>
                <p:oleObj r:id="rId6" imgW="647700" imgH="4191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851275" y="3865563"/>
                        <a:ext cx="1782763" cy="1158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9" name="Object 11"/>
          <p:cNvGraphicFramePr>
            <a:graphicFrameLocks noChangeAspect="1"/>
          </p:cNvGraphicFramePr>
          <p:nvPr/>
        </p:nvGraphicFramePr>
        <p:xfrm>
          <a:off x="657225" y="2009775"/>
          <a:ext cx="1943100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914400" imgH="508000" progId="Equation.3">
                  <p:embed/>
                </p:oleObj>
              </mc:Choice>
              <mc:Fallback>
                <p:oleObj r:id="rId8" imgW="914400" imgH="508000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57225" y="2009775"/>
                        <a:ext cx="1943100" cy="1090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55" name="Line 27"/>
          <p:cNvSpPr/>
          <p:nvPr/>
        </p:nvSpPr>
        <p:spPr>
          <a:xfrm>
            <a:off x="4464050" y="3935413"/>
            <a:ext cx="1035050" cy="112395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78556" name="Line 28"/>
          <p:cNvSpPr/>
          <p:nvPr/>
        </p:nvSpPr>
        <p:spPr>
          <a:xfrm flipH="1">
            <a:off x="4392613" y="3968750"/>
            <a:ext cx="1035050" cy="103505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75"/>
                                        <p:tgtEl>
                                          <p:spTgt spid="278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78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8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78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8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78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78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785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785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78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78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78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0" grpId="0"/>
      <p:bldP spid="27853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/>
          <p:nvPr/>
        </p:nvGraphicFramePr>
        <p:xfrm>
          <a:off x="1425575" y="1927225"/>
          <a:ext cx="12160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96900" imgH="228600" progId="Equation.3">
                  <p:embed/>
                </p:oleObj>
              </mc:Choice>
              <mc:Fallback>
                <p:oleObj r:id="rId3" imgW="596900" imgH="228600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25575" y="1927225"/>
                        <a:ext cx="1216025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900113" y="836613"/>
            <a:ext cx="3733800" cy="5222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易犯错误</a:t>
            </a: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endParaRPr lang="zh-CN" altLang="en-US" sz="2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" name="对象 3"/>
          <p:cNvGraphicFramePr/>
          <p:nvPr/>
        </p:nvGraphicFramePr>
        <p:xfrm>
          <a:off x="2686050" y="1836738"/>
          <a:ext cx="1395413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596900" imgH="279400" progId="Equation.3">
                  <p:embed/>
                </p:oleObj>
              </mc:Choice>
              <mc:Fallback>
                <p:oleObj r:id="rId5" imgW="596900" imgH="279400" progId="Equation.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86050" y="1836738"/>
                        <a:ext cx="1395413" cy="755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/>
          <p:nvPr/>
        </p:nvGraphicFramePr>
        <p:xfrm>
          <a:off x="4719638" y="1593850"/>
          <a:ext cx="1516062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558800" imgH="393700" progId="Equation.3">
                  <p:embed/>
                </p:oleObj>
              </mc:Choice>
              <mc:Fallback>
                <p:oleObj r:id="rId7" imgW="558800" imgH="3937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19638" y="1593850"/>
                        <a:ext cx="1516062" cy="1068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/>
          <p:nvPr/>
        </p:nvGraphicFramePr>
        <p:xfrm>
          <a:off x="1516063" y="2817813"/>
          <a:ext cx="227647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812800" imgH="393700" progId="Equation.3">
                  <p:embed/>
                </p:oleObj>
              </mc:Choice>
              <mc:Fallback>
                <p:oleObj r:id="rId9" imgW="812800" imgH="393700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16063" y="2817813"/>
                        <a:ext cx="2276475" cy="990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/>
          <p:nvPr/>
        </p:nvGraphicFramePr>
        <p:xfrm>
          <a:off x="1474788" y="4437063"/>
          <a:ext cx="1881187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914400" imgH="508000" progId="Equation.3">
                  <p:embed/>
                </p:oleObj>
              </mc:Choice>
              <mc:Fallback>
                <p:oleObj r:id="rId11" imgW="914400" imgH="508000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74788" y="4437063"/>
                        <a:ext cx="1881187" cy="1055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562" name="组合 13"/>
          <p:cNvGrpSpPr/>
          <p:nvPr/>
        </p:nvGrpSpPr>
        <p:grpSpPr>
          <a:xfrm>
            <a:off x="2463800" y="1792288"/>
            <a:ext cx="1350963" cy="779462"/>
            <a:chOff x="2997200" y="4103688"/>
            <a:chExt cx="2406650" cy="1905000"/>
          </a:xfrm>
        </p:grpSpPr>
        <p:sp>
          <p:nvSpPr>
            <p:cNvPr id="22536" name="Line 25"/>
            <p:cNvSpPr/>
            <p:nvPr/>
          </p:nvSpPr>
          <p:spPr>
            <a:xfrm>
              <a:off x="3041650" y="4103688"/>
              <a:ext cx="2362200" cy="190500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37" name="Line 26"/>
            <p:cNvSpPr/>
            <p:nvPr/>
          </p:nvSpPr>
          <p:spPr>
            <a:xfrm flipH="1">
              <a:off x="2997200" y="4238625"/>
              <a:ext cx="2362200" cy="175260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aphicFrame>
        <p:nvGraphicFramePr>
          <p:cNvPr id="6" name="对象 5"/>
          <p:cNvGraphicFramePr/>
          <p:nvPr>
            <p:custDataLst>
              <p:tags r:id="rId1"/>
            </p:custDataLst>
          </p:nvPr>
        </p:nvGraphicFramePr>
        <p:xfrm>
          <a:off x="3816350" y="2852738"/>
          <a:ext cx="22034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787400" imgH="393700" progId="Equation.3">
                  <p:embed/>
                </p:oleObj>
              </mc:Choice>
              <mc:Fallback>
                <p:oleObj r:id="rId13" imgW="787400" imgH="393700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816350" y="2852738"/>
                        <a:ext cx="2203450" cy="990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75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7" name="Group 2"/>
          <p:cNvGrpSpPr/>
          <p:nvPr/>
        </p:nvGrpSpPr>
        <p:grpSpPr>
          <a:xfrm>
            <a:off x="539750" y="601663"/>
            <a:ext cx="7918450" cy="3581400"/>
            <a:chOff x="329" y="442"/>
            <a:chExt cx="4988" cy="2256"/>
          </a:xfrm>
        </p:grpSpPr>
        <p:sp>
          <p:nvSpPr>
            <p:cNvPr id="14338" name="Rectangle 3"/>
            <p:cNvSpPr/>
            <p:nvPr/>
          </p:nvSpPr>
          <p:spPr>
            <a:xfrm>
              <a:off x="329" y="442"/>
              <a:ext cx="3009" cy="4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例</a:t>
              </a:r>
              <a:r>
                <a:rPr lang="en-US" altLang="zh-CN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2</a:t>
              </a:r>
              <a:r>
                <a:rPr lang="en-US" altLang="zh-CN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 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真空中一长直导线通有电流 </a:t>
              </a:r>
            </a:p>
          </p:txBody>
        </p:sp>
        <p:graphicFrame>
          <p:nvGraphicFramePr>
            <p:cNvPr id="14339" name="Object 4"/>
            <p:cNvGraphicFramePr>
              <a:graphicFrameLocks noChangeAspect="1"/>
            </p:cNvGraphicFramePr>
            <p:nvPr/>
          </p:nvGraphicFramePr>
          <p:xfrm>
            <a:off x="3481" y="499"/>
            <a:ext cx="1305" cy="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748665" imgH="241300" progId="Equation.DSMT4">
                    <p:embed/>
                  </p:oleObj>
                </mc:Choice>
                <mc:Fallback>
                  <p:oleObj r:id="rId2" imgW="748665" imgH="241300" progId="Equation.DSMT4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3481" y="499"/>
                          <a:ext cx="1305" cy="4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40" name="Text Box 5"/>
            <p:cNvSpPr txBox="1"/>
            <p:nvPr/>
          </p:nvSpPr>
          <p:spPr>
            <a:xfrm>
              <a:off x="385" y="896"/>
              <a:ext cx="4932" cy="180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其中</a:t>
              </a:r>
              <a:r>
                <a:rPr lang="en-US" altLang="zh-CN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t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为时间，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和</a:t>
              </a:r>
              <a:r>
                <a:rPr lang="el-GR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λ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大于零。有一带滑动边的</a:t>
              </a:r>
              <a:r>
                <a:rPr lang="zh-CN" altLang="el-GR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矩形导线框与长直导线平行共面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两者相距为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lang="en-US" altLang="zh-CN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，</a:t>
              </a:r>
              <a:r>
                <a:rPr lang="zh-CN" altLang="el-GR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矩形线框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的滑动边长为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，</a:t>
              </a:r>
              <a:r>
                <a:rPr lang="zh-CN" altLang="el-GR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以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匀</a:t>
              </a:r>
              <a:r>
                <a:rPr lang="zh-CN" altLang="el-GR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速率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Book Antiqua" panose="02040602050305030304" charset="0"/>
                  <a:ea typeface="楷体_GB2312" pitchFamily="49" charset="-122"/>
                </a:rPr>
                <a:t>v</a:t>
              </a:r>
              <a:r>
                <a:rPr lang="el-GR" altLang="zh-CN" sz="2400" b="1" i="1" dirty="0">
                  <a:solidFill>
                    <a:srgbClr val="000000"/>
                  </a:solidFill>
                  <a:latin typeface="Book Antiqua" panose="02040602050305030304" charset="0"/>
                  <a:ea typeface="楷体_GB2312" pitchFamily="49" charset="-122"/>
                </a:rPr>
                <a:t> </a:t>
              </a:r>
              <a:r>
                <a:rPr lang="zh-CN" altLang="el-GR" sz="2400" b="1" dirty="0">
                  <a:solidFill>
                    <a:srgbClr val="000000"/>
                  </a:solidFill>
                  <a:latin typeface="Book Antiqua" panose="02040602050305030304" charset="0"/>
                  <a:ea typeface="楷体_GB2312" pitchFamily="49" charset="-122"/>
                </a:rPr>
                <a:t>运动，</a:t>
              </a:r>
              <a:r>
                <a:rPr lang="zh-CN" altLang="en-US" sz="2400" b="1" dirty="0">
                  <a:solidFill>
                    <a:srgbClr val="000000"/>
                  </a:solidFill>
                  <a:latin typeface="Book Antiqua" panose="02040602050305030304" charset="0"/>
                  <a:ea typeface="楷体_GB2312" pitchFamily="49" charset="-122"/>
                </a:rPr>
                <a:t>设开始时滑动边与对边重合，</a:t>
              </a:r>
            </a:p>
            <a:p>
              <a:pPr>
                <a:lnSpc>
                  <a:spcPct val="150000"/>
                </a:lnSpc>
              </a:pPr>
              <a:r>
                <a:rPr lang="zh-CN" altLang="el-GR" sz="2400" b="1" dirty="0">
                  <a:solidFill>
                    <a:srgbClr val="000000"/>
                  </a:solidFill>
                  <a:latin typeface="Book Antiqua" panose="02040602050305030304" charset="0"/>
                  <a:ea typeface="楷体_GB2312" pitchFamily="49" charset="-122"/>
                </a:rPr>
                <a:t>求</a:t>
              </a:r>
              <a:r>
                <a:rPr lang="zh-CN" altLang="en-US" sz="2400" b="1" dirty="0">
                  <a:solidFill>
                    <a:srgbClr val="000000"/>
                  </a:solidFill>
                  <a:latin typeface="Book Antiqua" panose="02040602050305030304" charset="0"/>
                  <a:ea typeface="楷体_GB2312" pitchFamily="49" charset="-122"/>
                </a:rPr>
                <a:t>任意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</a:t>
              </a:r>
              <a:r>
                <a:rPr lang="zh-CN" altLang="el-GR" sz="2400" b="1" dirty="0">
                  <a:solidFill>
                    <a:srgbClr val="000000"/>
                  </a:solidFill>
                  <a:latin typeface="Book Antiqua" panose="02040602050305030304" charset="0"/>
                  <a:ea typeface="楷体_GB2312" pitchFamily="49" charset="-122"/>
                </a:rPr>
                <a:t>时刻线框内的感</a:t>
              </a:r>
              <a:endParaRPr lang="zh-CN" altLang="en-US" sz="2400" b="1" dirty="0">
                <a:solidFill>
                  <a:srgbClr val="000000"/>
                </a:solidFill>
                <a:latin typeface="Book Antiqua" panose="02040602050305030304" charset="0"/>
                <a:ea typeface="楷体_GB2312" pitchFamily="49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l-GR" sz="2400" b="1" dirty="0">
                  <a:solidFill>
                    <a:srgbClr val="000000"/>
                  </a:solidFill>
                  <a:latin typeface="Book Antiqua" panose="02040602050305030304" charset="0"/>
                  <a:ea typeface="楷体_GB2312" pitchFamily="49" charset="-122"/>
                </a:rPr>
                <a:t>应电动势</a:t>
              </a:r>
              <a:r>
                <a:rPr lang="zh-CN" altLang="en-US" sz="2400" b="1" dirty="0">
                  <a:solidFill>
                    <a:srgbClr val="000000"/>
                  </a:solidFill>
                  <a:latin typeface="Book Antiqua" panose="02040602050305030304" charset="0"/>
                  <a:ea typeface="楷体_GB2312" pitchFamily="49" charset="-122"/>
                </a:rPr>
                <a:t>，并讨论方向。</a:t>
              </a:r>
            </a:p>
          </p:txBody>
        </p:sp>
      </p:grpSp>
      <p:grpSp>
        <p:nvGrpSpPr>
          <p:cNvPr id="14341" name="Group 35"/>
          <p:cNvGrpSpPr/>
          <p:nvPr/>
        </p:nvGrpSpPr>
        <p:grpSpPr>
          <a:xfrm>
            <a:off x="5021263" y="2889250"/>
            <a:ext cx="2903537" cy="3657600"/>
            <a:chOff x="3163" y="1820"/>
            <a:chExt cx="1829" cy="2304"/>
          </a:xfrm>
        </p:grpSpPr>
        <p:grpSp>
          <p:nvGrpSpPr>
            <p:cNvPr id="14342" name="Group 11"/>
            <p:cNvGrpSpPr/>
            <p:nvPr/>
          </p:nvGrpSpPr>
          <p:grpSpPr>
            <a:xfrm>
              <a:off x="3801" y="2896"/>
              <a:ext cx="540" cy="0"/>
              <a:chOff x="1919" y="9389"/>
              <a:chExt cx="826" cy="0"/>
            </a:xfrm>
          </p:grpSpPr>
          <p:sp>
            <p:nvSpPr>
              <p:cNvPr id="14343" name="Line 12"/>
              <p:cNvSpPr/>
              <p:nvPr/>
            </p:nvSpPr>
            <p:spPr>
              <a:xfrm>
                <a:off x="1919" y="9389"/>
                <a:ext cx="826" cy="0"/>
              </a:xfrm>
              <a:prstGeom prst="line">
                <a:avLst/>
              </a:prstGeom>
              <a:ln w="22225" cap="flat" cmpd="sng">
                <a:solidFill>
                  <a:srgbClr val="FF00FF"/>
                </a:solidFill>
                <a:prstDash val="dash"/>
                <a:round/>
                <a:headEnd type="none" w="med" len="med"/>
                <a:tailEnd type="arrow" w="sm" len="sm"/>
              </a:ln>
            </p:spPr>
          </p:sp>
          <p:sp>
            <p:nvSpPr>
              <p:cNvPr id="14344" name="Line 13"/>
              <p:cNvSpPr/>
              <p:nvPr/>
            </p:nvSpPr>
            <p:spPr>
              <a:xfrm flipH="1">
                <a:off x="1929" y="9389"/>
                <a:ext cx="464" cy="0"/>
              </a:xfrm>
              <a:prstGeom prst="line">
                <a:avLst/>
              </a:prstGeom>
              <a:ln w="22225" cap="flat" cmpd="sng">
                <a:solidFill>
                  <a:srgbClr val="FF00FF"/>
                </a:solidFill>
                <a:prstDash val="dash"/>
                <a:round/>
                <a:headEnd type="none" w="med" len="med"/>
                <a:tailEnd type="arrow" w="sm" len="sm"/>
              </a:ln>
            </p:spPr>
          </p:sp>
        </p:grpSp>
        <p:sp>
          <p:nvSpPr>
            <p:cNvPr id="14345" name="Rectangle 14"/>
            <p:cNvSpPr/>
            <p:nvPr/>
          </p:nvSpPr>
          <p:spPr>
            <a:xfrm>
              <a:off x="4354" y="2585"/>
              <a:ext cx="618" cy="785"/>
            </a:xfrm>
            <a:prstGeom prst="rect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46" name="Line 15"/>
            <p:cNvSpPr/>
            <p:nvPr/>
          </p:nvSpPr>
          <p:spPr>
            <a:xfrm>
              <a:off x="4354" y="2245"/>
              <a:ext cx="0" cy="514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47" name="Line 16"/>
            <p:cNvSpPr/>
            <p:nvPr/>
          </p:nvSpPr>
          <p:spPr>
            <a:xfrm>
              <a:off x="4973" y="2254"/>
              <a:ext cx="0" cy="515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48" name="Line 17"/>
            <p:cNvSpPr/>
            <p:nvPr/>
          </p:nvSpPr>
          <p:spPr>
            <a:xfrm>
              <a:off x="4638" y="2418"/>
              <a:ext cx="11" cy="122"/>
            </a:xfrm>
            <a:prstGeom prst="line">
              <a:avLst/>
            </a:prstGeom>
            <a:ln w="38100">
              <a:noFill/>
            </a:ln>
          </p:spPr>
        </p:sp>
        <p:sp>
          <p:nvSpPr>
            <p:cNvPr id="14349" name="Line 18"/>
            <p:cNvSpPr/>
            <p:nvPr/>
          </p:nvSpPr>
          <p:spPr>
            <a:xfrm flipH="1" flipV="1">
              <a:off x="4648" y="2160"/>
              <a:ext cx="5" cy="423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arrow" w="sm" len="sm"/>
            </a:ln>
          </p:spPr>
        </p:sp>
        <p:sp>
          <p:nvSpPr>
            <p:cNvPr id="14350" name="Freeform 19"/>
            <p:cNvSpPr/>
            <p:nvPr/>
          </p:nvSpPr>
          <p:spPr>
            <a:xfrm>
              <a:off x="4966" y="2557"/>
              <a:ext cx="26" cy="2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</a:cxnLst>
              <a:rect l="0" t="0" r="0" b="0"/>
              <a:pathLst>
                <a:path w="39" h="45">
                  <a:moveTo>
                    <a:pt x="9" y="0"/>
                  </a:moveTo>
                  <a:cubicBezTo>
                    <a:pt x="11" y="1"/>
                    <a:pt x="16" y="2"/>
                    <a:pt x="21" y="6"/>
                  </a:cubicBezTo>
                  <a:cubicBezTo>
                    <a:pt x="26" y="10"/>
                    <a:pt x="39" y="22"/>
                    <a:pt x="39" y="27"/>
                  </a:cubicBezTo>
                  <a:cubicBezTo>
                    <a:pt x="39" y="32"/>
                    <a:pt x="27" y="36"/>
                    <a:pt x="21" y="39"/>
                  </a:cubicBezTo>
                  <a:cubicBezTo>
                    <a:pt x="15" y="42"/>
                    <a:pt x="4" y="44"/>
                    <a:pt x="0" y="45"/>
                  </a:cubicBezTo>
                </a:path>
              </a:pathLst>
            </a:custGeom>
            <a:noFill/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1" name="Freeform 20"/>
            <p:cNvSpPr/>
            <p:nvPr/>
          </p:nvSpPr>
          <p:spPr>
            <a:xfrm flipH="1">
              <a:off x="4336" y="2557"/>
              <a:ext cx="26" cy="2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</a:cxnLst>
              <a:rect l="0" t="0" r="0" b="0"/>
              <a:pathLst>
                <a:path w="39" h="45">
                  <a:moveTo>
                    <a:pt x="9" y="0"/>
                  </a:moveTo>
                  <a:cubicBezTo>
                    <a:pt x="11" y="1"/>
                    <a:pt x="16" y="2"/>
                    <a:pt x="21" y="6"/>
                  </a:cubicBezTo>
                  <a:cubicBezTo>
                    <a:pt x="26" y="10"/>
                    <a:pt x="39" y="22"/>
                    <a:pt x="39" y="27"/>
                  </a:cubicBezTo>
                  <a:cubicBezTo>
                    <a:pt x="39" y="32"/>
                    <a:pt x="27" y="36"/>
                    <a:pt x="21" y="39"/>
                  </a:cubicBezTo>
                  <a:cubicBezTo>
                    <a:pt x="15" y="42"/>
                    <a:pt x="4" y="44"/>
                    <a:pt x="0" y="45"/>
                  </a:cubicBezTo>
                </a:path>
              </a:pathLst>
            </a:custGeom>
            <a:noFill/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352" name="Group 21"/>
            <p:cNvGrpSpPr/>
            <p:nvPr/>
          </p:nvGrpSpPr>
          <p:grpSpPr>
            <a:xfrm>
              <a:off x="4358" y="2910"/>
              <a:ext cx="608" cy="79"/>
              <a:chOff x="1919" y="9389"/>
              <a:chExt cx="826" cy="0"/>
            </a:xfrm>
          </p:grpSpPr>
          <p:sp>
            <p:nvSpPr>
              <p:cNvPr id="14353" name="Line 22"/>
              <p:cNvSpPr/>
              <p:nvPr/>
            </p:nvSpPr>
            <p:spPr>
              <a:xfrm>
                <a:off x="1919" y="9389"/>
                <a:ext cx="826" cy="0"/>
              </a:xfrm>
              <a:prstGeom prst="line">
                <a:avLst/>
              </a:prstGeom>
              <a:ln w="22225" cap="flat" cmpd="sng">
                <a:solidFill>
                  <a:srgbClr val="FF00FF"/>
                </a:solidFill>
                <a:prstDash val="dash"/>
                <a:round/>
                <a:headEnd type="none" w="med" len="med"/>
                <a:tailEnd type="arrow" w="sm" len="sm"/>
              </a:ln>
            </p:spPr>
          </p:sp>
          <p:sp>
            <p:nvSpPr>
              <p:cNvPr id="14354" name="Line 23"/>
              <p:cNvSpPr/>
              <p:nvPr/>
            </p:nvSpPr>
            <p:spPr>
              <a:xfrm flipH="1">
                <a:off x="1929" y="9389"/>
                <a:ext cx="464" cy="0"/>
              </a:xfrm>
              <a:prstGeom prst="line">
                <a:avLst/>
              </a:prstGeom>
              <a:ln w="22225" cap="flat" cmpd="sng">
                <a:solidFill>
                  <a:srgbClr val="FF00FF"/>
                </a:solidFill>
                <a:prstDash val="dash"/>
                <a:round/>
                <a:headEnd type="none" w="med" len="med"/>
                <a:tailEnd type="arrow" w="sm" len="sm"/>
              </a:ln>
            </p:spPr>
          </p:sp>
        </p:grpSp>
        <p:sp>
          <p:nvSpPr>
            <p:cNvPr id="14355" name="Text Box 24"/>
            <p:cNvSpPr txBox="1"/>
            <p:nvPr/>
          </p:nvSpPr>
          <p:spPr>
            <a:xfrm>
              <a:off x="3929" y="2897"/>
              <a:ext cx="33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just"/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4356" name="Text Box 25"/>
            <p:cNvSpPr txBox="1"/>
            <p:nvPr/>
          </p:nvSpPr>
          <p:spPr>
            <a:xfrm>
              <a:off x="4496" y="2897"/>
              <a:ext cx="390" cy="35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just"/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graphicFrame>
          <p:nvGraphicFramePr>
            <p:cNvPr id="14357" name="Object 26"/>
            <p:cNvGraphicFramePr>
              <a:graphicFrameLocks noChangeAspect="1"/>
            </p:cNvGraphicFramePr>
            <p:nvPr/>
          </p:nvGraphicFramePr>
          <p:xfrm>
            <a:off x="4666" y="1905"/>
            <a:ext cx="260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52400" imgH="203200" progId="Equation.3">
                    <p:embed/>
                  </p:oleObj>
                </mc:Choice>
                <mc:Fallback>
                  <p:oleObj r:id="rId4" imgW="152400" imgH="203200" progId="Equation.3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666" y="1905"/>
                          <a:ext cx="260" cy="3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8" name="AutoShape 27"/>
            <p:cNvSpPr/>
            <p:nvPr/>
          </p:nvSpPr>
          <p:spPr>
            <a:xfrm flipH="1">
              <a:off x="3699" y="2076"/>
              <a:ext cx="93" cy="1749"/>
            </a:xfrm>
            <a:prstGeom prst="can">
              <a:avLst>
                <a:gd name="adj" fmla="val 36394"/>
              </a:avLst>
            </a:prstGeom>
            <a:gradFill rotWithShape="0">
              <a:gsLst>
                <a:gs pos="0">
                  <a:srgbClr val="7C9496"/>
                </a:gs>
                <a:gs pos="50000">
                  <a:srgbClr val="BBE0E3"/>
                </a:gs>
                <a:gs pos="100000">
                  <a:srgbClr val="7C9496"/>
                </a:gs>
              </a:gsLst>
              <a:lin ang="0" scaled="1"/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59" name="Line 28"/>
            <p:cNvSpPr/>
            <p:nvPr/>
          </p:nvSpPr>
          <p:spPr>
            <a:xfrm flipV="1">
              <a:off x="3730" y="2500"/>
              <a:ext cx="0" cy="55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14360" name="Object 29"/>
            <p:cNvGraphicFramePr>
              <a:graphicFrameLocks noChangeAspect="1"/>
            </p:cNvGraphicFramePr>
            <p:nvPr/>
          </p:nvGraphicFramePr>
          <p:xfrm>
            <a:off x="3163" y="2245"/>
            <a:ext cx="512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279400" imgH="203200" progId="Equation.3">
                    <p:embed/>
                  </p:oleObj>
                </mc:Choice>
                <mc:Fallback>
                  <p:oleObj r:id="rId6" imgW="279400" imgH="203200" progId="Equation.3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163" y="2245"/>
                          <a:ext cx="512" cy="3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1" name="Line 30"/>
            <p:cNvSpPr/>
            <p:nvPr/>
          </p:nvSpPr>
          <p:spPr>
            <a:xfrm>
              <a:off x="3699" y="3825"/>
              <a:ext cx="0" cy="2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</p:sp>
        <p:sp>
          <p:nvSpPr>
            <p:cNvPr id="14362" name="Line 31"/>
            <p:cNvSpPr/>
            <p:nvPr/>
          </p:nvSpPr>
          <p:spPr>
            <a:xfrm>
              <a:off x="3792" y="3825"/>
              <a:ext cx="0" cy="2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</p:sp>
        <p:sp>
          <p:nvSpPr>
            <p:cNvPr id="14363" name="Line 32"/>
            <p:cNvSpPr/>
            <p:nvPr/>
          </p:nvSpPr>
          <p:spPr>
            <a:xfrm>
              <a:off x="3792" y="1820"/>
              <a:ext cx="0" cy="2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14364" name="Line 33"/>
            <p:cNvSpPr/>
            <p:nvPr/>
          </p:nvSpPr>
          <p:spPr>
            <a:xfrm>
              <a:off x="3699" y="1820"/>
              <a:ext cx="0" cy="2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/>
          <p:nvPr/>
        </p:nvSpPr>
        <p:spPr>
          <a:xfrm>
            <a:off x="214313" y="476250"/>
            <a:ext cx="8555037" cy="1198563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解：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取回路绕行的正方向为顺时针方向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线框面积的法向垂直纸面向里，则通过线框的磁通量 </a:t>
            </a:r>
          </a:p>
        </p:txBody>
      </p:sp>
      <p:graphicFrame>
        <p:nvGraphicFramePr>
          <p:cNvPr id="284675" name="Object 3"/>
          <p:cNvGraphicFramePr>
            <a:graphicFrameLocks noChangeAspect="1"/>
          </p:cNvGraphicFramePr>
          <p:nvPr/>
        </p:nvGraphicFramePr>
        <p:xfrm>
          <a:off x="601663" y="2003425"/>
          <a:ext cx="230822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43000" imgH="279400" progId="Equation.3">
                  <p:embed/>
                </p:oleObj>
              </mc:Choice>
              <mc:Fallback>
                <p:oleObj r:id="rId2" imgW="1143000" imgH="2794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1663" y="2003425"/>
                        <a:ext cx="2308225" cy="679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76" name="Object 4"/>
          <p:cNvGraphicFramePr>
            <a:graphicFrameLocks noChangeAspect="1"/>
          </p:cNvGraphicFramePr>
          <p:nvPr/>
        </p:nvGraphicFramePr>
        <p:xfrm>
          <a:off x="2987675" y="1768475"/>
          <a:ext cx="2657475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16000" imgH="419100" progId="Equation.3">
                  <p:embed/>
                </p:oleObj>
              </mc:Choice>
              <mc:Fallback>
                <p:oleObj r:id="rId4" imgW="1016000" imgH="4191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87675" y="1768475"/>
                        <a:ext cx="2657475" cy="998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77" name="Object 5"/>
          <p:cNvGraphicFramePr>
            <a:graphicFrameLocks noChangeAspect="1"/>
          </p:cNvGraphicFramePr>
          <p:nvPr/>
        </p:nvGraphicFramePr>
        <p:xfrm>
          <a:off x="1187450" y="2997200"/>
          <a:ext cx="3095625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371600" imgH="419100" progId="Equation.3">
                  <p:embed/>
                </p:oleObj>
              </mc:Choice>
              <mc:Fallback>
                <p:oleObj r:id="rId6" imgW="1371600" imgH="4191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87450" y="2997200"/>
                        <a:ext cx="3095625" cy="1009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78" name="Object 6"/>
          <p:cNvGraphicFramePr>
            <a:graphicFrameLocks noChangeAspect="1"/>
          </p:cNvGraphicFramePr>
          <p:nvPr/>
        </p:nvGraphicFramePr>
        <p:xfrm>
          <a:off x="936625" y="5137150"/>
          <a:ext cx="3713163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727200" imgH="431800" progId="Equation.3">
                  <p:embed/>
                </p:oleObj>
              </mc:Choice>
              <mc:Fallback>
                <p:oleObj r:id="rId8" imgW="1727200" imgH="4318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36625" y="5137150"/>
                        <a:ext cx="3713163" cy="996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96" name="Group 7"/>
          <p:cNvGrpSpPr/>
          <p:nvPr/>
        </p:nvGrpSpPr>
        <p:grpSpPr>
          <a:xfrm>
            <a:off x="539750" y="4262438"/>
            <a:ext cx="4727575" cy="666750"/>
            <a:chOff x="499" y="2498"/>
            <a:chExt cx="2978" cy="420"/>
          </a:xfrm>
        </p:grpSpPr>
        <p:graphicFrame>
          <p:nvGraphicFramePr>
            <p:cNvPr id="15367" name="Object 9"/>
            <p:cNvGraphicFramePr>
              <a:graphicFrameLocks noChangeAspect="1"/>
            </p:cNvGraphicFramePr>
            <p:nvPr/>
          </p:nvGraphicFramePr>
          <p:xfrm>
            <a:off x="817" y="2498"/>
            <a:ext cx="1330" cy="4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748665" imgH="241300" progId="Equation.DSMT4">
                    <p:embed/>
                  </p:oleObj>
                </mc:Choice>
                <mc:Fallback>
                  <p:oleObj r:id="rId10" imgW="748665" imgH="241300" progId="Equation.DSMT4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817" y="2498"/>
                          <a:ext cx="1330" cy="4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68" name="Text Box 10"/>
            <p:cNvSpPr txBox="1"/>
            <p:nvPr/>
          </p:nvSpPr>
          <p:spPr>
            <a:xfrm>
              <a:off x="499" y="2548"/>
              <a:ext cx="39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将</a:t>
              </a:r>
            </a:p>
          </p:txBody>
        </p:sp>
        <p:sp>
          <p:nvSpPr>
            <p:cNvPr id="15369" name="Text Box 11"/>
            <p:cNvSpPr txBox="1"/>
            <p:nvPr/>
          </p:nvSpPr>
          <p:spPr>
            <a:xfrm>
              <a:off x="2291" y="2548"/>
              <a:ext cx="118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ctr" anchorCtr="0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代入上式</a:t>
              </a:r>
            </a:p>
          </p:txBody>
        </p:sp>
      </p:grpSp>
      <p:grpSp>
        <p:nvGrpSpPr>
          <p:cNvPr id="15370" name="Group 13"/>
          <p:cNvGrpSpPr/>
          <p:nvPr/>
        </p:nvGrpSpPr>
        <p:grpSpPr>
          <a:xfrm>
            <a:off x="6192838" y="1268413"/>
            <a:ext cx="2303462" cy="3168650"/>
            <a:chOff x="3163" y="1820"/>
            <a:chExt cx="1829" cy="2304"/>
          </a:xfrm>
        </p:grpSpPr>
        <p:grpSp>
          <p:nvGrpSpPr>
            <p:cNvPr id="15371" name="Group 14"/>
            <p:cNvGrpSpPr/>
            <p:nvPr/>
          </p:nvGrpSpPr>
          <p:grpSpPr>
            <a:xfrm>
              <a:off x="3801" y="2896"/>
              <a:ext cx="540" cy="0"/>
              <a:chOff x="1919" y="9389"/>
              <a:chExt cx="826" cy="0"/>
            </a:xfrm>
          </p:grpSpPr>
          <p:sp>
            <p:nvSpPr>
              <p:cNvPr id="15372" name="Line 15"/>
              <p:cNvSpPr/>
              <p:nvPr/>
            </p:nvSpPr>
            <p:spPr>
              <a:xfrm>
                <a:off x="1919" y="9389"/>
                <a:ext cx="826" cy="0"/>
              </a:xfrm>
              <a:prstGeom prst="line">
                <a:avLst/>
              </a:prstGeom>
              <a:ln w="22225" cap="flat" cmpd="sng">
                <a:solidFill>
                  <a:srgbClr val="FF00FF"/>
                </a:solidFill>
                <a:prstDash val="dash"/>
                <a:round/>
                <a:headEnd type="none" w="med" len="med"/>
                <a:tailEnd type="arrow" w="sm" len="sm"/>
              </a:ln>
            </p:spPr>
          </p:sp>
          <p:sp>
            <p:nvSpPr>
              <p:cNvPr id="15373" name="Line 16"/>
              <p:cNvSpPr/>
              <p:nvPr/>
            </p:nvSpPr>
            <p:spPr>
              <a:xfrm flipH="1">
                <a:off x="1929" y="9389"/>
                <a:ext cx="464" cy="0"/>
              </a:xfrm>
              <a:prstGeom prst="line">
                <a:avLst/>
              </a:prstGeom>
              <a:ln w="22225" cap="flat" cmpd="sng">
                <a:solidFill>
                  <a:srgbClr val="FF00FF"/>
                </a:solidFill>
                <a:prstDash val="dash"/>
                <a:round/>
                <a:headEnd type="none" w="med" len="med"/>
                <a:tailEnd type="arrow" w="sm" len="sm"/>
              </a:ln>
            </p:spPr>
          </p:sp>
        </p:grpSp>
        <p:sp>
          <p:nvSpPr>
            <p:cNvPr id="15374" name="Rectangle 17"/>
            <p:cNvSpPr/>
            <p:nvPr/>
          </p:nvSpPr>
          <p:spPr>
            <a:xfrm>
              <a:off x="4354" y="2585"/>
              <a:ext cx="618" cy="785"/>
            </a:xfrm>
            <a:prstGeom prst="rect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375" name="Line 18"/>
            <p:cNvSpPr/>
            <p:nvPr/>
          </p:nvSpPr>
          <p:spPr>
            <a:xfrm>
              <a:off x="4354" y="2245"/>
              <a:ext cx="0" cy="514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76" name="Line 19"/>
            <p:cNvSpPr/>
            <p:nvPr/>
          </p:nvSpPr>
          <p:spPr>
            <a:xfrm>
              <a:off x="4973" y="2254"/>
              <a:ext cx="0" cy="515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77" name="Line 20"/>
            <p:cNvSpPr/>
            <p:nvPr/>
          </p:nvSpPr>
          <p:spPr>
            <a:xfrm>
              <a:off x="4638" y="2418"/>
              <a:ext cx="11" cy="122"/>
            </a:xfrm>
            <a:prstGeom prst="line">
              <a:avLst/>
            </a:prstGeom>
            <a:ln w="38100">
              <a:noFill/>
            </a:ln>
          </p:spPr>
        </p:sp>
        <p:sp>
          <p:nvSpPr>
            <p:cNvPr id="15378" name="Line 21"/>
            <p:cNvSpPr/>
            <p:nvPr/>
          </p:nvSpPr>
          <p:spPr>
            <a:xfrm flipH="1" flipV="1">
              <a:off x="4648" y="2160"/>
              <a:ext cx="5" cy="423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arrow" w="sm" len="sm"/>
            </a:ln>
          </p:spPr>
        </p:sp>
        <p:sp>
          <p:nvSpPr>
            <p:cNvPr id="15379" name="Freeform 22"/>
            <p:cNvSpPr/>
            <p:nvPr/>
          </p:nvSpPr>
          <p:spPr>
            <a:xfrm>
              <a:off x="4966" y="2557"/>
              <a:ext cx="26" cy="2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</a:cxnLst>
              <a:rect l="0" t="0" r="0" b="0"/>
              <a:pathLst>
                <a:path w="39" h="45">
                  <a:moveTo>
                    <a:pt x="9" y="0"/>
                  </a:moveTo>
                  <a:cubicBezTo>
                    <a:pt x="11" y="1"/>
                    <a:pt x="16" y="2"/>
                    <a:pt x="21" y="6"/>
                  </a:cubicBezTo>
                  <a:cubicBezTo>
                    <a:pt x="26" y="10"/>
                    <a:pt x="39" y="22"/>
                    <a:pt x="39" y="27"/>
                  </a:cubicBezTo>
                  <a:cubicBezTo>
                    <a:pt x="39" y="32"/>
                    <a:pt x="27" y="36"/>
                    <a:pt x="21" y="39"/>
                  </a:cubicBezTo>
                  <a:cubicBezTo>
                    <a:pt x="15" y="42"/>
                    <a:pt x="4" y="44"/>
                    <a:pt x="0" y="45"/>
                  </a:cubicBezTo>
                </a:path>
              </a:pathLst>
            </a:custGeom>
            <a:noFill/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0" name="Freeform 23"/>
            <p:cNvSpPr/>
            <p:nvPr/>
          </p:nvSpPr>
          <p:spPr>
            <a:xfrm flipH="1">
              <a:off x="4336" y="2557"/>
              <a:ext cx="26" cy="2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</a:cxnLst>
              <a:rect l="0" t="0" r="0" b="0"/>
              <a:pathLst>
                <a:path w="39" h="45">
                  <a:moveTo>
                    <a:pt x="9" y="0"/>
                  </a:moveTo>
                  <a:cubicBezTo>
                    <a:pt x="11" y="1"/>
                    <a:pt x="16" y="2"/>
                    <a:pt x="21" y="6"/>
                  </a:cubicBezTo>
                  <a:cubicBezTo>
                    <a:pt x="26" y="10"/>
                    <a:pt x="39" y="22"/>
                    <a:pt x="39" y="27"/>
                  </a:cubicBezTo>
                  <a:cubicBezTo>
                    <a:pt x="39" y="32"/>
                    <a:pt x="27" y="36"/>
                    <a:pt x="21" y="39"/>
                  </a:cubicBezTo>
                  <a:cubicBezTo>
                    <a:pt x="15" y="42"/>
                    <a:pt x="4" y="44"/>
                    <a:pt x="0" y="45"/>
                  </a:cubicBezTo>
                </a:path>
              </a:pathLst>
            </a:custGeom>
            <a:noFill/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381" name="Group 24"/>
            <p:cNvGrpSpPr/>
            <p:nvPr/>
          </p:nvGrpSpPr>
          <p:grpSpPr>
            <a:xfrm>
              <a:off x="4358" y="2910"/>
              <a:ext cx="608" cy="79"/>
              <a:chOff x="1919" y="9389"/>
              <a:chExt cx="826" cy="0"/>
            </a:xfrm>
          </p:grpSpPr>
          <p:sp>
            <p:nvSpPr>
              <p:cNvPr id="15382" name="Line 25"/>
              <p:cNvSpPr/>
              <p:nvPr/>
            </p:nvSpPr>
            <p:spPr>
              <a:xfrm>
                <a:off x="1919" y="9389"/>
                <a:ext cx="826" cy="0"/>
              </a:xfrm>
              <a:prstGeom prst="line">
                <a:avLst/>
              </a:prstGeom>
              <a:ln w="22225" cap="flat" cmpd="sng">
                <a:solidFill>
                  <a:srgbClr val="FF00FF"/>
                </a:solidFill>
                <a:prstDash val="dash"/>
                <a:round/>
                <a:headEnd type="none" w="med" len="med"/>
                <a:tailEnd type="arrow" w="sm" len="sm"/>
              </a:ln>
            </p:spPr>
          </p:sp>
          <p:sp>
            <p:nvSpPr>
              <p:cNvPr id="15383" name="Line 26"/>
              <p:cNvSpPr/>
              <p:nvPr/>
            </p:nvSpPr>
            <p:spPr>
              <a:xfrm flipH="1">
                <a:off x="1929" y="9389"/>
                <a:ext cx="464" cy="0"/>
              </a:xfrm>
              <a:prstGeom prst="line">
                <a:avLst/>
              </a:prstGeom>
              <a:ln w="22225" cap="flat" cmpd="sng">
                <a:solidFill>
                  <a:srgbClr val="FF00FF"/>
                </a:solidFill>
                <a:prstDash val="dash"/>
                <a:round/>
                <a:headEnd type="none" w="med" len="med"/>
                <a:tailEnd type="arrow" w="sm" len="sm"/>
              </a:ln>
            </p:spPr>
          </p:sp>
        </p:grpSp>
        <p:sp>
          <p:nvSpPr>
            <p:cNvPr id="15384" name="Text Box 27"/>
            <p:cNvSpPr txBox="1"/>
            <p:nvPr/>
          </p:nvSpPr>
          <p:spPr>
            <a:xfrm>
              <a:off x="3929" y="2897"/>
              <a:ext cx="33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just"/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5385" name="Text Box 28"/>
            <p:cNvSpPr txBox="1"/>
            <p:nvPr/>
          </p:nvSpPr>
          <p:spPr>
            <a:xfrm>
              <a:off x="4496" y="2897"/>
              <a:ext cx="390" cy="35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just"/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graphicFrame>
          <p:nvGraphicFramePr>
            <p:cNvPr id="15386" name="Object 29"/>
            <p:cNvGraphicFramePr>
              <a:graphicFrameLocks noChangeAspect="1"/>
            </p:cNvGraphicFramePr>
            <p:nvPr/>
          </p:nvGraphicFramePr>
          <p:xfrm>
            <a:off x="4666" y="1905"/>
            <a:ext cx="260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152400" imgH="203200" progId="Equation.3">
                    <p:embed/>
                  </p:oleObj>
                </mc:Choice>
                <mc:Fallback>
                  <p:oleObj r:id="rId12" imgW="152400" imgH="2032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4666" y="1905"/>
                          <a:ext cx="260" cy="3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7" name="AutoShape 30"/>
            <p:cNvSpPr/>
            <p:nvPr/>
          </p:nvSpPr>
          <p:spPr>
            <a:xfrm flipH="1">
              <a:off x="3699" y="2076"/>
              <a:ext cx="93" cy="1749"/>
            </a:xfrm>
            <a:prstGeom prst="can">
              <a:avLst>
                <a:gd name="adj" fmla="val 36394"/>
              </a:avLst>
            </a:prstGeom>
            <a:gradFill rotWithShape="0">
              <a:gsLst>
                <a:gs pos="0">
                  <a:srgbClr val="7C9496"/>
                </a:gs>
                <a:gs pos="50000">
                  <a:srgbClr val="BBE0E3"/>
                </a:gs>
                <a:gs pos="100000">
                  <a:srgbClr val="7C9496"/>
                </a:gs>
              </a:gsLst>
              <a:lin ang="0" scaled="1"/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388" name="Line 31"/>
            <p:cNvSpPr/>
            <p:nvPr/>
          </p:nvSpPr>
          <p:spPr>
            <a:xfrm flipV="1">
              <a:off x="3730" y="2500"/>
              <a:ext cx="0" cy="55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15389" name="Object 32"/>
            <p:cNvGraphicFramePr>
              <a:graphicFrameLocks noChangeAspect="1"/>
            </p:cNvGraphicFramePr>
            <p:nvPr/>
          </p:nvGraphicFramePr>
          <p:xfrm>
            <a:off x="3163" y="2245"/>
            <a:ext cx="512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279400" imgH="203200" progId="Equation.3">
                    <p:embed/>
                  </p:oleObj>
                </mc:Choice>
                <mc:Fallback>
                  <p:oleObj r:id="rId14" imgW="279400" imgH="203200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3163" y="2245"/>
                          <a:ext cx="512" cy="3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90" name="Line 33"/>
            <p:cNvSpPr/>
            <p:nvPr/>
          </p:nvSpPr>
          <p:spPr>
            <a:xfrm>
              <a:off x="3699" y="3825"/>
              <a:ext cx="0" cy="2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</p:sp>
        <p:sp>
          <p:nvSpPr>
            <p:cNvPr id="15391" name="Line 34"/>
            <p:cNvSpPr/>
            <p:nvPr/>
          </p:nvSpPr>
          <p:spPr>
            <a:xfrm>
              <a:off x="3792" y="3825"/>
              <a:ext cx="0" cy="2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</p:sp>
        <p:sp>
          <p:nvSpPr>
            <p:cNvPr id="15392" name="Line 35"/>
            <p:cNvSpPr/>
            <p:nvPr/>
          </p:nvSpPr>
          <p:spPr>
            <a:xfrm>
              <a:off x="3792" y="1820"/>
              <a:ext cx="0" cy="2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15393" name="Line 36"/>
            <p:cNvSpPr/>
            <p:nvPr/>
          </p:nvSpPr>
          <p:spPr>
            <a:xfrm>
              <a:off x="3699" y="1820"/>
              <a:ext cx="0" cy="2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</p:grpSp>
      <p:grpSp>
        <p:nvGrpSpPr>
          <p:cNvPr id="15394" name="Group 37"/>
          <p:cNvGrpSpPr/>
          <p:nvPr/>
        </p:nvGrpSpPr>
        <p:grpSpPr>
          <a:xfrm>
            <a:off x="8459788" y="2312988"/>
            <a:ext cx="684212" cy="1079500"/>
            <a:chOff x="5057" y="2568"/>
            <a:chExt cx="454" cy="794"/>
          </a:xfrm>
        </p:grpSpPr>
        <p:sp>
          <p:nvSpPr>
            <p:cNvPr id="15395" name="Line 38"/>
            <p:cNvSpPr/>
            <p:nvPr/>
          </p:nvSpPr>
          <p:spPr>
            <a:xfrm>
              <a:off x="5057" y="2568"/>
              <a:ext cx="45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96" name="Line 39"/>
            <p:cNvSpPr/>
            <p:nvPr/>
          </p:nvSpPr>
          <p:spPr>
            <a:xfrm>
              <a:off x="5057" y="3362"/>
              <a:ext cx="45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97" name="Line 40"/>
            <p:cNvSpPr/>
            <p:nvPr/>
          </p:nvSpPr>
          <p:spPr>
            <a:xfrm flipV="1">
              <a:off x="5307" y="2591"/>
              <a:ext cx="0" cy="29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5398" name="Line 41"/>
            <p:cNvSpPr/>
            <p:nvPr/>
          </p:nvSpPr>
          <p:spPr>
            <a:xfrm flipV="1">
              <a:off x="5307" y="3113"/>
              <a:ext cx="0" cy="22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15399" name="Object 42"/>
            <p:cNvGraphicFramePr>
              <a:graphicFrameLocks noChangeAspect="1"/>
            </p:cNvGraphicFramePr>
            <p:nvPr/>
          </p:nvGraphicFramePr>
          <p:xfrm>
            <a:off x="5174" y="2877"/>
            <a:ext cx="241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165100" imgH="152400" progId="Equation.3">
                    <p:embed/>
                  </p:oleObj>
                </mc:Choice>
                <mc:Fallback>
                  <p:oleObj r:id="rId16" imgW="165100" imgH="152400" progId="Equation.3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5174" y="2877"/>
                          <a:ext cx="241" cy="2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4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4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4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/>
          <p:nvPr/>
        </p:nvSpPr>
        <p:spPr>
          <a:xfrm>
            <a:off x="107950" y="433388"/>
            <a:ext cx="354965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由法拉第电磁感应定律得</a:t>
            </a:r>
          </a:p>
        </p:txBody>
      </p:sp>
      <p:sp>
        <p:nvSpPr>
          <p:cNvPr id="16386" name="Rectangle 3"/>
          <p:cNvSpPr/>
          <p:nvPr/>
        </p:nvSpPr>
        <p:spPr>
          <a:xfrm>
            <a:off x="0" y="42894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85700" name="Object 4"/>
          <p:cNvGraphicFramePr>
            <a:graphicFrameLocks noChangeAspect="1"/>
          </p:cNvGraphicFramePr>
          <p:nvPr/>
        </p:nvGraphicFramePr>
        <p:xfrm>
          <a:off x="576263" y="1125538"/>
          <a:ext cx="5351462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755900" imgH="431800" progId="Equation.3">
                  <p:embed/>
                </p:oleObj>
              </mc:Choice>
              <mc:Fallback>
                <p:oleObj r:id="rId2" imgW="2755900" imgH="4318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6263" y="1125538"/>
                        <a:ext cx="5351462" cy="1023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5"/>
          <p:cNvGraphicFramePr>
            <a:graphicFrameLocks noChangeAspect="1"/>
          </p:cNvGraphicFramePr>
          <p:nvPr/>
        </p:nvGraphicFramePr>
        <p:xfrm>
          <a:off x="838200" y="2425700"/>
          <a:ext cx="4924425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197100" imgH="508000" progId="Equation.3">
                  <p:embed/>
                </p:oleObj>
              </mc:Choice>
              <mc:Fallback>
                <p:oleObj r:id="rId4" imgW="2197100" imgH="5080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38200" y="2425700"/>
                        <a:ext cx="4924425" cy="1138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6"/>
          <p:cNvGraphicFramePr>
            <a:graphicFrameLocks noChangeAspect="1"/>
          </p:cNvGraphicFramePr>
          <p:nvPr/>
        </p:nvGraphicFramePr>
        <p:xfrm>
          <a:off x="836613" y="4103688"/>
          <a:ext cx="1782762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74065" imgH="203200" progId="Equation.3">
                  <p:embed/>
                </p:oleObj>
              </mc:Choice>
              <mc:Fallback>
                <p:oleObj r:id="rId6" imgW="774065" imgH="2032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36613" y="4103688"/>
                        <a:ext cx="1782762" cy="468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7"/>
          <p:cNvGraphicFramePr>
            <a:graphicFrameLocks noChangeAspect="1"/>
          </p:cNvGraphicFramePr>
          <p:nvPr/>
        </p:nvGraphicFramePr>
        <p:xfrm>
          <a:off x="746125" y="5138738"/>
          <a:ext cx="1782763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774065" imgH="203200" progId="Equation.3">
                  <p:embed/>
                </p:oleObj>
              </mc:Choice>
              <mc:Fallback>
                <p:oleObj r:id="rId8" imgW="774065" imgH="2032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46125" y="5138738"/>
                        <a:ext cx="1782763" cy="468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8" name="Text Box 8"/>
          <p:cNvSpPr txBox="1"/>
          <p:nvPr/>
        </p:nvSpPr>
        <p:spPr>
          <a:xfrm>
            <a:off x="2808288" y="4132263"/>
            <a:ext cx="293687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电动势为顺时针方向</a:t>
            </a:r>
          </a:p>
        </p:txBody>
      </p:sp>
      <p:sp>
        <p:nvSpPr>
          <p:cNvPr id="17419" name="Text Box 9"/>
          <p:cNvSpPr txBox="1"/>
          <p:nvPr/>
        </p:nvSpPr>
        <p:spPr>
          <a:xfrm>
            <a:off x="2862263" y="5122863"/>
            <a:ext cx="293687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电动势为逆时针方向</a:t>
            </a:r>
          </a:p>
        </p:txBody>
      </p:sp>
      <p:grpSp>
        <p:nvGrpSpPr>
          <p:cNvPr id="16393" name="Group 10"/>
          <p:cNvGrpSpPr/>
          <p:nvPr/>
        </p:nvGrpSpPr>
        <p:grpSpPr>
          <a:xfrm>
            <a:off x="6061075" y="2133600"/>
            <a:ext cx="2903538" cy="3657600"/>
            <a:chOff x="3163" y="1820"/>
            <a:chExt cx="1829" cy="2304"/>
          </a:xfrm>
        </p:grpSpPr>
        <p:grpSp>
          <p:nvGrpSpPr>
            <p:cNvPr id="16394" name="Group 11"/>
            <p:cNvGrpSpPr/>
            <p:nvPr/>
          </p:nvGrpSpPr>
          <p:grpSpPr>
            <a:xfrm>
              <a:off x="3801" y="2896"/>
              <a:ext cx="540" cy="0"/>
              <a:chOff x="1919" y="9389"/>
              <a:chExt cx="826" cy="0"/>
            </a:xfrm>
          </p:grpSpPr>
          <p:sp>
            <p:nvSpPr>
              <p:cNvPr id="16395" name="Line 12"/>
              <p:cNvSpPr/>
              <p:nvPr/>
            </p:nvSpPr>
            <p:spPr>
              <a:xfrm>
                <a:off x="1919" y="9389"/>
                <a:ext cx="826" cy="0"/>
              </a:xfrm>
              <a:prstGeom prst="line">
                <a:avLst/>
              </a:prstGeom>
              <a:ln w="22225" cap="flat" cmpd="sng">
                <a:solidFill>
                  <a:srgbClr val="FF00FF"/>
                </a:solidFill>
                <a:prstDash val="dash"/>
                <a:round/>
                <a:headEnd type="none" w="med" len="med"/>
                <a:tailEnd type="arrow" w="sm" len="sm"/>
              </a:ln>
            </p:spPr>
          </p:sp>
          <p:sp>
            <p:nvSpPr>
              <p:cNvPr id="16396" name="Line 13"/>
              <p:cNvSpPr/>
              <p:nvPr/>
            </p:nvSpPr>
            <p:spPr>
              <a:xfrm flipH="1">
                <a:off x="1929" y="9389"/>
                <a:ext cx="464" cy="0"/>
              </a:xfrm>
              <a:prstGeom prst="line">
                <a:avLst/>
              </a:prstGeom>
              <a:ln w="22225" cap="flat" cmpd="sng">
                <a:solidFill>
                  <a:srgbClr val="FF00FF"/>
                </a:solidFill>
                <a:prstDash val="dash"/>
                <a:round/>
                <a:headEnd type="none" w="med" len="med"/>
                <a:tailEnd type="arrow" w="sm" len="sm"/>
              </a:ln>
            </p:spPr>
          </p:sp>
        </p:grpSp>
        <p:sp>
          <p:nvSpPr>
            <p:cNvPr id="16397" name="Rectangle 14"/>
            <p:cNvSpPr/>
            <p:nvPr/>
          </p:nvSpPr>
          <p:spPr>
            <a:xfrm>
              <a:off x="4354" y="2585"/>
              <a:ext cx="618" cy="785"/>
            </a:xfrm>
            <a:prstGeom prst="rect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398" name="Line 15"/>
            <p:cNvSpPr/>
            <p:nvPr/>
          </p:nvSpPr>
          <p:spPr>
            <a:xfrm>
              <a:off x="4354" y="2245"/>
              <a:ext cx="0" cy="514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399" name="Line 16"/>
            <p:cNvSpPr/>
            <p:nvPr/>
          </p:nvSpPr>
          <p:spPr>
            <a:xfrm>
              <a:off x="4973" y="2254"/>
              <a:ext cx="0" cy="515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00" name="Line 17"/>
            <p:cNvSpPr/>
            <p:nvPr/>
          </p:nvSpPr>
          <p:spPr>
            <a:xfrm>
              <a:off x="4638" y="2418"/>
              <a:ext cx="11" cy="122"/>
            </a:xfrm>
            <a:prstGeom prst="line">
              <a:avLst/>
            </a:prstGeom>
            <a:ln w="38100">
              <a:noFill/>
            </a:ln>
          </p:spPr>
        </p:sp>
        <p:sp>
          <p:nvSpPr>
            <p:cNvPr id="16401" name="Line 18"/>
            <p:cNvSpPr/>
            <p:nvPr/>
          </p:nvSpPr>
          <p:spPr>
            <a:xfrm flipH="1" flipV="1">
              <a:off x="4648" y="2160"/>
              <a:ext cx="5" cy="423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arrow" w="sm" len="sm"/>
            </a:ln>
          </p:spPr>
        </p:sp>
        <p:sp>
          <p:nvSpPr>
            <p:cNvPr id="16402" name="Freeform 19"/>
            <p:cNvSpPr/>
            <p:nvPr/>
          </p:nvSpPr>
          <p:spPr>
            <a:xfrm>
              <a:off x="4966" y="2557"/>
              <a:ext cx="26" cy="2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</a:cxnLst>
              <a:rect l="0" t="0" r="0" b="0"/>
              <a:pathLst>
                <a:path w="39" h="45">
                  <a:moveTo>
                    <a:pt x="9" y="0"/>
                  </a:moveTo>
                  <a:cubicBezTo>
                    <a:pt x="11" y="1"/>
                    <a:pt x="16" y="2"/>
                    <a:pt x="21" y="6"/>
                  </a:cubicBezTo>
                  <a:cubicBezTo>
                    <a:pt x="26" y="10"/>
                    <a:pt x="39" y="22"/>
                    <a:pt x="39" y="27"/>
                  </a:cubicBezTo>
                  <a:cubicBezTo>
                    <a:pt x="39" y="32"/>
                    <a:pt x="27" y="36"/>
                    <a:pt x="21" y="39"/>
                  </a:cubicBezTo>
                  <a:cubicBezTo>
                    <a:pt x="15" y="42"/>
                    <a:pt x="4" y="44"/>
                    <a:pt x="0" y="45"/>
                  </a:cubicBezTo>
                </a:path>
              </a:pathLst>
            </a:custGeom>
            <a:noFill/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3" name="Freeform 20"/>
            <p:cNvSpPr/>
            <p:nvPr/>
          </p:nvSpPr>
          <p:spPr>
            <a:xfrm flipH="1">
              <a:off x="4336" y="2557"/>
              <a:ext cx="26" cy="2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</a:cxnLst>
              <a:rect l="0" t="0" r="0" b="0"/>
              <a:pathLst>
                <a:path w="39" h="45">
                  <a:moveTo>
                    <a:pt x="9" y="0"/>
                  </a:moveTo>
                  <a:cubicBezTo>
                    <a:pt x="11" y="1"/>
                    <a:pt x="16" y="2"/>
                    <a:pt x="21" y="6"/>
                  </a:cubicBezTo>
                  <a:cubicBezTo>
                    <a:pt x="26" y="10"/>
                    <a:pt x="39" y="22"/>
                    <a:pt x="39" y="27"/>
                  </a:cubicBezTo>
                  <a:cubicBezTo>
                    <a:pt x="39" y="32"/>
                    <a:pt x="27" y="36"/>
                    <a:pt x="21" y="39"/>
                  </a:cubicBezTo>
                  <a:cubicBezTo>
                    <a:pt x="15" y="42"/>
                    <a:pt x="4" y="44"/>
                    <a:pt x="0" y="45"/>
                  </a:cubicBezTo>
                </a:path>
              </a:pathLst>
            </a:custGeom>
            <a:noFill/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404" name="Group 21"/>
            <p:cNvGrpSpPr/>
            <p:nvPr/>
          </p:nvGrpSpPr>
          <p:grpSpPr>
            <a:xfrm>
              <a:off x="4358" y="2910"/>
              <a:ext cx="608" cy="79"/>
              <a:chOff x="1919" y="9389"/>
              <a:chExt cx="826" cy="0"/>
            </a:xfrm>
          </p:grpSpPr>
          <p:sp>
            <p:nvSpPr>
              <p:cNvPr id="16405" name="Line 22"/>
              <p:cNvSpPr/>
              <p:nvPr/>
            </p:nvSpPr>
            <p:spPr>
              <a:xfrm>
                <a:off x="1919" y="9389"/>
                <a:ext cx="826" cy="0"/>
              </a:xfrm>
              <a:prstGeom prst="line">
                <a:avLst/>
              </a:prstGeom>
              <a:ln w="22225" cap="flat" cmpd="sng">
                <a:solidFill>
                  <a:srgbClr val="FF00FF"/>
                </a:solidFill>
                <a:prstDash val="dash"/>
                <a:round/>
                <a:headEnd type="none" w="med" len="med"/>
                <a:tailEnd type="arrow" w="sm" len="sm"/>
              </a:ln>
            </p:spPr>
          </p:sp>
          <p:sp>
            <p:nvSpPr>
              <p:cNvPr id="16406" name="Line 23"/>
              <p:cNvSpPr/>
              <p:nvPr/>
            </p:nvSpPr>
            <p:spPr>
              <a:xfrm flipH="1">
                <a:off x="1929" y="9389"/>
                <a:ext cx="464" cy="0"/>
              </a:xfrm>
              <a:prstGeom prst="line">
                <a:avLst/>
              </a:prstGeom>
              <a:ln w="22225" cap="flat" cmpd="sng">
                <a:solidFill>
                  <a:srgbClr val="FF00FF"/>
                </a:solidFill>
                <a:prstDash val="dash"/>
                <a:round/>
                <a:headEnd type="none" w="med" len="med"/>
                <a:tailEnd type="arrow" w="sm" len="sm"/>
              </a:ln>
            </p:spPr>
          </p:sp>
        </p:grpSp>
        <p:sp>
          <p:nvSpPr>
            <p:cNvPr id="16407" name="Text Box 24"/>
            <p:cNvSpPr txBox="1"/>
            <p:nvPr/>
          </p:nvSpPr>
          <p:spPr>
            <a:xfrm>
              <a:off x="3929" y="2897"/>
              <a:ext cx="33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just"/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6408" name="Text Box 25"/>
            <p:cNvSpPr txBox="1"/>
            <p:nvPr/>
          </p:nvSpPr>
          <p:spPr>
            <a:xfrm>
              <a:off x="4496" y="2897"/>
              <a:ext cx="390" cy="35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just"/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graphicFrame>
          <p:nvGraphicFramePr>
            <p:cNvPr id="16409" name="Object 26"/>
            <p:cNvGraphicFramePr>
              <a:graphicFrameLocks noChangeAspect="1"/>
            </p:cNvGraphicFramePr>
            <p:nvPr/>
          </p:nvGraphicFramePr>
          <p:xfrm>
            <a:off x="4666" y="1905"/>
            <a:ext cx="260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52400" imgH="203200" progId="Equation.3">
                    <p:embed/>
                  </p:oleObj>
                </mc:Choice>
                <mc:Fallback>
                  <p:oleObj r:id="rId10" imgW="152400" imgH="203200" progId="Equation.3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4666" y="1905"/>
                          <a:ext cx="260" cy="3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0" name="AutoShape 27"/>
            <p:cNvSpPr/>
            <p:nvPr/>
          </p:nvSpPr>
          <p:spPr>
            <a:xfrm flipH="1">
              <a:off x="3699" y="2076"/>
              <a:ext cx="93" cy="1749"/>
            </a:xfrm>
            <a:prstGeom prst="can">
              <a:avLst>
                <a:gd name="adj" fmla="val 36394"/>
              </a:avLst>
            </a:prstGeom>
            <a:gradFill rotWithShape="0">
              <a:gsLst>
                <a:gs pos="0">
                  <a:srgbClr val="7C9496"/>
                </a:gs>
                <a:gs pos="50000">
                  <a:srgbClr val="BBE0E3"/>
                </a:gs>
                <a:gs pos="100000">
                  <a:srgbClr val="7C9496"/>
                </a:gs>
              </a:gsLst>
              <a:lin ang="0" scaled="1"/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411" name="Line 28"/>
            <p:cNvSpPr/>
            <p:nvPr/>
          </p:nvSpPr>
          <p:spPr>
            <a:xfrm flipV="1">
              <a:off x="3730" y="2500"/>
              <a:ext cx="0" cy="55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16412" name="Object 29"/>
            <p:cNvGraphicFramePr>
              <a:graphicFrameLocks noChangeAspect="1"/>
            </p:cNvGraphicFramePr>
            <p:nvPr/>
          </p:nvGraphicFramePr>
          <p:xfrm>
            <a:off x="3163" y="2245"/>
            <a:ext cx="512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279400" imgH="203200" progId="Equation.3">
                    <p:embed/>
                  </p:oleObj>
                </mc:Choice>
                <mc:Fallback>
                  <p:oleObj r:id="rId12" imgW="279400" imgH="203200" progId="Equation.3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163" y="2245"/>
                          <a:ext cx="512" cy="3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3" name="Line 30"/>
            <p:cNvSpPr/>
            <p:nvPr/>
          </p:nvSpPr>
          <p:spPr>
            <a:xfrm>
              <a:off x="3699" y="3825"/>
              <a:ext cx="0" cy="2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</p:sp>
        <p:sp>
          <p:nvSpPr>
            <p:cNvPr id="16414" name="Line 31"/>
            <p:cNvSpPr/>
            <p:nvPr/>
          </p:nvSpPr>
          <p:spPr>
            <a:xfrm>
              <a:off x="3792" y="3825"/>
              <a:ext cx="0" cy="2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</p:sp>
        <p:sp>
          <p:nvSpPr>
            <p:cNvPr id="16415" name="Line 32"/>
            <p:cNvSpPr/>
            <p:nvPr/>
          </p:nvSpPr>
          <p:spPr>
            <a:xfrm>
              <a:off x="3792" y="1820"/>
              <a:ext cx="0" cy="2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16416" name="Line 33"/>
            <p:cNvSpPr/>
            <p:nvPr/>
          </p:nvSpPr>
          <p:spPr>
            <a:xfrm>
              <a:off x="3699" y="1820"/>
              <a:ext cx="0" cy="2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5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8" grpId="0"/>
      <p:bldP spid="174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9" name="Picture 2" descr="IMAGE0037"/>
          <p:cNvPicPr>
            <a:picLocks noChangeAspect="1"/>
          </p:cNvPicPr>
          <p:nvPr/>
        </p:nvPicPr>
        <p:blipFill>
          <a:blip r:embed="rId2"/>
          <a:srcRect b="4759"/>
          <a:stretch>
            <a:fillRect/>
          </a:stretch>
        </p:blipFill>
        <p:spPr>
          <a:xfrm>
            <a:off x="1524000" y="2514600"/>
            <a:ext cx="5029200" cy="3113088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7410" name="组合 2"/>
          <p:cNvGrpSpPr/>
          <p:nvPr/>
        </p:nvGrpSpPr>
        <p:grpSpPr>
          <a:xfrm>
            <a:off x="0" y="117475"/>
            <a:ext cx="9144000" cy="1912938"/>
            <a:chOff x="0" y="184"/>
            <a:chExt cx="14400" cy="3014"/>
          </a:xfrm>
        </p:grpSpPr>
        <p:pic>
          <p:nvPicPr>
            <p:cNvPr id="17411" name="Picture 3" descr="IMAGE0036"/>
            <p:cNvPicPr>
              <a:picLocks noChangeAspect="1"/>
            </p:cNvPicPr>
            <p:nvPr/>
          </p:nvPicPr>
          <p:blipFill>
            <a:blip r:embed="rId3"/>
            <a:srcRect t="6042"/>
            <a:stretch>
              <a:fillRect/>
            </a:stretch>
          </p:blipFill>
          <p:spPr>
            <a:xfrm>
              <a:off x="0" y="360"/>
              <a:ext cx="14400" cy="283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412" name="文本框 1"/>
            <p:cNvSpPr txBox="1"/>
            <p:nvPr/>
          </p:nvSpPr>
          <p:spPr>
            <a:xfrm>
              <a:off x="170" y="184"/>
              <a:ext cx="5643" cy="725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en-US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例</a:t>
              </a:r>
              <a:r>
                <a:rPr lang="en-US" altLang="zh-CN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Picture 2" descr="IMAGE00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0"/>
            <a:ext cx="8915400" cy="48434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Picture 3" descr="IMAGE00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048000"/>
            <a:ext cx="4343400" cy="319722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9458" name="组合 2"/>
          <p:cNvGrpSpPr/>
          <p:nvPr/>
        </p:nvGrpSpPr>
        <p:grpSpPr>
          <a:xfrm>
            <a:off x="179388" y="260350"/>
            <a:ext cx="8736647" cy="2065338"/>
            <a:chOff x="282" y="411"/>
            <a:chExt cx="13759" cy="3251"/>
          </a:xfrm>
        </p:grpSpPr>
        <p:pic>
          <p:nvPicPr>
            <p:cNvPr id="19459" name="Picture 2" descr="IMAGE00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0" y="480"/>
              <a:ext cx="13560" cy="318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460" name="文本框 1"/>
            <p:cNvSpPr txBox="1"/>
            <p:nvPr/>
          </p:nvSpPr>
          <p:spPr>
            <a:xfrm>
              <a:off x="282" y="411"/>
              <a:ext cx="13759" cy="725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en-US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例</a:t>
              </a:r>
              <a:r>
                <a:rPr lang="en-US" altLang="zh-CN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1" name="Picture 2" descr="IMAGE00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9326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文本框 3"/>
          <p:cNvSpPr txBox="1"/>
          <p:nvPr/>
        </p:nvSpPr>
        <p:spPr>
          <a:xfrm>
            <a:off x="541338" y="188913"/>
            <a:ext cx="79803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各节必须记住的基本概念、定律、定理和公式</a:t>
            </a:r>
          </a:p>
        </p:txBody>
      </p:sp>
      <p:sp>
        <p:nvSpPr>
          <p:cNvPr id="2055" name="WordArt 12"/>
          <p:cNvSpPr>
            <a:spLocks noTextEdit="1"/>
          </p:cNvSpPr>
          <p:nvPr/>
        </p:nvSpPr>
        <p:spPr>
          <a:xfrm>
            <a:off x="3492500" y="765175"/>
            <a:ext cx="1822450" cy="2952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35000"/>
          </a:bodyPr>
          <a:lstStyle/>
          <a:p>
            <a:pPr algn="ctr" fontAlgn="base"/>
            <a:r>
              <a:rPr lang="zh-CN" altLang="en-US" sz="3600" b="1" strike="noStrike" noProof="1"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动生电动势</a:t>
            </a:r>
            <a:endParaRPr lang="zh-CN" altLang="en-US" sz="3600" b="1" strike="noStrike" noProof="1">
              <a:ln w="952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CC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7950" y="1196972"/>
            <a:ext cx="217297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2400" b="1" noProof="1"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1</a:t>
            </a:r>
            <a:r>
              <a:rPr lang="zh-CN" altLang="en-US" sz="2400" b="1" noProof="1"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、动生电动势</a:t>
            </a:r>
          </a:p>
        </p:txBody>
      </p:sp>
      <p:graphicFrame>
        <p:nvGraphicFramePr>
          <p:cNvPr id="288773" name="对象 288772"/>
          <p:cNvGraphicFramePr/>
          <p:nvPr/>
        </p:nvGraphicFramePr>
        <p:xfrm>
          <a:off x="6583363" y="2420938"/>
          <a:ext cx="1843087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12800" imgH="254000" progId="Equation.3">
                  <p:embed/>
                </p:oleObj>
              </mc:Choice>
              <mc:Fallback>
                <p:oleObj r:id="rId2" imgW="812800" imgH="2540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583363" y="2420938"/>
                        <a:ext cx="1843087" cy="566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774" name="矩形 288773"/>
          <p:cNvSpPr/>
          <p:nvPr/>
        </p:nvSpPr>
        <p:spPr>
          <a:xfrm>
            <a:off x="1403350" y="2492375"/>
            <a:ext cx="50800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非静电场强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：单位正电荷的洛仑兹力</a:t>
            </a:r>
          </a:p>
        </p:txBody>
      </p:sp>
      <p:sp>
        <p:nvSpPr>
          <p:cNvPr id="288803" name="矩形 288802"/>
          <p:cNvSpPr/>
          <p:nvPr/>
        </p:nvSpPr>
        <p:spPr>
          <a:xfrm>
            <a:off x="1475740" y="1783080"/>
            <a:ext cx="553974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1200" cap="none" spc="0" normalizeH="0" baseline="0" noProof="1">
                <a:solidFill>
                  <a:srgbClr val="00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产生动生电动势的非静电力是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rgbClr val="CC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洛仑兹力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324612" name="Rectangle 4"/>
          <p:cNvSpPr/>
          <p:nvPr/>
        </p:nvSpPr>
        <p:spPr>
          <a:xfrm>
            <a:off x="438150" y="3368675"/>
            <a:ext cx="354965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运动导体上的动生电动势</a:t>
            </a:r>
          </a:p>
        </p:txBody>
      </p:sp>
      <p:graphicFrame>
        <p:nvGraphicFramePr>
          <p:cNvPr id="243751" name="Object 13"/>
          <p:cNvGraphicFramePr/>
          <p:nvPr/>
        </p:nvGraphicFramePr>
        <p:xfrm>
          <a:off x="4067175" y="3165475"/>
          <a:ext cx="2692400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333500" imgH="342900" progId="Equation.3">
                  <p:embed/>
                </p:oleObj>
              </mc:Choice>
              <mc:Fallback>
                <p:oleObj r:id="rId4" imgW="1333500" imgH="3429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67175" y="3165475"/>
                        <a:ext cx="2692400" cy="849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1030"/>
          <p:cNvGraphicFramePr>
            <a:graphicFrameLocks noChangeAspect="1"/>
          </p:cNvGraphicFramePr>
          <p:nvPr/>
        </p:nvGraphicFramePr>
        <p:xfrm>
          <a:off x="1044575" y="4419600"/>
          <a:ext cx="4641850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476500" imgH="457200" progId="Equation.DSMT4">
                  <p:embed/>
                </p:oleObj>
              </mc:Choice>
              <mc:Fallback>
                <p:oleObj r:id="rId6" imgW="2476500" imgH="457200" progId="Equation.DSMT4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44575" y="4419600"/>
                        <a:ext cx="4641850" cy="884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1032"/>
          <p:cNvSpPr txBox="1"/>
          <p:nvPr/>
        </p:nvSpPr>
        <p:spPr>
          <a:xfrm>
            <a:off x="684213" y="5346700"/>
            <a:ext cx="4754562" cy="10144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若</a:t>
            </a:r>
            <a:r>
              <a:rPr lang="zh-CN" altLang="en-US" sz="2400" b="1" i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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&gt;0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点电势低，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点电势高；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若</a:t>
            </a:r>
            <a:r>
              <a:rPr lang="zh-CN" altLang="en-US" sz="2400" b="1" i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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&lt;0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点电势高，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点电势低。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6003925" y="5300663"/>
            <a:ext cx="3000375" cy="460375"/>
            <a:chOff x="1753" y="8854"/>
            <a:chExt cx="4724" cy="725"/>
          </a:xfrm>
        </p:grpSpPr>
        <p:sp>
          <p:nvSpPr>
            <p:cNvPr id="21516" name="Text Box 1032"/>
            <p:cNvSpPr txBox="1"/>
            <p:nvPr/>
          </p:nvSpPr>
          <p:spPr>
            <a:xfrm>
              <a:off x="3201" y="8854"/>
              <a:ext cx="3276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>
                <a:spcBef>
                  <a:spcPct val="50000"/>
                </a:spcBef>
                <a:buFont typeface="Wingdings" panose="05000000000000000000" pitchFamily="2" charset="2"/>
              </a:pP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指向高电势端</a:t>
              </a:r>
              <a:r>
                <a:rPr lang="en-US" altLang="zh-CN" sz="2400" dirty="0">
                  <a:latin typeface="楷体" panose="02010609060101010101" pitchFamily="49" charset="-122"/>
                  <a:ea typeface="楷体" panose="02010609060101010101" pitchFamily="49" charset="-122"/>
                </a:rPr>
                <a:t>   </a:t>
              </a:r>
              <a:endPara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21517" name="对象 3"/>
            <p:cNvGraphicFramePr/>
            <p:nvPr/>
          </p:nvGraphicFramePr>
          <p:xfrm>
            <a:off x="1753" y="8854"/>
            <a:ext cx="1385" cy="6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915035" imgH="427355" progId="Equation.DSMT4">
                    <p:embed/>
                  </p:oleObj>
                </mc:Choice>
                <mc:Fallback>
                  <p:oleObj r:id="rId8" imgW="915035" imgH="427355" progId="Equation.DSMT4">
                    <p:embed/>
                    <p:pic>
                      <p:nvPicPr>
                        <p:cNvPr id="0" name="图片 3107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753" y="8854"/>
                          <a:ext cx="1385" cy="6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文本框 6"/>
          <p:cNvSpPr txBox="1"/>
          <p:nvPr/>
        </p:nvSpPr>
        <p:spPr>
          <a:xfrm>
            <a:off x="269875" y="4648200"/>
            <a:ext cx="94932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法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156325" y="4725988"/>
            <a:ext cx="94932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法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：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38150" y="3952875"/>
            <a:ext cx="3243263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0" hangingPunct="0"/>
            <a:r>
              <a:rPr lang="zh-CN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判断电势高低的方法</a:t>
            </a:r>
            <a:r>
              <a:rPr lang="zh-CN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4" grpId="0"/>
      <p:bldP spid="288803" grpId="0"/>
      <p:bldP spid="324612" grpId="0"/>
      <p:bldP spid="2" grpId="0"/>
      <p:bldP spid="7" grpId="0"/>
      <p:bldP spid="7" grpId="1"/>
      <p:bldP spid="8" grpId="0"/>
      <p:bldP spid="8" grpId="1"/>
      <p:bldP spid="10" grpId="0"/>
      <p:bldP spid="10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文本框 3"/>
          <p:cNvSpPr txBox="1"/>
          <p:nvPr/>
        </p:nvSpPr>
        <p:spPr>
          <a:xfrm>
            <a:off x="541338" y="188913"/>
            <a:ext cx="79803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各节必须记住的基本概念、定律、定理和公式</a:t>
            </a:r>
          </a:p>
        </p:txBody>
      </p:sp>
      <p:sp>
        <p:nvSpPr>
          <p:cNvPr id="22530" name="Text Box 2"/>
          <p:cNvSpPr txBox="1"/>
          <p:nvPr/>
        </p:nvSpPr>
        <p:spPr>
          <a:xfrm>
            <a:off x="323850" y="909638"/>
            <a:ext cx="7356475" cy="5349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一段直导线长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，在均匀磁场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中以速率</a:t>
            </a:r>
            <a:r>
              <a:rPr lang="en-US" altLang="zh-CN" sz="2400" b="1" i="1" dirty="0">
                <a:solidFill>
                  <a:srgbClr val="000000"/>
                </a:solidFill>
                <a:latin typeface="Book Antiqua" panose="02040602050305030304" charset="0"/>
                <a:ea typeface="楷体_GB2312" pitchFamily="49" charset="-122"/>
              </a:rPr>
              <a:t>v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匀速平动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116013" y="2119313"/>
            <a:ext cx="7477125" cy="465137"/>
            <a:chOff x="425" y="8349"/>
            <a:chExt cx="12440" cy="732"/>
          </a:xfrm>
        </p:grpSpPr>
        <p:sp>
          <p:nvSpPr>
            <p:cNvPr id="22532" name="Text Box 4"/>
            <p:cNvSpPr txBox="1"/>
            <p:nvPr/>
          </p:nvSpPr>
          <p:spPr>
            <a:xfrm>
              <a:off x="425" y="8356"/>
              <a:ext cx="12440" cy="725"/>
            </a:xfrm>
            <a:prstGeom prst="rect">
              <a:avLst/>
            </a:prstGeom>
            <a:noFill/>
            <a:ln w="38100">
              <a:noFill/>
            </a:ln>
            <a:effectLst>
              <a:prstShdw prst="shdw17" dist="17961" dir="2699999">
                <a:srgbClr val="007A5C"/>
              </a:prstShdw>
            </a:effectLst>
          </p:spPr>
          <p:txBody>
            <a:bodyPr wrap="square" anchor="t" anchorCtr="0">
              <a:spAutoFit/>
            </a:bodyPr>
            <a:lstStyle/>
            <a:p>
              <a:pPr eaLnBrk="0" hangingPunct="0">
                <a:buClrTx/>
                <a:buFontTx/>
              </a:pPr>
              <a:r>
                <a:rPr lang="zh-CN" altLang="en-US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均匀磁场</a:t>
              </a:r>
              <a:r>
                <a:rPr lang="en-US" altLang="zh-CN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,</a:t>
              </a:r>
              <a:r>
                <a:rPr lang="zh-CN" altLang="en-US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导线平动</a:t>
              </a:r>
              <a:r>
                <a:rPr lang="en-US" altLang="zh-CN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,</a:t>
              </a:r>
              <a:r>
                <a:rPr lang="zh-CN" altLang="en-US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  方向垂直导体棒、垂直于磁场</a:t>
              </a:r>
            </a:p>
          </p:txBody>
        </p:sp>
        <p:graphicFrame>
          <p:nvGraphicFramePr>
            <p:cNvPr id="22533" name="Object 21"/>
            <p:cNvGraphicFramePr>
              <a:graphicFrameLocks noChangeAspect="1"/>
            </p:cNvGraphicFramePr>
            <p:nvPr/>
          </p:nvGraphicFramePr>
          <p:xfrm>
            <a:off x="5136" y="8349"/>
            <a:ext cx="487" cy="7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27000" imgH="177165" progId="Equation.DSMT4">
                    <p:embed/>
                  </p:oleObj>
                </mc:Choice>
                <mc:Fallback>
                  <p:oleObj r:id="rId2" imgW="127000" imgH="177165" progId="Equation.DSMT4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5136" y="8349"/>
                          <a:ext cx="487" cy="71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360" name="Object 404"/>
          <p:cNvGraphicFramePr>
            <a:graphicFrameLocks noChangeAspect="1"/>
          </p:cNvGraphicFramePr>
          <p:nvPr/>
        </p:nvGraphicFramePr>
        <p:xfrm>
          <a:off x="1187450" y="1525588"/>
          <a:ext cx="13065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94665" imgH="177800" progId="Equation.DSMT4">
                  <p:embed/>
                </p:oleObj>
              </mc:Choice>
              <mc:Fallback>
                <p:oleObj r:id="rId4" imgW="494665" imgH="177800" progId="Equation.DSMT4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87450" y="1525588"/>
                        <a:ext cx="1306513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1" name="Text Box 4"/>
          <p:cNvSpPr txBox="1"/>
          <p:nvPr/>
        </p:nvSpPr>
        <p:spPr>
          <a:xfrm>
            <a:off x="1116013" y="2720975"/>
            <a:ext cx="7237412" cy="460375"/>
          </a:xfrm>
          <a:prstGeom prst="rect">
            <a:avLst/>
          </a:prstGeom>
          <a:noFill/>
          <a:ln w="38100">
            <a:noFill/>
          </a:ln>
          <a:effectLst>
            <a:prstShdw prst="shdw17" dist="17961" dir="2699999">
              <a:srgbClr val="007A5C"/>
            </a:prstShdw>
          </a:effectLst>
        </p:spPr>
        <p:txBody>
          <a:bodyPr wrap="square" anchor="t" anchorCtr="0">
            <a:spAutoFit/>
          </a:bodyPr>
          <a:lstStyle/>
          <a:p>
            <a:pPr algn="ctr" eaLnBrk="0" hangingPunct="0">
              <a:buClrTx/>
              <a:buFontTx/>
            </a:pP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条件可放宽为：非均匀磁场，但导线上各点磁场相同</a:t>
            </a:r>
          </a:p>
        </p:txBody>
      </p:sp>
      <p:sp>
        <p:nvSpPr>
          <p:cNvPr id="22536" name="文本框 1"/>
          <p:cNvSpPr txBox="1"/>
          <p:nvPr/>
        </p:nvSpPr>
        <p:spPr>
          <a:xfrm>
            <a:off x="179388" y="2205038"/>
            <a:ext cx="969962" cy="8302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成立条件</a:t>
            </a:r>
          </a:p>
        </p:txBody>
      </p:sp>
      <p:sp>
        <p:nvSpPr>
          <p:cNvPr id="250914" name="文本框 250913"/>
          <p:cNvSpPr txBox="1"/>
          <p:nvPr/>
        </p:nvSpPr>
        <p:spPr>
          <a:xfrm>
            <a:off x="395288" y="3429000"/>
            <a:ext cx="6892925" cy="460375"/>
          </a:xfrm>
          <a:prstGeom prst="rect">
            <a:avLst/>
          </a:prstGeom>
          <a:noFill/>
          <a:ln w="38100">
            <a:noFill/>
          </a:ln>
          <a:effectLst>
            <a:prstShdw prst="shdw17" dist="17961" dir="2699999">
              <a:srgbClr val="647A82"/>
            </a:prstShdw>
          </a:effectLst>
        </p:spPr>
        <p:txBody>
          <a:bodyPr wrap="square" anchor="t" anchorCtr="0">
            <a:spAutoFit/>
          </a:bodyPr>
          <a:lstStyle/>
          <a:p>
            <a:pPr eaLnBrk="0" hangingPunct="0"/>
            <a:r>
              <a:rPr lang="en-US" altLang="zh-CN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zh-CN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均匀磁场   导体在垂直于磁场平面内转动</a:t>
            </a:r>
          </a:p>
        </p:txBody>
      </p:sp>
      <p:graphicFrame>
        <p:nvGraphicFramePr>
          <p:cNvPr id="250915" name="对象 250914"/>
          <p:cNvGraphicFramePr/>
          <p:nvPr/>
        </p:nvGraphicFramePr>
        <p:xfrm>
          <a:off x="1149350" y="4221163"/>
          <a:ext cx="2022475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876300" imgH="405765" progId="Equation.3">
                  <p:embed/>
                </p:oleObj>
              </mc:Choice>
              <mc:Fallback>
                <p:oleObj r:id="rId6" imgW="876300" imgH="405765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49350" y="4221163"/>
                        <a:ext cx="2022475" cy="906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50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" grpId="0" bldLvl="0" animBg="1"/>
      <p:bldP spid="250914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文本框 3"/>
          <p:cNvSpPr txBox="1"/>
          <p:nvPr>
            <p:custDataLst>
              <p:tags r:id="rId1"/>
            </p:custDataLst>
          </p:nvPr>
        </p:nvSpPr>
        <p:spPr>
          <a:xfrm>
            <a:off x="467360" y="620395"/>
            <a:ext cx="8250555" cy="46964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800" b="1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课前测</a:t>
            </a:r>
            <a:r>
              <a:rPr lang="zh-CN" altLang="en-US" sz="2800" b="1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：</a:t>
            </a:r>
          </a:p>
          <a:p>
            <a:pPr algn="just">
              <a:lnSpc>
                <a:spcPct val="150000"/>
              </a:lnSpc>
            </a:pPr>
            <a:r>
              <a:rPr lang="zh-CN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如图，长度为</a:t>
            </a:r>
            <a:r>
              <a:rPr lang="zh-CN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zh-CN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的直导线</a:t>
            </a:r>
            <a:r>
              <a:rPr lang="zh-CN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ab</a:t>
            </a:r>
            <a:r>
              <a:rPr lang="zh-CN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在均匀磁场中以速度移动，直导线</a:t>
            </a:r>
            <a:r>
              <a:rPr lang="zh-CN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ab</a:t>
            </a:r>
            <a:r>
              <a:rPr lang="zh-CN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中的电动势为  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         </a:t>
            </a:r>
          </a:p>
          <a:p>
            <a:pPr algn="just">
              <a:lnSpc>
                <a:spcPct val="150000"/>
              </a:lnSpc>
            </a:pP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 (A)  </a:t>
            </a:r>
            <a:r>
              <a:rPr lang="zh-CN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Blv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</a:p>
          <a:p>
            <a:pPr algn="just">
              <a:lnSpc>
                <a:spcPct val="150000"/>
              </a:lnSpc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(B)  </a:t>
            </a:r>
            <a:r>
              <a:rPr lang="zh-CN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Blv 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sin</a:t>
            </a:r>
            <a:r>
              <a:rPr lang="zh-CN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α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          </a:t>
            </a:r>
          </a:p>
          <a:p>
            <a:pPr algn="just">
              <a:lnSpc>
                <a:spcPct val="150000"/>
              </a:lnSpc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(C)  </a:t>
            </a:r>
            <a:r>
              <a:rPr lang="zh-CN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Blv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cos</a:t>
            </a:r>
            <a:r>
              <a:rPr lang="zh-CN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α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</a:p>
          <a:p>
            <a:pPr algn="just">
              <a:lnSpc>
                <a:spcPct val="150000"/>
              </a:lnSpc>
            </a:pP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 (D)  0</a:t>
            </a:r>
            <a:endParaRPr lang="zh-CN" altLang="en-US" sz="28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2291" name="_x0000_i103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5220335" y="2564765"/>
          <a:ext cx="3078480" cy="188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476375" imgH="904875" progId="Word.Picture.8">
                  <p:embed/>
                </p:oleObj>
              </mc:Choice>
              <mc:Fallback>
                <p:oleObj r:id="rId4" imgW="1476375" imgH="904875" progId="Word.Picture.8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20335" y="2564765"/>
                        <a:ext cx="3078480" cy="1882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" name="文本框 1"/>
          <p:cNvSpPr txBox="1"/>
          <p:nvPr/>
        </p:nvSpPr>
        <p:spPr>
          <a:xfrm>
            <a:off x="539750" y="5516880"/>
            <a:ext cx="178435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zh-CN" sz="28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答案</a:t>
            </a:r>
            <a:r>
              <a:rPr lang="en-US" altLang="zh-CN" sz="28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28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(D)</a:t>
            </a:r>
            <a:r>
              <a:rPr lang="zh-CN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/>
      <p:bldP spid="12292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910"/>
          <p:cNvSpPr>
            <a:spLocks noGrp="1"/>
          </p:cNvSpPr>
          <p:nvPr>
            <p:ph type="title" idx="4294967295"/>
          </p:nvPr>
        </p:nvSpPr>
        <p:spPr>
          <a:xfrm>
            <a:off x="1371600" y="0"/>
            <a:ext cx="7772400" cy="252413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sz="800" dirty="0">
                <a:solidFill>
                  <a:schemeClr val="bg1"/>
                </a:solidFill>
              </a:rPr>
              <a:t>应用举例</a:t>
            </a:r>
          </a:p>
        </p:txBody>
      </p:sp>
      <p:sp>
        <p:nvSpPr>
          <p:cNvPr id="23554" name="Rectangle 2" descr="羊皮纸"/>
          <p:cNvSpPr/>
          <p:nvPr/>
        </p:nvSpPr>
        <p:spPr>
          <a:xfrm>
            <a:off x="0" y="0"/>
            <a:ext cx="9144000" cy="835025"/>
          </a:xfrm>
          <a:prstGeom prst="rect">
            <a:avLst/>
          </a:prstGeom>
          <a:blipFill rotWithShape="0">
            <a:blip r:embed="rId2"/>
          </a:blipFill>
          <a:ln w="9525" cap="flat" cmpd="sng">
            <a:solidFill>
              <a:srgbClr val="FFFF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5" name="Rectangle 3" descr="羊皮纸"/>
          <p:cNvSpPr/>
          <p:nvPr/>
        </p:nvSpPr>
        <p:spPr>
          <a:xfrm>
            <a:off x="0" y="6684963"/>
            <a:ext cx="9144000" cy="173037"/>
          </a:xfrm>
          <a:prstGeom prst="rect">
            <a:avLst/>
          </a:prstGeom>
          <a:blipFill rotWithShape="0">
            <a:blip r:embed="rId2"/>
          </a:blipFill>
          <a:ln w="9525" cap="flat" cmpd="sng">
            <a:solidFill>
              <a:srgbClr val="FFFF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859"/>
          <p:cNvGrpSpPr/>
          <p:nvPr/>
        </p:nvGrpSpPr>
        <p:grpSpPr>
          <a:xfrm>
            <a:off x="590550" y="1712913"/>
            <a:ext cx="3324225" cy="4125912"/>
            <a:chOff x="408" y="1335"/>
            <a:chExt cx="2094" cy="2599"/>
          </a:xfrm>
        </p:grpSpPr>
        <p:grpSp>
          <p:nvGrpSpPr>
            <p:cNvPr id="23557" name="Group 474"/>
            <p:cNvGrpSpPr/>
            <p:nvPr/>
          </p:nvGrpSpPr>
          <p:grpSpPr>
            <a:xfrm>
              <a:off x="408" y="1488"/>
              <a:ext cx="2094" cy="2083"/>
              <a:chOff x="422" y="1510"/>
              <a:chExt cx="2348" cy="2367"/>
            </a:xfrm>
          </p:grpSpPr>
          <p:grpSp>
            <p:nvGrpSpPr>
              <p:cNvPr id="23558" name="Group 475"/>
              <p:cNvGrpSpPr/>
              <p:nvPr/>
            </p:nvGrpSpPr>
            <p:grpSpPr>
              <a:xfrm>
                <a:off x="422" y="1510"/>
                <a:ext cx="2347" cy="1056"/>
                <a:chOff x="422" y="1510"/>
                <a:chExt cx="2347" cy="1056"/>
              </a:xfrm>
            </p:grpSpPr>
            <p:grpSp>
              <p:nvGrpSpPr>
                <p:cNvPr id="23559" name="Group 476"/>
                <p:cNvGrpSpPr/>
                <p:nvPr/>
              </p:nvGrpSpPr>
              <p:grpSpPr>
                <a:xfrm>
                  <a:off x="422" y="1524"/>
                  <a:ext cx="1044" cy="1042"/>
                  <a:chOff x="2039" y="1769"/>
                  <a:chExt cx="1044" cy="1042"/>
                </a:xfrm>
              </p:grpSpPr>
              <p:grpSp>
                <p:nvGrpSpPr>
                  <p:cNvPr id="23560" name="Group 477"/>
                  <p:cNvGrpSpPr/>
                  <p:nvPr/>
                </p:nvGrpSpPr>
                <p:grpSpPr>
                  <a:xfrm>
                    <a:off x="2039" y="1774"/>
                    <a:ext cx="388" cy="1037"/>
                    <a:chOff x="2039" y="1774"/>
                    <a:chExt cx="388" cy="1037"/>
                  </a:xfrm>
                </p:grpSpPr>
                <p:sp>
                  <p:nvSpPr>
                    <p:cNvPr id="23561" name="Oval 478"/>
                    <p:cNvSpPr/>
                    <p:nvPr/>
                  </p:nvSpPr>
                  <p:spPr>
                    <a:xfrm>
                      <a:off x="2039" y="1778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562" name="Oval 479"/>
                    <p:cNvSpPr/>
                    <p:nvPr/>
                  </p:nvSpPr>
                  <p:spPr>
                    <a:xfrm>
                      <a:off x="2371" y="2110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563" name="Oval 480"/>
                    <p:cNvSpPr/>
                    <p:nvPr/>
                  </p:nvSpPr>
                  <p:spPr>
                    <a:xfrm>
                      <a:off x="2042" y="2104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564" name="Oval 481"/>
                    <p:cNvSpPr/>
                    <p:nvPr/>
                  </p:nvSpPr>
                  <p:spPr>
                    <a:xfrm>
                      <a:off x="2358" y="1774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565" name="Oval 482"/>
                    <p:cNvSpPr/>
                    <p:nvPr/>
                  </p:nvSpPr>
                  <p:spPr>
                    <a:xfrm>
                      <a:off x="2049" y="2429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566" name="Oval 483"/>
                    <p:cNvSpPr/>
                    <p:nvPr/>
                  </p:nvSpPr>
                  <p:spPr>
                    <a:xfrm>
                      <a:off x="2367" y="2753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567" name="Oval 484"/>
                    <p:cNvSpPr/>
                    <p:nvPr/>
                  </p:nvSpPr>
                  <p:spPr>
                    <a:xfrm>
                      <a:off x="2044" y="2755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568" name="Oval 485"/>
                    <p:cNvSpPr/>
                    <p:nvPr/>
                  </p:nvSpPr>
                  <p:spPr>
                    <a:xfrm>
                      <a:off x="2368" y="2425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23569" name="Group 486"/>
                  <p:cNvGrpSpPr/>
                  <p:nvPr/>
                </p:nvGrpSpPr>
                <p:grpSpPr>
                  <a:xfrm>
                    <a:off x="2695" y="1769"/>
                    <a:ext cx="388" cy="1037"/>
                    <a:chOff x="2039" y="1774"/>
                    <a:chExt cx="388" cy="1037"/>
                  </a:xfrm>
                </p:grpSpPr>
                <p:sp>
                  <p:nvSpPr>
                    <p:cNvPr id="23570" name="Oval 487"/>
                    <p:cNvSpPr/>
                    <p:nvPr/>
                  </p:nvSpPr>
                  <p:spPr>
                    <a:xfrm>
                      <a:off x="2039" y="1778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571" name="Oval 488"/>
                    <p:cNvSpPr/>
                    <p:nvPr/>
                  </p:nvSpPr>
                  <p:spPr>
                    <a:xfrm>
                      <a:off x="2371" y="2110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572" name="Oval 489"/>
                    <p:cNvSpPr/>
                    <p:nvPr/>
                  </p:nvSpPr>
                  <p:spPr>
                    <a:xfrm>
                      <a:off x="2042" y="2104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573" name="Oval 490"/>
                    <p:cNvSpPr/>
                    <p:nvPr/>
                  </p:nvSpPr>
                  <p:spPr>
                    <a:xfrm>
                      <a:off x="2358" y="1774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574" name="Oval 491"/>
                    <p:cNvSpPr/>
                    <p:nvPr/>
                  </p:nvSpPr>
                  <p:spPr>
                    <a:xfrm>
                      <a:off x="2049" y="2429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575" name="Oval 492"/>
                    <p:cNvSpPr/>
                    <p:nvPr/>
                  </p:nvSpPr>
                  <p:spPr>
                    <a:xfrm>
                      <a:off x="2367" y="2753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576" name="Oval 493"/>
                    <p:cNvSpPr/>
                    <p:nvPr/>
                  </p:nvSpPr>
                  <p:spPr>
                    <a:xfrm>
                      <a:off x="2044" y="2755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577" name="Oval 494"/>
                    <p:cNvSpPr/>
                    <p:nvPr/>
                  </p:nvSpPr>
                  <p:spPr>
                    <a:xfrm>
                      <a:off x="2368" y="2425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</p:grpSp>
            <p:grpSp>
              <p:nvGrpSpPr>
                <p:cNvPr id="23578" name="Group 495"/>
                <p:cNvGrpSpPr/>
                <p:nvPr/>
              </p:nvGrpSpPr>
              <p:grpSpPr>
                <a:xfrm>
                  <a:off x="1725" y="1510"/>
                  <a:ext cx="1044" cy="1042"/>
                  <a:chOff x="2039" y="1769"/>
                  <a:chExt cx="1044" cy="1042"/>
                </a:xfrm>
              </p:grpSpPr>
              <p:grpSp>
                <p:nvGrpSpPr>
                  <p:cNvPr id="23579" name="Group 496"/>
                  <p:cNvGrpSpPr/>
                  <p:nvPr/>
                </p:nvGrpSpPr>
                <p:grpSpPr>
                  <a:xfrm>
                    <a:off x="2039" y="1774"/>
                    <a:ext cx="388" cy="1037"/>
                    <a:chOff x="2039" y="1774"/>
                    <a:chExt cx="388" cy="1037"/>
                  </a:xfrm>
                </p:grpSpPr>
                <p:sp>
                  <p:nvSpPr>
                    <p:cNvPr id="23580" name="Oval 497"/>
                    <p:cNvSpPr/>
                    <p:nvPr/>
                  </p:nvSpPr>
                  <p:spPr>
                    <a:xfrm>
                      <a:off x="2039" y="1778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581" name="Oval 498"/>
                    <p:cNvSpPr/>
                    <p:nvPr/>
                  </p:nvSpPr>
                  <p:spPr>
                    <a:xfrm>
                      <a:off x="2371" y="2110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582" name="Oval 499"/>
                    <p:cNvSpPr/>
                    <p:nvPr/>
                  </p:nvSpPr>
                  <p:spPr>
                    <a:xfrm>
                      <a:off x="2042" y="2104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583" name="Oval 500"/>
                    <p:cNvSpPr/>
                    <p:nvPr/>
                  </p:nvSpPr>
                  <p:spPr>
                    <a:xfrm>
                      <a:off x="2358" y="1774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584" name="Oval 501"/>
                    <p:cNvSpPr/>
                    <p:nvPr/>
                  </p:nvSpPr>
                  <p:spPr>
                    <a:xfrm>
                      <a:off x="2049" y="2429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585" name="Oval 502"/>
                    <p:cNvSpPr/>
                    <p:nvPr/>
                  </p:nvSpPr>
                  <p:spPr>
                    <a:xfrm>
                      <a:off x="2367" y="2753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586" name="Oval 503"/>
                    <p:cNvSpPr/>
                    <p:nvPr/>
                  </p:nvSpPr>
                  <p:spPr>
                    <a:xfrm>
                      <a:off x="2044" y="2755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587" name="Oval 504"/>
                    <p:cNvSpPr/>
                    <p:nvPr/>
                  </p:nvSpPr>
                  <p:spPr>
                    <a:xfrm>
                      <a:off x="2368" y="2425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23588" name="Group 505"/>
                  <p:cNvGrpSpPr/>
                  <p:nvPr/>
                </p:nvGrpSpPr>
                <p:grpSpPr>
                  <a:xfrm>
                    <a:off x="2695" y="1769"/>
                    <a:ext cx="388" cy="1037"/>
                    <a:chOff x="2039" y="1774"/>
                    <a:chExt cx="388" cy="1037"/>
                  </a:xfrm>
                </p:grpSpPr>
                <p:sp>
                  <p:nvSpPr>
                    <p:cNvPr id="23589" name="Oval 506"/>
                    <p:cNvSpPr/>
                    <p:nvPr/>
                  </p:nvSpPr>
                  <p:spPr>
                    <a:xfrm>
                      <a:off x="2039" y="1778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590" name="Oval 507"/>
                    <p:cNvSpPr/>
                    <p:nvPr/>
                  </p:nvSpPr>
                  <p:spPr>
                    <a:xfrm>
                      <a:off x="2371" y="2110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591" name="Oval 508"/>
                    <p:cNvSpPr/>
                    <p:nvPr/>
                  </p:nvSpPr>
                  <p:spPr>
                    <a:xfrm>
                      <a:off x="2042" y="2104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592" name="Oval 509"/>
                    <p:cNvSpPr/>
                    <p:nvPr/>
                  </p:nvSpPr>
                  <p:spPr>
                    <a:xfrm>
                      <a:off x="2358" y="1774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593" name="Oval 510"/>
                    <p:cNvSpPr/>
                    <p:nvPr/>
                  </p:nvSpPr>
                  <p:spPr>
                    <a:xfrm>
                      <a:off x="2049" y="2429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594" name="Oval 511"/>
                    <p:cNvSpPr/>
                    <p:nvPr/>
                  </p:nvSpPr>
                  <p:spPr>
                    <a:xfrm>
                      <a:off x="2367" y="2753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595" name="Oval 512"/>
                    <p:cNvSpPr/>
                    <p:nvPr/>
                  </p:nvSpPr>
                  <p:spPr>
                    <a:xfrm>
                      <a:off x="2044" y="2755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596" name="Oval 513"/>
                    <p:cNvSpPr/>
                    <p:nvPr/>
                  </p:nvSpPr>
                  <p:spPr>
                    <a:xfrm>
                      <a:off x="2368" y="2425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</p:grpSp>
          </p:grpSp>
          <p:grpSp>
            <p:nvGrpSpPr>
              <p:cNvPr id="23597" name="Group 514"/>
              <p:cNvGrpSpPr/>
              <p:nvPr/>
            </p:nvGrpSpPr>
            <p:grpSpPr>
              <a:xfrm>
                <a:off x="423" y="2821"/>
                <a:ext cx="2347" cy="1056"/>
                <a:chOff x="422" y="1510"/>
                <a:chExt cx="2347" cy="1056"/>
              </a:xfrm>
            </p:grpSpPr>
            <p:grpSp>
              <p:nvGrpSpPr>
                <p:cNvPr id="23598" name="Group 515"/>
                <p:cNvGrpSpPr/>
                <p:nvPr/>
              </p:nvGrpSpPr>
              <p:grpSpPr>
                <a:xfrm>
                  <a:off x="422" y="1524"/>
                  <a:ext cx="1044" cy="1042"/>
                  <a:chOff x="2039" y="1769"/>
                  <a:chExt cx="1044" cy="1042"/>
                </a:xfrm>
              </p:grpSpPr>
              <p:grpSp>
                <p:nvGrpSpPr>
                  <p:cNvPr id="23599" name="Group 516"/>
                  <p:cNvGrpSpPr/>
                  <p:nvPr/>
                </p:nvGrpSpPr>
                <p:grpSpPr>
                  <a:xfrm>
                    <a:off x="2039" y="1774"/>
                    <a:ext cx="388" cy="1037"/>
                    <a:chOff x="2039" y="1774"/>
                    <a:chExt cx="388" cy="1037"/>
                  </a:xfrm>
                </p:grpSpPr>
                <p:sp>
                  <p:nvSpPr>
                    <p:cNvPr id="23600" name="Oval 517"/>
                    <p:cNvSpPr/>
                    <p:nvPr/>
                  </p:nvSpPr>
                  <p:spPr>
                    <a:xfrm>
                      <a:off x="2039" y="1778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601" name="Oval 518"/>
                    <p:cNvSpPr/>
                    <p:nvPr/>
                  </p:nvSpPr>
                  <p:spPr>
                    <a:xfrm>
                      <a:off x="2371" y="2110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602" name="Oval 519"/>
                    <p:cNvSpPr/>
                    <p:nvPr/>
                  </p:nvSpPr>
                  <p:spPr>
                    <a:xfrm>
                      <a:off x="2042" y="2104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603" name="Oval 520"/>
                    <p:cNvSpPr/>
                    <p:nvPr/>
                  </p:nvSpPr>
                  <p:spPr>
                    <a:xfrm>
                      <a:off x="2358" y="1774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604" name="Oval 521"/>
                    <p:cNvSpPr/>
                    <p:nvPr/>
                  </p:nvSpPr>
                  <p:spPr>
                    <a:xfrm>
                      <a:off x="2049" y="2429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605" name="Oval 522"/>
                    <p:cNvSpPr/>
                    <p:nvPr/>
                  </p:nvSpPr>
                  <p:spPr>
                    <a:xfrm>
                      <a:off x="2367" y="2753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606" name="Oval 523"/>
                    <p:cNvSpPr/>
                    <p:nvPr/>
                  </p:nvSpPr>
                  <p:spPr>
                    <a:xfrm>
                      <a:off x="2044" y="2755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607" name="Oval 524"/>
                    <p:cNvSpPr/>
                    <p:nvPr/>
                  </p:nvSpPr>
                  <p:spPr>
                    <a:xfrm>
                      <a:off x="2368" y="2425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23608" name="Group 525"/>
                  <p:cNvGrpSpPr/>
                  <p:nvPr/>
                </p:nvGrpSpPr>
                <p:grpSpPr>
                  <a:xfrm>
                    <a:off x="2695" y="1769"/>
                    <a:ext cx="388" cy="1037"/>
                    <a:chOff x="2039" y="1774"/>
                    <a:chExt cx="388" cy="1037"/>
                  </a:xfrm>
                </p:grpSpPr>
                <p:sp>
                  <p:nvSpPr>
                    <p:cNvPr id="23609" name="Oval 526"/>
                    <p:cNvSpPr/>
                    <p:nvPr/>
                  </p:nvSpPr>
                  <p:spPr>
                    <a:xfrm>
                      <a:off x="2039" y="1778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610" name="Oval 527"/>
                    <p:cNvSpPr/>
                    <p:nvPr/>
                  </p:nvSpPr>
                  <p:spPr>
                    <a:xfrm>
                      <a:off x="2371" y="2110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611" name="Oval 528"/>
                    <p:cNvSpPr/>
                    <p:nvPr/>
                  </p:nvSpPr>
                  <p:spPr>
                    <a:xfrm>
                      <a:off x="2042" y="2104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612" name="Oval 529"/>
                    <p:cNvSpPr/>
                    <p:nvPr/>
                  </p:nvSpPr>
                  <p:spPr>
                    <a:xfrm>
                      <a:off x="2358" y="1774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613" name="Oval 530"/>
                    <p:cNvSpPr/>
                    <p:nvPr/>
                  </p:nvSpPr>
                  <p:spPr>
                    <a:xfrm>
                      <a:off x="2049" y="2429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614" name="Oval 531"/>
                    <p:cNvSpPr/>
                    <p:nvPr/>
                  </p:nvSpPr>
                  <p:spPr>
                    <a:xfrm>
                      <a:off x="2367" y="2753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615" name="Oval 532"/>
                    <p:cNvSpPr/>
                    <p:nvPr/>
                  </p:nvSpPr>
                  <p:spPr>
                    <a:xfrm>
                      <a:off x="2044" y="2755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616" name="Oval 533"/>
                    <p:cNvSpPr/>
                    <p:nvPr/>
                  </p:nvSpPr>
                  <p:spPr>
                    <a:xfrm>
                      <a:off x="2368" y="2425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</p:grpSp>
            <p:grpSp>
              <p:nvGrpSpPr>
                <p:cNvPr id="23617" name="Group 534"/>
                <p:cNvGrpSpPr/>
                <p:nvPr/>
              </p:nvGrpSpPr>
              <p:grpSpPr>
                <a:xfrm>
                  <a:off x="1725" y="1510"/>
                  <a:ext cx="1044" cy="1042"/>
                  <a:chOff x="2039" y="1769"/>
                  <a:chExt cx="1044" cy="1042"/>
                </a:xfrm>
              </p:grpSpPr>
              <p:grpSp>
                <p:nvGrpSpPr>
                  <p:cNvPr id="23618" name="Group 535"/>
                  <p:cNvGrpSpPr/>
                  <p:nvPr/>
                </p:nvGrpSpPr>
                <p:grpSpPr>
                  <a:xfrm>
                    <a:off x="2039" y="1774"/>
                    <a:ext cx="388" cy="1037"/>
                    <a:chOff x="2039" y="1774"/>
                    <a:chExt cx="388" cy="1037"/>
                  </a:xfrm>
                </p:grpSpPr>
                <p:sp>
                  <p:nvSpPr>
                    <p:cNvPr id="23619" name="Oval 536"/>
                    <p:cNvSpPr/>
                    <p:nvPr/>
                  </p:nvSpPr>
                  <p:spPr>
                    <a:xfrm>
                      <a:off x="2039" y="1778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620" name="Oval 537"/>
                    <p:cNvSpPr/>
                    <p:nvPr/>
                  </p:nvSpPr>
                  <p:spPr>
                    <a:xfrm>
                      <a:off x="2371" y="2110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621" name="Oval 538"/>
                    <p:cNvSpPr/>
                    <p:nvPr/>
                  </p:nvSpPr>
                  <p:spPr>
                    <a:xfrm>
                      <a:off x="2042" y="2104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622" name="Oval 539"/>
                    <p:cNvSpPr/>
                    <p:nvPr/>
                  </p:nvSpPr>
                  <p:spPr>
                    <a:xfrm>
                      <a:off x="2358" y="1774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623" name="Oval 540"/>
                    <p:cNvSpPr/>
                    <p:nvPr/>
                  </p:nvSpPr>
                  <p:spPr>
                    <a:xfrm>
                      <a:off x="2049" y="2429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624" name="Oval 541"/>
                    <p:cNvSpPr/>
                    <p:nvPr/>
                  </p:nvSpPr>
                  <p:spPr>
                    <a:xfrm>
                      <a:off x="2367" y="2753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625" name="Oval 542"/>
                    <p:cNvSpPr/>
                    <p:nvPr/>
                  </p:nvSpPr>
                  <p:spPr>
                    <a:xfrm>
                      <a:off x="2044" y="2755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626" name="Oval 543"/>
                    <p:cNvSpPr/>
                    <p:nvPr/>
                  </p:nvSpPr>
                  <p:spPr>
                    <a:xfrm>
                      <a:off x="2368" y="2425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23627" name="Group 544"/>
                  <p:cNvGrpSpPr/>
                  <p:nvPr/>
                </p:nvGrpSpPr>
                <p:grpSpPr>
                  <a:xfrm>
                    <a:off x="2695" y="1769"/>
                    <a:ext cx="388" cy="1037"/>
                    <a:chOff x="2039" y="1774"/>
                    <a:chExt cx="388" cy="1037"/>
                  </a:xfrm>
                </p:grpSpPr>
                <p:sp>
                  <p:nvSpPr>
                    <p:cNvPr id="23628" name="Oval 545"/>
                    <p:cNvSpPr/>
                    <p:nvPr/>
                  </p:nvSpPr>
                  <p:spPr>
                    <a:xfrm>
                      <a:off x="2039" y="1778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629" name="Oval 546"/>
                    <p:cNvSpPr/>
                    <p:nvPr/>
                  </p:nvSpPr>
                  <p:spPr>
                    <a:xfrm>
                      <a:off x="2371" y="2110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630" name="Oval 547"/>
                    <p:cNvSpPr/>
                    <p:nvPr/>
                  </p:nvSpPr>
                  <p:spPr>
                    <a:xfrm>
                      <a:off x="2042" y="2104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631" name="Oval 548"/>
                    <p:cNvSpPr/>
                    <p:nvPr/>
                  </p:nvSpPr>
                  <p:spPr>
                    <a:xfrm>
                      <a:off x="2358" y="1774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632" name="Oval 549"/>
                    <p:cNvSpPr/>
                    <p:nvPr/>
                  </p:nvSpPr>
                  <p:spPr>
                    <a:xfrm>
                      <a:off x="2049" y="2429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633" name="Oval 550"/>
                    <p:cNvSpPr/>
                    <p:nvPr/>
                  </p:nvSpPr>
                  <p:spPr>
                    <a:xfrm>
                      <a:off x="2367" y="2753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634" name="Oval 551"/>
                    <p:cNvSpPr/>
                    <p:nvPr/>
                  </p:nvSpPr>
                  <p:spPr>
                    <a:xfrm>
                      <a:off x="2044" y="2755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3635" name="Oval 552"/>
                    <p:cNvSpPr/>
                    <p:nvPr/>
                  </p:nvSpPr>
                  <p:spPr>
                    <a:xfrm>
                      <a:off x="2368" y="2425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</p:grpSp>
          </p:grpSp>
        </p:grpSp>
        <p:grpSp>
          <p:nvGrpSpPr>
            <p:cNvPr id="23636" name="Group 557"/>
            <p:cNvGrpSpPr/>
            <p:nvPr/>
          </p:nvGrpSpPr>
          <p:grpSpPr>
            <a:xfrm>
              <a:off x="562" y="1603"/>
              <a:ext cx="1865" cy="350"/>
              <a:chOff x="3424" y="1122"/>
              <a:chExt cx="2270" cy="451"/>
            </a:xfrm>
          </p:grpSpPr>
          <p:sp>
            <p:nvSpPr>
              <p:cNvPr id="23637" name="Rectangle 554"/>
              <p:cNvSpPr/>
              <p:nvPr/>
            </p:nvSpPr>
            <p:spPr>
              <a:xfrm>
                <a:off x="3424" y="1137"/>
                <a:ext cx="410" cy="436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638" name="WordArt 555"/>
              <p:cNvSpPr>
                <a:spLocks noTextEdit="1"/>
              </p:cNvSpPr>
              <p:nvPr/>
            </p:nvSpPr>
            <p:spPr>
              <a:xfrm>
                <a:off x="5362" y="1122"/>
                <a:ext cx="332" cy="30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5991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 b="1" i="1">
                    <a:ln w="3175" cap="flat" cmpd="sng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bg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</a:p>
            </p:txBody>
          </p:sp>
        </p:grpSp>
        <p:sp>
          <p:nvSpPr>
            <p:cNvPr id="23639" name="Arc 146"/>
            <p:cNvSpPr/>
            <p:nvPr/>
          </p:nvSpPr>
          <p:spPr>
            <a:xfrm rot="1114543">
              <a:off x="1329" y="2255"/>
              <a:ext cx="180" cy="18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2088" h="21839" fill="none">
                  <a:moveTo>
                    <a:pt x="-1" y="5"/>
                  </a:moveTo>
                  <a:cubicBezTo>
                    <a:pt x="162" y="1"/>
                    <a:pt x="325" y="-1"/>
                    <a:pt x="488" y="0"/>
                  </a:cubicBezTo>
                  <a:cubicBezTo>
                    <a:pt x="12417" y="0"/>
                    <a:pt x="22088" y="9670"/>
                    <a:pt x="22088" y="21600"/>
                  </a:cubicBezTo>
                  <a:cubicBezTo>
                    <a:pt x="22088" y="21679"/>
                    <a:pt x="22087" y="21759"/>
                    <a:pt x="22086" y="21838"/>
                  </a:cubicBezTo>
                </a:path>
                <a:path w="22088" h="21839" stroke="0">
                  <a:moveTo>
                    <a:pt x="-1" y="5"/>
                  </a:moveTo>
                  <a:cubicBezTo>
                    <a:pt x="162" y="1"/>
                    <a:pt x="325" y="-1"/>
                    <a:pt x="488" y="0"/>
                  </a:cubicBezTo>
                  <a:cubicBezTo>
                    <a:pt x="12417" y="0"/>
                    <a:pt x="22088" y="9670"/>
                    <a:pt x="22088" y="21600"/>
                  </a:cubicBezTo>
                  <a:cubicBezTo>
                    <a:pt x="22088" y="21679"/>
                    <a:pt x="22087" y="21759"/>
                    <a:pt x="22086" y="21838"/>
                  </a:cubicBezTo>
                  <a:lnTo>
                    <a:pt x="488" y="21600"/>
                  </a:lnTo>
                  <a:lnTo>
                    <a:pt x="-1" y="5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3640" name="Group 556"/>
            <p:cNvGrpSpPr/>
            <p:nvPr/>
          </p:nvGrpSpPr>
          <p:grpSpPr>
            <a:xfrm>
              <a:off x="1488" y="2079"/>
              <a:ext cx="322" cy="208"/>
              <a:chOff x="4386" y="1593"/>
              <a:chExt cx="322" cy="208"/>
            </a:xfrm>
          </p:grpSpPr>
          <p:sp>
            <p:nvSpPr>
              <p:cNvPr id="23641" name="Rectangle 148"/>
              <p:cNvSpPr/>
              <p:nvPr/>
            </p:nvSpPr>
            <p:spPr>
              <a:xfrm>
                <a:off x="4386" y="1593"/>
                <a:ext cx="322" cy="208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642" name="Oval 150"/>
              <p:cNvSpPr/>
              <p:nvPr/>
            </p:nvSpPr>
            <p:spPr>
              <a:xfrm flipV="1">
                <a:off x="4624" y="1600"/>
                <a:ext cx="50" cy="53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643" name="WordArt 151"/>
              <p:cNvSpPr>
                <a:spLocks noTextEdit="1"/>
              </p:cNvSpPr>
              <p:nvPr/>
            </p:nvSpPr>
            <p:spPr>
              <a:xfrm>
                <a:off x="4386" y="1636"/>
                <a:ext cx="220" cy="16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60</a:t>
                </a:r>
              </a:p>
            </p:txBody>
          </p:sp>
        </p:grpSp>
        <p:sp>
          <p:nvSpPr>
            <p:cNvPr id="23644" name="Rectangle 355"/>
            <p:cNvSpPr/>
            <p:nvPr/>
          </p:nvSpPr>
          <p:spPr>
            <a:xfrm>
              <a:off x="2070" y="2534"/>
              <a:ext cx="270" cy="261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645" name="WordArt 356"/>
            <p:cNvSpPr>
              <a:spLocks noTextEdit="1"/>
            </p:cNvSpPr>
            <p:nvPr/>
          </p:nvSpPr>
          <p:spPr>
            <a:xfrm>
              <a:off x="2085" y="2564"/>
              <a:ext cx="207" cy="19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6231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19050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latin typeface="Book Antiqua" panose="02040602050305030304" charset="0"/>
                  <a:ea typeface="Book Antiqua" panose="02040602050305030304" charset="0"/>
                </a:rPr>
                <a:t>v</a:t>
              </a:r>
            </a:p>
          </p:txBody>
        </p:sp>
        <p:sp>
          <p:nvSpPr>
            <p:cNvPr id="23646" name="Line 357"/>
            <p:cNvSpPr/>
            <p:nvPr/>
          </p:nvSpPr>
          <p:spPr>
            <a:xfrm>
              <a:off x="1263" y="2452"/>
              <a:ext cx="1070" cy="0"/>
            </a:xfrm>
            <a:prstGeom prst="line">
              <a:avLst/>
            </a:prstGeom>
            <a:ln w="571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23647" name="WordArt 359"/>
            <p:cNvSpPr>
              <a:spLocks noTextEdit="1"/>
            </p:cNvSpPr>
            <p:nvPr/>
          </p:nvSpPr>
          <p:spPr>
            <a:xfrm>
              <a:off x="654" y="3359"/>
              <a:ext cx="136" cy="11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3648" name="WordArt 360"/>
            <p:cNvSpPr>
              <a:spLocks noTextEdit="1"/>
            </p:cNvSpPr>
            <p:nvPr/>
          </p:nvSpPr>
          <p:spPr>
            <a:xfrm>
              <a:off x="1628" y="1335"/>
              <a:ext cx="116" cy="1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3649" name="WordArt 361"/>
            <p:cNvSpPr>
              <a:spLocks noTextEdit="1"/>
            </p:cNvSpPr>
            <p:nvPr/>
          </p:nvSpPr>
          <p:spPr>
            <a:xfrm>
              <a:off x="1024" y="2130"/>
              <a:ext cx="117" cy="24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9352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 i="1">
                  <a:ln w="9525" cap="flat" cmpd="sng">
                    <a:solidFill>
                      <a:srgbClr val="0066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66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23650" name="WordArt 617"/>
            <p:cNvSpPr>
              <a:spLocks noTextEdit="1"/>
            </p:cNvSpPr>
            <p:nvPr/>
          </p:nvSpPr>
          <p:spPr>
            <a:xfrm>
              <a:off x="870" y="3733"/>
              <a:ext cx="302" cy="19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求</a:t>
              </a:r>
            </a:p>
          </p:txBody>
        </p:sp>
        <p:grpSp>
          <p:nvGrpSpPr>
            <p:cNvPr id="23651" name="Group 619"/>
            <p:cNvGrpSpPr/>
            <p:nvPr/>
          </p:nvGrpSpPr>
          <p:grpSpPr>
            <a:xfrm>
              <a:off x="1302" y="3699"/>
              <a:ext cx="690" cy="235"/>
              <a:chOff x="2690" y="292"/>
              <a:chExt cx="690" cy="235"/>
            </a:xfrm>
          </p:grpSpPr>
          <p:grpSp>
            <p:nvGrpSpPr>
              <p:cNvPr id="23652" name="Group 620"/>
              <p:cNvGrpSpPr/>
              <p:nvPr/>
            </p:nvGrpSpPr>
            <p:grpSpPr>
              <a:xfrm>
                <a:off x="2690" y="292"/>
                <a:ext cx="243" cy="235"/>
                <a:chOff x="381" y="2879"/>
                <a:chExt cx="321" cy="351"/>
              </a:xfrm>
            </p:grpSpPr>
            <p:grpSp>
              <p:nvGrpSpPr>
                <p:cNvPr id="23653" name="Group 621"/>
                <p:cNvGrpSpPr/>
                <p:nvPr/>
              </p:nvGrpSpPr>
              <p:grpSpPr>
                <a:xfrm>
                  <a:off x="381" y="2879"/>
                  <a:ext cx="270" cy="346"/>
                  <a:chOff x="2407" y="1969"/>
                  <a:chExt cx="254" cy="293"/>
                </a:xfrm>
              </p:grpSpPr>
              <p:grpSp>
                <p:nvGrpSpPr>
                  <p:cNvPr id="23654" name="Group 622"/>
                  <p:cNvGrpSpPr/>
                  <p:nvPr/>
                </p:nvGrpSpPr>
                <p:grpSpPr>
                  <a:xfrm>
                    <a:off x="2413" y="1978"/>
                    <a:ext cx="248" cy="284"/>
                    <a:chOff x="2799" y="1070"/>
                    <a:chExt cx="1235" cy="1528"/>
                  </a:xfrm>
                </p:grpSpPr>
                <p:sp>
                  <p:nvSpPr>
                    <p:cNvPr id="23655" name="Arc 623"/>
                    <p:cNvSpPr/>
                    <p:nvPr/>
                  </p:nvSpPr>
                  <p:spPr>
                    <a:xfrm rot="-1415830">
                      <a:off x="2799" y="1711"/>
                      <a:ext cx="1061" cy="887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2419" h="43200" fill="none">
                          <a:moveTo>
                            <a:pt x="42419" y="27354"/>
                          </a:moveTo>
                          <a:cubicBezTo>
                            <a:pt x="39831" y="36716"/>
                            <a:pt x="3131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7497" y="-1"/>
                            <a:pt x="33138" y="2411"/>
                            <a:pt x="37213" y="6673"/>
                          </a:cubicBezTo>
                        </a:path>
                        <a:path w="42419" h="43200" stroke="0">
                          <a:moveTo>
                            <a:pt x="42419" y="27354"/>
                          </a:moveTo>
                          <a:cubicBezTo>
                            <a:pt x="39831" y="36716"/>
                            <a:pt x="3131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7497" y="-1"/>
                            <a:pt x="33138" y="2411"/>
                            <a:pt x="37213" y="6673"/>
                          </a:cubicBezTo>
                          <a:lnTo>
                            <a:pt x="21600" y="21600"/>
                          </a:lnTo>
                          <a:lnTo>
                            <a:pt x="42419" y="27354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3656" name="Arc 624"/>
                    <p:cNvSpPr/>
                    <p:nvPr/>
                  </p:nvSpPr>
                  <p:spPr>
                    <a:xfrm rot="-1415830">
                      <a:off x="3159" y="1070"/>
                      <a:ext cx="875" cy="61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3200" h="41520" fill="none">
                          <a:moveTo>
                            <a:pt x="13248" y="41519"/>
                          </a:moveTo>
                          <a:cubicBezTo>
                            <a:pt x="5222" y="38155"/>
                            <a:pt x="0" y="30302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5698"/>
                            <a:pt x="42033" y="29713"/>
                            <a:pt x="39837" y="33174"/>
                          </a:cubicBezTo>
                        </a:path>
                        <a:path w="43200" h="41520" stroke="0">
                          <a:moveTo>
                            <a:pt x="13248" y="41519"/>
                          </a:moveTo>
                          <a:cubicBezTo>
                            <a:pt x="5222" y="38155"/>
                            <a:pt x="0" y="30302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5698"/>
                            <a:pt x="42033" y="29713"/>
                            <a:pt x="39837" y="33174"/>
                          </a:cubicBezTo>
                          <a:lnTo>
                            <a:pt x="21600" y="21600"/>
                          </a:lnTo>
                          <a:lnTo>
                            <a:pt x="13248" y="41519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3657" name="Arc 625"/>
                    <p:cNvSpPr/>
                    <p:nvPr/>
                  </p:nvSpPr>
                  <p:spPr>
                    <a:xfrm rot="-1415830">
                      <a:off x="3576" y="1255"/>
                      <a:ext cx="412" cy="29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38956" h="43200" fill="none">
                          <a:moveTo>
                            <a:pt x="38956" y="34458"/>
                          </a:moveTo>
                          <a:cubicBezTo>
                            <a:pt x="34882" y="39956"/>
                            <a:pt x="2844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3795" y="-1"/>
                            <a:pt x="25979" y="334"/>
                            <a:pt x="28073" y="993"/>
                          </a:cubicBezTo>
                        </a:path>
                        <a:path w="38956" h="43200" stroke="0">
                          <a:moveTo>
                            <a:pt x="38956" y="34458"/>
                          </a:moveTo>
                          <a:cubicBezTo>
                            <a:pt x="34882" y="39956"/>
                            <a:pt x="2844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3795" y="-1"/>
                            <a:pt x="25979" y="334"/>
                            <a:pt x="28073" y="993"/>
                          </a:cubicBezTo>
                          <a:lnTo>
                            <a:pt x="21600" y="21600"/>
                          </a:lnTo>
                          <a:lnTo>
                            <a:pt x="38956" y="34458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3658" name="Arc 626"/>
                    <p:cNvSpPr/>
                    <p:nvPr/>
                  </p:nvSpPr>
                  <p:spPr>
                    <a:xfrm rot="-1415830">
                      <a:off x="3083" y="1919"/>
                      <a:ext cx="776" cy="38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3200" h="30267" fill="none">
                          <a:moveTo>
                            <a:pt x="1815" y="30266"/>
                          </a:moveTo>
                          <a:cubicBezTo>
                            <a:pt x="618" y="27534"/>
                            <a:pt x="0" y="2458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3162"/>
                            <a:pt x="43030" y="24719"/>
                            <a:pt x="42694" y="26244"/>
                          </a:cubicBezTo>
                        </a:path>
                        <a:path w="43200" h="30267" stroke="0">
                          <a:moveTo>
                            <a:pt x="1815" y="30266"/>
                          </a:moveTo>
                          <a:cubicBezTo>
                            <a:pt x="618" y="27534"/>
                            <a:pt x="0" y="2458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3162"/>
                            <a:pt x="43030" y="24719"/>
                            <a:pt x="42694" y="26244"/>
                          </a:cubicBezTo>
                          <a:lnTo>
                            <a:pt x="21600" y="21600"/>
                          </a:lnTo>
                          <a:lnTo>
                            <a:pt x="1815" y="30266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23659" name="Group 627"/>
                  <p:cNvGrpSpPr/>
                  <p:nvPr/>
                </p:nvGrpSpPr>
                <p:grpSpPr>
                  <a:xfrm>
                    <a:off x="2407" y="1969"/>
                    <a:ext cx="248" cy="284"/>
                    <a:chOff x="2799" y="1070"/>
                    <a:chExt cx="1235" cy="1528"/>
                  </a:xfrm>
                </p:grpSpPr>
                <p:sp>
                  <p:nvSpPr>
                    <p:cNvPr id="23660" name="Arc 628"/>
                    <p:cNvSpPr/>
                    <p:nvPr/>
                  </p:nvSpPr>
                  <p:spPr>
                    <a:xfrm rot="-1415830">
                      <a:off x="2799" y="1711"/>
                      <a:ext cx="1061" cy="887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2419" h="43200" fill="none">
                          <a:moveTo>
                            <a:pt x="42419" y="27354"/>
                          </a:moveTo>
                          <a:cubicBezTo>
                            <a:pt x="39831" y="36716"/>
                            <a:pt x="3131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7497" y="-1"/>
                            <a:pt x="33138" y="2411"/>
                            <a:pt x="37213" y="6673"/>
                          </a:cubicBezTo>
                        </a:path>
                        <a:path w="42419" h="43200" stroke="0">
                          <a:moveTo>
                            <a:pt x="42419" y="27354"/>
                          </a:moveTo>
                          <a:cubicBezTo>
                            <a:pt x="39831" y="36716"/>
                            <a:pt x="3131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7497" y="-1"/>
                            <a:pt x="33138" y="2411"/>
                            <a:pt x="37213" y="6673"/>
                          </a:cubicBezTo>
                          <a:lnTo>
                            <a:pt x="21600" y="21600"/>
                          </a:lnTo>
                          <a:lnTo>
                            <a:pt x="42419" y="27354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3661" name="Arc 629"/>
                    <p:cNvSpPr/>
                    <p:nvPr/>
                  </p:nvSpPr>
                  <p:spPr>
                    <a:xfrm rot="-1415830">
                      <a:off x="3159" y="1070"/>
                      <a:ext cx="875" cy="61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3200" h="41520" fill="none">
                          <a:moveTo>
                            <a:pt x="13248" y="41519"/>
                          </a:moveTo>
                          <a:cubicBezTo>
                            <a:pt x="5222" y="38155"/>
                            <a:pt x="0" y="30302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5698"/>
                            <a:pt x="42033" y="29713"/>
                            <a:pt x="39837" y="33174"/>
                          </a:cubicBezTo>
                        </a:path>
                        <a:path w="43200" h="41520" stroke="0">
                          <a:moveTo>
                            <a:pt x="13248" y="41519"/>
                          </a:moveTo>
                          <a:cubicBezTo>
                            <a:pt x="5222" y="38155"/>
                            <a:pt x="0" y="30302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5698"/>
                            <a:pt x="42033" y="29713"/>
                            <a:pt x="39837" y="33174"/>
                          </a:cubicBezTo>
                          <a:lnTo>
                            <a:pt x="21600" y="21600"/>
                          </a:lnTo>
                          <a:lnTo>
                            <a:pt x="13248" y="41519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3662" name="Arc 630"/>
                    <p:cNvSpPr/>
                    <p:nvPr/>
                  </p:nvSpPr>
                  <p:spPr>
                    <a:xfrm rot="-1415830">
                      <a:off x="3576" y="1255"/>
                      <a:ext cx="412" cy="29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38956" h="43200" fill="none">
                          <a:moveTo>
                            <a:pt x="38956" y="34458"/>
                          </a:moveTo>
                          <a:cubicBezTo>
                            <a:pt x="34882" y="39956"/>
                            <a:pt x="2844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3795" y="-1"/>
                            <a:pt x="25979" y="334"/>
                            <a:pt x="28073" y="993"/>
                          </a:cubicBezTo>
                        </a:path>
                        <a:path w="38956" h="43200" stroke="0">
                          <a:moveTo>
                            <a:pt x="38956" y="34458"/>
                          </a:moveTo>
                          <a:cubicBezTo>
                            <a:pt x="34882" y="39956"/>
                            <a:pt x="2844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3795" y="-1"/>
                            <a:pt x="25979" y="334"/>
                            <a:pt x="28073" y="993"/>
                          </a:cubicBezTo>
                          <a:lnTo>
                            <a:pt x="21600" y="21600"/>
                          </a:lnTo>
                          <a:lnTo>
                            <a:pt x="38956" y="34458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3663" name="Arc 631"/>
                    <p:cNvSpPr/>
                    <p:nvPr/>
                  </p:nvSpPr>
                  <p:spPr>
                    <a:xfrm rot="-1415830">
                      <a:off x="3083" y="1919"/>
                      <a:ext cx="776" cy="38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3200" h="30267" fill="none">
                          <a:moveTo>
                            <a:pt x="1815" y="30266"/>
                          </a:moveTo>
                          <a:cubicBezTo>
                            <a:pt x="618" y="27534"/>
                            <a:pt x="0" y="2458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3162"/>
                            <a:pt x="43030" y="24719"/>
                            <a:pt x="42694" y="26244"/>
                          </a:cubicBezTo>
                        </a:path>
                        <a:path w="43200" h="30267" stroke="0">
                          <a:moveTo>
                            <a:pt x="1815" y="30266"/>
                          </a:moveTo>
                          <a:cubicBezTo>
                            <a:pt x="618" y="27534"/>
                            <a:pt x="0" y="2458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3162"/>
                            <a:pt x="43030" y="24719"/>
                            <a:pt x="42694" y="26244"/>
                          </a:cubicBezTo>
                          <a:lnTo>
                            <a:pt x="21600" y="21600"/>
                          </a:lnTo>
                          <a:lnTo>
                            <a:pt x="1815" y="30266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sp>
              <p:nvSpPr>
                <p:cNvPr id="23664" name="WordArt 632"/>
                <p:cNvSpPr>
                  <a:spLocks noTextEdit="1"/>
                </p:cNvSpPr>
                <p:nvPr/>
              </p:nvSpPr>
              <p:spPr>
                <a:xfrm>
                  <a:off x="654" y="3061"/>
                  <a:ext cx="48" cy="16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2857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i</a:t>
                  </a:r>
                </a:p>
              </p:txBody>
            </p:sp>
          </p:grpSp>
          <p:sp>
            <p:nvSpPr>
              <p:cNvPr id="23665" name="WordArt 633"/>
              <p:cNvSpPr>
                <a:spLocks noTextEdit="1"/>
              </p:cNvSpPr>
              <p:nvPr/>
            </p:nvSpPr>
            <p:spPr>
              <a:xfrm>
                <a:off x="2978" y="411"/>
                <a:ext cx="402" cy="10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动生</a:t>
                </a:r>
              </a:p>
            </p:txBody>
          </p:sp>
        </p:grpSp>
        <p:sp>
          <p:nvSpPr>
            <p:cNvPr id="23666" name="Rectangle 351"/>
            <p:cNvSpPr/>
            <p:nvPr/>
          </p:nvSpPr>
          <p:spPr>
            <a:xfrm rot="-3908694">
              <a:off x="236" y="2407"/>
              <a:ext cx="1949" cy="62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FFFF00"/>
                </a:gs>
                <a:gs pos="100000">
                  <a:srgbClr val="000000"/>
                </a:gs>
              </a:gsLst>
              <a:lin ang="2700000" scaled="1"/>
              <a:tileRect/>
            </a:gradFill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245811" name="Object 51"/>
          <p:cNvGraphicFramePr>
            <a:graphicFrameLocks noChangeAspect="1"/>
          </p:cNvGraphicFramePr>
          <p:nvPr/>
        </p:nvGraphicFramePr>
        <p:xfrm>
          <a:off x="4570413" y="1420813"/>
          <a:ext cx="3122612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181100" imgH="254000" progId="Equation.DSMT4">
                  <p:embed/>
                </p:oleObj>
              </mc:Choice>
              <mc:Fallback>
                <p:oleObj r:id="rId3" imgW="1181100" imgH="254000" progId="Equation.DSMT4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0413" y="1420813"/>
                        <a:ext cx="3122612" cy="717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4" name="矩形 403"/>
          <p:cNvSpPr/>
          <p:nvPr/>
        </p:nvSpPr>
        <p:spPr>
          <a:xfrm>
            <a:off x="4570413" y="2252663"/>
            <a:ext cx="1671637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端电势高</a:t>
            </a:r>
          </a:p>
        </p:txBody>
      </p:sp>
      <p:sp>
        <p:nvSpPr>
          <p:cNvPr id="420" name="Rectangle 319"/>
          <p:cNvSpPr/>
          <p:nvPr/>
        </p:nvSpPr>
        <p:spPr>
          <a:xfrm rot="5400000">
            <a:off x="-198437" y="3395663"/>
            <a:ext cx="2759075" cy="11747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1" name="Rectangle 319"/>
          <p:cNvSpPr/>
          <p:nvPr/>
        </p:nvSpPr>
        <p:spPr>
          <a:xfrm rot="10800000">
            <a:off x="1171575" y="2035175"/>
            <a:ext cx="1304925" cy="50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3671" name="组合 418"/>
          <p:cNvGrpSpPr/>
          <p:nvPr/>
        </p:nvGrpSpPr>
        <p:grpSpPr>
          <a:xfrm>
            <a:off x="277813" y="169863"/>
            <a:ext cx="3379787" cy="496887"/>
            <a:chOff x="709613" y="1452563"/>
            <a:chExt cx="3021315" cy="498475"/>
          </a:xfrm>
        </p:grpSpPr>
        <p:graphicFrame>
          <p:nvGraphicFramePr>
            <p:cNvPr id="23672" name="Object 404"/>
            <p:cNvGraphicFramePr>
              <a:graphicFrameLocks noChangeAspect="1"/>
            </p:cNvGraphicFramePr>
            <p:nvPr/>
          </p:nvGraphicFramePr>
          <p:xfrm>
            <a:off x="709613" y="1452563"/>
            <a:ext cx="1268816" cy="498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494665" imgH="177800" progId="Equation.DSMT4">
                    <p:embed/>
                  </p:oleObj>
                </mc:Choice>
                <mc:Fallback>
                  <p:oleObj r:id="rId5" imgW="494665" imgH="177800" progId="Equation.DSMT4">
                    <p:embed/>
                    <p:pic>
                      <p:nvPicPr>
                        <p:cNvPr id="0" name="图片 311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09613" y="1452563"/>
                          <a:ext cx="1268816" cy="4984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673" name="矩形 405"/>
            <p:cNvSpPr/>
            <p:nvPr/>
          </p:nvSpPr>
          <p:spPr>
            <a:xfrm>
              <a:off x="1978429" y="1460212"/>
              <a:ext cx="1752499" cy="4618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的应用举例</a:t>
              </a:r>
              <a:r>
                <a:rPr lang="en-US" altLang="zh-CN" sz="24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</p:grpSp>
      <p:sp>
        <p:nvSpPr>
          <p:cNvPr id="3" name="WordArt 360"/>
          <p:cNvSpPr>
            <a:spLocks noTextEdit="1"/>
          </p:cNvSpPr>
          <p:nvPr/>
        </p:nvSpPr>
        <p:spPr>
          <a:xfrm>
            <a:off x="895350" y="1785938"/>
            <a:ext cx="184150" cy="254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25000"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600" b="0" i="1" u="none" strike="noStrike" kern="1200" cap="none" spc="0" normalizeH="0" baseline="0" noProof="1"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c</a:t>
            </a:r>
          </a:p>
        </p:txBody>
      </p:sp>
      <p:graphicFrame>
        <p:nvGraphicFramePr>
          <p:cNvPr id="4" name="Object 51"/>
          <p:cNvGraphicFramePr>
            <a:graphicFrameLocks noChangeAspect="1"/>
          </p:cNvGraphicFramePr>
          <p:nvPr/>
        </p:nvGraphicFramePr>
        <p:xfrm>
          <a:off x="4570413" y="2809875"/>
          <a:ext cx="3122612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181100" imgH="254000" progId="Equation.DSMT4">
                  <p:embed/>
                </p:oleObj>
              </mc:Choice>
              <mc:Fallback>
                <p:oleObj r:id="rId7" imgW="1181100" imgH="254000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70413" y="2809875"/>
                        <a:ext cx="3122612" cy="717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4570413" y="3629025"/>
            <a:ext cx="1671637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端电势高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4975225" y="4273550"/>
            <a:ext cx="371475" cy="1631950"/>
            <a:chOff x="7835" y="6730"/>
            <a:chExt cx="584" cy="2571"/>
          </a:xfrm>
        </p:grpSpPr>
        <p:cxnSp>
          <p:nvCxnSpPr>
            <p:cNvPr id="23678" name="直接连接符 6"/>
            <p:cNvCxnSpPr/>
            <p:nvPr/>
          </p:nvCxnSpPr>
          <p:spPr>
            <a:xfrm>
              <a:off x="8126" y="6730"/>
              <a:ext cx="0" cy="119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679" name="直接连接符 7"/>
            <p:cNvCxnSpPr/>
            <p:nvPr/>
          </p:nvCxnSpPr>
          <p:spPr>
            <a:xfrm>
              <a:off x="7965" y="7910"/>
              <a:ext cx="320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680" name="直接连接符 8"/>
            <p:cNvCxnSpPr/>
            <p:nvPr/>
          </p:nvCxnSpPr>
          <p:spPr>
            <a:xfrm>
              <a:off x="7835" y="8103"/>
              <a:ext cx="585" cy="15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681" name="直接连接符 9"/>
            <p:cNvCxnSpPr/>
            <p:nvPr/>
          </p:nvCxnSpPr>
          <p:spPr>
            <a:xfrm>
              <a:off x="8128" y="8103"/>
              <a:ext cx="0" cy="119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" name="组合 11"/>
          <p:cNvGrpSpPr/>
          <p:nvPr/>
        </p:nvGrpSpPr>
        <p:grpSpPr>
          <a:xfrm rot="1860000">
            <a:off x="5492750" y="4137025"/>
            <a:ext cx="369888" cy="1911350"/>
            <a:chOff x="7835" y="6730"/>
            <a:chExt cx="584" cy="2571"/>
          </a:xfrm>
        </p:grpSpPr>
        <p:cxnSp>
          <p:nvCxnSpPr>
            <p:cNvPr id="23683" name="直接连接符 12"/>
            <p:cNvCxnSpPr/>
            <p:nvPr/>
          </p:nvCxnSpPr>
          <p:spPr>
            <a:xfrm>
              <a:off x="8126" y="6730"/>
              <a:ext cx="0" cy="119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684" name="直接连接符 13"/>
            <p:cNvCxnSpPr/>
            <p:nvPr/>
          </p:nvCxnSpPr>
          <p:spPr>
            <a:xfrm>
              <a:off x="7965" y="7910"/>
              <a:ext cx="320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685" name="直接连接符 14"/>
            <p:cNvCxnSpPr/>
            <p:nvPr/>
          </p:nvCxnSpPr>
          <p:spPr>
            <a:xfrm>
              <a:off x="7835" y="8103"/>
              <a:ext cx="585" cy="15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686" name="直接连接符 15"/>
            <p:cNvCxnSpPr/>
            <p:nvPr/>
          </p:nvCxnSpPr>
          <p:spPr>
            <a:xfrm>
              <a:off x="8128" y="8103"/>
              <a:ext cx="0" cy="119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17" name="对象 16"/>
          <p:cNvGraphicFramePr/>
          <p:nvPr/>
        </p:nvGraphicFramePr>
        <p:xfrm>
          <a:off x="4360863" y="4498975"/>
          <a:ext cx="614362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408305" imgH="448945" progId="Equation.DSMT4">
                  <p:embed/>
                </p:oleObj>
              </mc:Choice>
              <mc:Fallback>
                <p:oleObj r:id="rId9" imgW="408305" imgH="448945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60863" y="4498975"/>
                        <a:ext cx="614362" cy="695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/>
          <p:nvPr/>
        </p:nvGraphicFramePr>
        <p:xfrm>
          <a:off x="5903913" y="4830763"/>
          <a:ext cx="611187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466090" imgH="411480" progId="Equation.DSMT4">
                  <p:embed/>
                </p:oleObj>
              </mc:Choice>
              <mc:Fallback>
                <p:oleObj r:id="rId11" imgW="466090" imgH="411480" progId="Equation.DSMT4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903913" y="4830763"/>
                        <a:ext cx="611187" cy="741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1" name="直接连接符 20"/>
          <p:cNvCxnSpPr/>
          <p:nvPr/>
        </p:nvCxnSpPr>
        <p:spPr>
          <a:xfrm flipV="1">
            <a:off x="5148263" y="4273550"/>
            <a:ext cx="1022350" cy="11113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" grpId="0"/>
      <p:bldP spid="420" grpId="0" bldLvl="0" animBg="1"/>
      <p:bldP spid="421" grpId="0" bldLvl="0" animBg="1"/>
      <p:bldP spid="3" grpId="0"/>
      <p:bldP spid="3" grpId="1"/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46" descr="羊皮纸"/>
          <p:cNvSpPr/>
          <p:nvPr/>
        </p:nvSpPr>
        <p:spPr>
          <a:xfrm>
            <a:off x="0" y="0"/>
            <a:ext cx="9144000" cy="1908175"/>
          </a:xfrm>
          <a:prstGeom prst="rect">
            <a:avLst/>
          </a:prstGeom>
          <a:blipFill rotWithShape="0">
            <a:blip r:embed="rId2"/>
          </a:blipFill>
          <a:ln w="9525" cap="flat" cmpd="sng">
            <a:solidFill>
              <a:srgbClr val="FFFF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78" name="Rectangle 47" descr="羊皮纸"/>
          <p:cNvSpPr/>
          <p:nvPr/>
        </p:nvSpPr>
        <p:spPr>
          <a:xfrm>
            <a:off x="0" y="6684963"/>
            <a:ext cx="9144000" cy="173037"/>
          </a:xfrm>
          <a:prstGeom prst="rect">
            <a:avLst/>
          </a:prstGeom>
          <a:blipFill rotWithShape="0">
            <a:blip r:embed="rId2"/>
          </a:blipFill>
          <a:ln w="9525" cap="flat" cmpd="sng">
            <a:solidFill>
              <a:srgbClr val="FFFF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79" name="Arc 2"/>
          <p:cNvSpPr/>
          <p:nvPr/>
        </p:nvSpPr>
        <p:spPr>
          <a:xfrm>
            <a:off x="6470650" y="2368550"/>
            <a:ext cx="1465263" cy="28527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21623" h="43198" fill="none">
                <a:moveTo>
                  <a:pt x="0" y="0"/>
                </a:moveTo>
                <a:cubicBezTo>
                  <a:pt x="7" y="0"/>
                  <a:pt x="15" y="-1"/>
                  <a:pt x="23" y="0"/>
                </a:cubicBezTo>
                <a:cubicBezTo>
                  <a:pt x="11952" y="0"/>
                  <a:pt x="21623" y="9670"/>
                  <a:pt x="21623" y="21600"/>
                </a:cubicBezTo>
                <a:cubicBezTo>
                  <a:pt x="21623" y="33428"/>
                  <a:pt x="12108" y="43057"/>
                  <a:pt x="281" y="43198"/>
                </a:cubicBezTo>
              </a:path>
              <a:path w="21623" h="43198" stroke="0">
                <a:moveTo>
                  <a:pt x="0" y="0"/>
                </a:moveTo>
                <a:cubicBezTo>
                  <a:pt x="7" y="0"/>
                  <a:pt x="15" y="-1"/>
                  <a:pt x="23" y="0"/>
                </a:cubicBezTo>
                <a:cubicBezTo>
                  <a:pt x="11952" y="0"/>
                  <a:pt x="21623" y="9670"/>
                  <a:pt x="21623" y="21600"/>
                </a:cubicBezTo>
                <a:cubicBezTo>
                  <a:pt x="21623" y="33428"/>
                  <a:pt x="12108" y="43057"/>
                  <a:pt x="281" y="43198"/>
                </a:cubicBezTo>
                <a:lnTo>
                  <a:pt x="23" y="21600"/>
                </a:lnTo>
                <a:lnTo>
                  <a:pt x="0" y="0"/>
                </a:lnTo>
                <a:close/>
              </a:path>
            </a:pathLst>
          </a:custGeom>
          <a:noFill/>
          <a:ln w="50800" cap="rnd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580" name="Line 3"/>
          <p:cNvSpPr/>
          <p:nvPr/>
        </p:nvSpPr>
        <p:spPr>
          <a:xfrm>
            <a:off x="5949950" y="3779838"/>
            <a:ext cx="27781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Dot"/>
            <a:round/>
            <a:headEnd type="none" w="sm" len="sm"/>
            <a:tailEnd type="none" w="sm" len="sm"/>
          </a:ln>
        </p:spPr>
      </p:sp>
      <p:sp>
        <p:nvSpPr>
          <p:cNvPr id="24581" name="Line 4"/>
          <p:cNvSpPr/>
          <p:nvPr/>
        </p:nvSpPr>
        <p:spPr>
          <a:xfrm>
            <a:off x="6426200" y="2157413"/>
            <a:ext cx="0" cy="313690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Dot"/>
            <a:round/>
            <a:headEnd type="none" w="sm" len="sm"/>
            <a:tailEnd type="none" w="sm" len="sm"/>
          </a:ln>
        </p:spPr>
      </p:sp>
      <p:sp>
        <p:nvSpPr>
          <p:cNvPr id="24582" name="Line 5"/>
          <p:cNvSpPr/>
          <p:nvPr/>
        </p:nvSpPr>
        <p:spPr>
          <a:xfrm>
            <a:off x="8034338" y="3771900"/>
            <a:ext cx="641350" cy="0"/>
          </a:xfrm>
          <a:prstGeom prst="line">
            <a:avLst/>
          </a:prstGeom>
          <a:ln w="25400" cap="flat" cmpd="sng">
            <a:solidFill>
              <a:srgbClr val="FF0066"/>
            </a:solidFill>
            <a:prstDash val="solid"/>
            <a:round/>
            <a:headEnd type="none" w="sm" len="sm"/>
            <a:tailEnd type="stealth" w="med" len="lg"/>
          </a:ln>
        </p:spPr>
      </p:sp>
      <p:grpSp>
        <p:nvGrpSpPr>
          <p:cNvPr id="24583" name="Group 6"/>
          <p:cNvGrpSpPr/>
          <p:nvPr/>
        </p:nvGrpSpPr>
        <p:grpSpPr>
          <a:xfrm>
            <a:off x="6053138" y="2476500"/>
            <a:ext cx="660400" cy="2611438"/>
            <a:chOff x="3698" y="2562"/>
            <a:chExt cx="416" cy="1645"/>
          </a:xfrm>
        </p:grpSpPr>
        <p:sp>
          <p:nvSpPr>
            <p:cNvPr id="24584" name="Rectangle 7"/>
            <p:cNvSpPr/>
            <p:nvPr/>
          </p:nvSpPr>
          <p:spPr>
            <a:xfrm rot="2880000">
              <a:off x="3745" y="2494"/>
              <a:ext cx="289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 anchorCtr="0">
              <a:spAutoFit/>
            </a:bodyPr>
            <a:lstStyle/>
            <a:p>
              <a:pPr eaLnBrk="0" hangingPunct="0"/>
              <a:r>
                <a:rPr lang="en-US" altLang="zh-CN" sz="3600" dirty="0">
                  <a:latin typeface="Bookman Old Style" panose="020506040505050202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24585" name="Rectangle 8"/>
            <p:cNvSpPr/>
            <p:nvPr/>
          </p:nvSpPr>
          <p:spPr>
            <a:xfrm rot="2880000">
              <a:off x="3751" y="3850"/>
              <a:ext cx="289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 anchorCtr="0">
              <a:spAutoFit/>
            </a:bodyPr>
            <a:lstStyle/>
            <a:p>
              <a:pPr eaLnBrk="0" hangingPunct="0"/>
              <a:r>
                <a:rPr lang="en-US" altLang="zh-CN" sz="3600" dirty="0">
                  <a:latin typeface="Bookman Old Style" panose="020506040505050202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24586" name="Rectangle 9"/>
            <p:cNvSpPr/>
            <p:nvPr/>
          </p:nvSpPr>
          <p:spPr>
            <a:xfrm rot="2880000">
              <a:off x="3757" y="2926"/>
              <a:ext cx="289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 anchorCtr="0">
              <a:spAutoFit/>
            </a:bodyPr>
            <a:lstStyle/>
            <a:p>
              <a:pPr eaLnBrk="0" hangingPunct="0"/>
              <a:r>
                <a:rPr lang="en-US" altLang="zh-CN" sz="3600" dirty="0">
                  <a:latin typeface="Bookman Old Style" panose="020506040505050202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24587" name="Rectangle 10"/>
            <p:cNvSpPr/>
            <p:nvPr/>
          </p:nvSpPr>
          <p:spPr>
            <a:xfrm rot="2880000">
              <a:off x="3748" y="3382"/>
              <a:ext cx="289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 anchorCtr="0">
              <a:spAutoFit/>
            </a:bodyPr>
            <a:lstStyle/>
            <a:p>
              <a:pPr eaLnBrk="0" hangingPunct="0"/>
              <a:r>
                <a:rPr lang="en-US" altLang="zh-CN" sz="3600" dirty="0">
                  <a:latin typeface="Bookman Old Style" panose="02050604050505020204" pitchFamily="18" charset="0"/>
                  <a:ea typeface="宋体" panose="02010600030101010101" pitchFamily="2" charset="-122"/>
                </a:rPr>
                <a:t>+</a:t>
              </a:r>
            </a:p>
          </p:txBody>
        </p:sp>
      </p:grpSp>
      <p:grpSp>
        <p:nvGrpSpPr>
          <p:cNvPr id="24588" name="Group 11"/>
          <p:cNvGrpSpPr/>
          <p:nvPr/>
        </p:nvGrpSpPr>
        <p:grpSpPr>
          <a:xfrm>
            <a:off x="5443538" y="2525713"/>
            <a:ext cx="660400" cy="2611437"/>
            <a:chOff x="3333" y="2575"/>
            <a:chExt cx="416" cy="1645"/>
          </a:xfrm>
        </p:grpSpPr>
        <p:sp>
          <p:nvSpPr>
            <p:cNvPr id="24589" name="Rectangle 12"/>
            <p:cNvSpPr/>
            <p:nvPr/>
          </p:nvSpPr>
          <p:spPr>
            <a:xfrm rot="2880000">
              <a:off x="3380" y="2507"/>
              <a:ext cx="289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 anchorCtr="0">
              <a:spAutoFit/>
            </a:bodyPr>
            <a:lstStyle/>
            <a:p>
              <a:pPr eaLnBrk="0" hangingPunct="0"/>
              <a:r>
                <a:rPr lang="en-US" altLang="zh-CN" sz="3600" dirty="0">
                  <a:latin typeface="Bookman Old Style" panose="020506040505050202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24590" name="Rectangle 13"/>
            <p:cNvSpPr/>
            <p:nvPr/>
          </p:nvSpPr>
          <p:spPr>
            <a:xfrm rot="2880000">
              <a:off x="3386" y="3863"/>
              <a:ext cx="289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 anchorCtr="0">
              <a:spAutoFit/>
            </a:bodyPr>
            <a:lstStyle/>
            <a:p>
              <a:pPr eaLnBrk="0" hangingPunct="0"/>
              <a:r>
                <a:rPr lang="en-US" altLang="zh-CN" sz="3600" dirty="0">
                  <a:latin typeface="Bookman Old Style" panose="020506040505050202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24591" name="Rectangle 14"/>
            <p:cNvSpPr/>
            <p:nvPr/>
          </p:nvSpPr>
          <p:spPr>
            <a:xfrm rot="2880000">
              <a:off x="3392" y="2939"/>
              <a:ext cx="289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 anchorCtr="0">
              <a:spAutoFit/>
            </a:bodyPr>
            <a:lstStyle/>
            <a:p>
              <a:pPr eaLnBrk="0" hangingPunct="0"/>
              <a:r>
                <a:rPr lang="en-US" altLang="zh-CN" sz="3600" dirty="0">
                  <a:latin typeface="Bookman Old Style" panose="02050604050505020204" pitchFamily="18" charset="0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24592" name="Rectangle 15"/>
            <p:cNvSpPr/>
            <p:nvPr/>
          </p:nvSpPr>
          <p:spPr>
            <a:xfrm rot="2880000">
              <a:off x="3383" y="3395"/>
              <a:ext cx="289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 anchorCtr="0">
              <a:spAutoFit/>
            </a:bodyPr>
            <a:lstStyle/>
            <a:p>
              <a:pPr eaLnBrk="0" hangingPunct="0"/>
              <a:r>
                <a:rPr lang="en-US" altLang="zh-CN" sz="3600" dirty="0">
                  <a:latin typeface="Bookman Old Style" panose="02050604050505020204" pitchFamily="18" charset="0"/>
                  <a:ea typeface="宋体" panose="02010600030101010101" pitchFamily="2" charset="-122"/>
                </a:rPr>
                <a:t>+</a:t>
              </a:r>
            </a:p>
          </p:txBody>
        </p:sp>
      </p:grpSp>
      <p:sp>
        <p:nvSpPr>
          <p:cNvPr id="24593" name="Rectangle 16"/>
          <p:cNvSpPr/>
          <p:nvPr/>
        </p:nvSpPr>
        <p:spPr>
          <a:xfrm rot="2880000">
            <a:off x="6737350" y="4570413"/>
            <a:ext cx="458788" cy="6413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lstStyle/>
          <a:p>
            <a:pPr eaLnBrk="0" hangingPunct="0"/>
            <a:r>
              <a:rPr lang="en-US" altLang="zh-CN" sz="3600" dirty="0">
                <a:latin typeface="Bookman Old Style" panose="02050604050505020204" pitchFamily="18" charset="0"/>
                <a:ea typeface="宋体" panose="02010600030101010101" pitchFamily="2" charset="-122"/>
              </a:rPr>
              <a:t>+</a:t>
            </a:r>
          </a:p>
        </p:txBody>
      </p:sp>
      <p:sp>
        <p:nvSpPr>
          <p:cNvPr id="24594" name="Rectangle 17"/>
          <p:cNvSpPr/>
          <p:nvPr/>
        </p:nvSpPr>
        <p:spPr>
          <a:xfrm rot="2880000">
            <a:off x="6732588" y="3827463"/>
            <a:ext cx="457200" cy="6413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lstStyle/>
          <a:p>
            <a:pPr eaLnBrk="0" hangingPunct="0"/>
            <a:r>
              <a:rPr lang="en-US" altLang="zh-CN" sz="3600" dirty="0">
                <a:latin typeface="Bookman Old Style" panose="02050604050505020204" pitchFamily="18" charset="0"/>
                <a:ea typeface="宋体" panose="02010600030101010101" pitchFamily="2" charset="-122"/>
              </a:rPr>
              <a:t>+</a:t>
            </a:r>
          </a:p>
        </p:txBody>
      </p:sp>
      <p:sp>
        <p:nvSpPr>
          <p:cNvPr id="24595" name="Rectangle 18"/>
          <p:cNvSpPr/>
          <p:nvPr/>
        </p:nvSpPr>
        <p:spPr>
          <a:xfrm rot="2880000">
            <a:off x="7397750" y="4573588"/>
            <a:ext cx="458788" cy="6413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lstStyle/>
          <a:p>
            <a:pPr eaLnBrk="0" hangingPunct="0"/>
            <a:r>
              <a:rPr lang="en-US" altLang="zh-CN" sz="3600" dirty="0">
                <a:latin typeface="Bookman Old Style" panose="02050604050505020204" pitchFamily="18" charset="0"/>
                <a:ea typeface="宋体" panose="02010600030101010101" pitchFamily="2" charset="-122"/>
              </a:rPr>
              <a:t>+</a:t>
            </a:r>
          </a:p>
        </p:txBody>
      </p:sp>
      <p:sp>
        <p:nvSpPr>
          <p:cNvPr id="24596" name="Rectangle 19"/>
          <p:cNvSpPr/>
          <p:nvPr/>
        </p:nvSpPr>
        <p:spPr>
          <a:xfrm rot="2880000">
            <a:off x="7392988" y="3830638"/>
            <a:ext cx="457200" cy="6413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lstStyle/>
          <a:p>
            <a:pPr eaLnBrk="0" hangingPunct="0"/>
            <a:r>
              <a:rPr lang="en-US" altLang="zh-CN" sz="3600" dirty="0">
                <a:latin typeface="Bookman Old Style" panose="02050604050505020204" pitchFamily="18" charset="0"/>
                <a:ea typeface="宋体" panose="02010600030101010101" pitchFamily="2" charset="-122"/>
              </a:rPr>
              <a:t>+</a:t>
            </a:r>
          </a:p>
        </p:txBody>
      </p:sp>
      <p:sp>
        <p:nvSpPr>
          <p:cNvPr id="24597" name="Rectangle 20"/>
          <p:cNvSpPr/>
          <p:nvPr/>
        </p:nvSpPr>
        <p:spPr>
          <a:xfrm rot="2880000">
            <a:off x="8012113" y="4564063"/>
            <a:ext cx="457200" cy="6413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lstStyle/>
          <a:p>
            <a:pPr eaLnBrk="0" hangingPunct="0"/>
            <a:r>
              <a:rPr lang="en-US" altLang="zh-CN" sz="3600" dirty="0">
                <a:latin typeface="Bookman Old Style" panose="02050604050505020204" pitchFamily="18" charset="0"/>
                <a:ea typeface="宋体" panose="02010600030101010101" pitchFamily="2" charset="-122"/>
              </a:rPr>
              <a:t>+</a:t>
            </a:r>
          </a:p>
        </p:txBody>
      </p:sp>
      <p:sp>
        <p:nvSpPr>
          <p:cNvPr id="24598" name="Rectangle 21"/>
          <p:cNvSpPr/>
          <p:nvPr/>
        </p:nvSpPr>
        <p:spPr>
          <a:xfrm rot="2880000">
            <a:off x="7956550" y="3119438"/>
            <a:ext cx="458788" cy="6413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lstStyle/>
          <a:p>
            <a:pPr eaLnBrk="0" hangingPunct="0"/>
            <a:r>
              <a:rPr lang="en-US" altLang="zh-CN" sz="3600" dirty="0">
                <a:latin typeface="Bookman Old Style" panose="02050604050505020204" pitchFamily="18" charset="0"/>
                <a:ea typeface="宋体" panose="02010600030101010101" pitchFamily="2" charset="-122"/>
              </a:rPr>
              <a:t>+</a:t>
            </a:r>
          </a:p>
        </p:txBody>
      </p:sp>
      <p:sp>
        <p:nvSpPr>
          <p:cNvPr id="24599" name="Rectangle 22"/>
          <p:cNvSpPr/>
          <p:nvPr/>
        </p:nvSpPr>
        <p:spPr>
          <a:xfrm rot="2880000">
            <a:off x="8007350" y="3821113"/>
            <a:ext cx="458788" cy="6413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lstStyle/>
          <a:p>
            <a:pPr eaLnBrk="0" hangingPunct="0"/>
            <a:r>
              <a:rPr lang="en-US" altLang="zh-CN" sz="3600" dirty="0">
                <a:latin typeface="Bookman Old Style" panose="02050604050505020204" pitchFamily="18" charset="0"/>
                <a:ea typeface="宋体" panose="02010600030101010101" pitchFamily="2" charset="-122"/>
              </a:rPr>
              <a:t>+</a:t>
            </a:r>
          </a:p>
        </p:txBody>
      </p:sp>
      <p:sp>
        <p:nvSpPr>
          <p:cNvPr id="24600" name="Rectangle 23"/>
          <p:cNvSpPr/>
          <p:nvPr/>
        </p:nvSpPr>
        <p:spPr>
          <a:xfrm rot="2880000">
            <a:off x="7350125" y="2427288"/>
            <a:ext cx="458788" cy="6413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lstStyle/>
          <a:p>
            <a:pPr eaLnBrk="0" hangingPunct="0"/>
            <a:r>
              <a:rPr lang="en-US" altLang="zh-CN" sz="3600" dirty="0">
                <a:latin typeface="Bookman Old Style" panose="02050604050505020204" pitchFamily="18" charset="0"/>
                <a:ea typeface="宋体" panose="02010600030101010101" pitchFamily="2" charset="-122"/>
              </a:rPr>
              <a:t>+</a:t>
            </a:r>
          </a:p>
        </p:txBody>
      </p:sp>
      <p:sp>
        <p:nvSpPr>
          <p:cNvPr id="24601" name="Rectangle 24"/>
          <p:cNvSpPr/>
          <p:nvPr/>
        </p:nvSpPr>
        <p:spPr>
          <a:xfrm rot="2880000">
            <a:off x="6723063" y="2405063"/>
            <a:ext cx="457200" cy="6413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lstStyle/>
          <a:p>
            <a:pPr eaLnBrk="0" hangingPunct="0"/>
            <a:r>
              <a:rPr lang="en-US" altLang="zh-CN" sz="3600" dirty="0">
                <a:latin typeface="Bookman Old Style" panose="02050604050505020204" pitchFamily="18" charset="0"/>
                <a:ea typeface="宋体" panose="02010600030101010101" pitchFamily="2" charset="-122"/>
              </a:rPr>
              <a:t>+</a:t>
            </a:r>
          </a:p>
        </p:txBody>
      </p:sp>
      <p:sp>
        <p:nvSpPr>
          <p:cNvPr id="24602" name="Rectangle 25"/>
          <p:cNvSpPr/>
          <p:nvPr/>
        </p:nvSpPr>
        <p:spPr>
          <a:xfrm rot="2880000">
            <a:off x="7442200" y="3154363"/>
            <a:ext cx="458788" cy="6413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lstStyle/>
          <a:p>
            <a:pPr eaLnBrk="0" hangingPunct="0"/>
            <a:r>
              <a:rPr lang="en-US" altLang="zh-CN" sz="3600" dirty="0">
                <a:latin typeface="Bookman Old Style" panose="02050604050505020204" pitchFamily="18" charset="0"/>
                <a:ea typeface="宋体" panose="02010600030101010101" pitchFamily="2" charset="-122"/>
              </a:rPr>
              <a:t>+</a:t>
            </a:r>
          </a:p>
        </p:txBody>
      </p:sp>
      <p:sp>
        <p:nvSpPr>
          <p:cNvPr id="24603" name="Rectangle 26"/>
          <p:cNvSpPr/>
          <p:nvPr/>
        </p:nvSpPr>
        <p:spPr>
          <a:xfrm rot="2880000">
            <a:off x="6724650" y="3122613"/>
            <a:ext cx="458788" cy="6413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lstStyle/>
          <a:p>
            <a:pPr eaLnBrk="0" hangingPunct="0"/>
            <a:r>
              <a:rPr lang="en-US" altLang="zh-CN" sz="3600" dirty="0">
                <a:latin typeface="Bookman Old Style" panose="02050604050505020204" pitchFamily="18" charset="0"/>
                <a:ea typeface="宋体" panose="02010600030101010101" pitchFamily="2" charset="-122"/>
              </a:rPr>
              <a:t>+</a:t>
            </a:r>
          </a:p>
        </p:txBody>
      </p:sp>
      <p:sp>
        <p:nvSpPr>
          <p:cNvPr id="24604" name="Line 27"/>
          <p:cNvSpPr/>
          <p:nvPr/>
        </p:nvSpPr>
        <p:spPr>
          <a:xfrm>
            <a:off x="6472238" y="3811588"/>
            <a:ext cx="1104900" cy="9509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24605" name="Rectangle 28"/>
          <p:cNvSpPr/>
          <p:nvPr/>
        </p:nvSpPr>
        <p:spPr>
          <a:xfrm>
            <a:off x="6454775" y="4108450"/>
            <a:ext cx="504825" cy="6413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lstStyle/>
          <a:p>
            <a:pPr eaLnBrk="0" hangingPunct="0"/>
            <a:r>
              <a:rPr lang="en-US" altLang="zh-CN" sz="3600" i="1" dirty="0">
                <a:solidFill>
                  <a:schemeClr val="tx2"/>
                </a:solidFill>
                <a:latin typeface="Bookman Old Style" panose="02050604050505020204" pitchFamily="18" charset="0"/>
                <a:ea typeface="宋体" panose="02010600030101010101" pitchFamily="2" charset="-122"/>
              </a:rPr>
              <a:t>R</a:t>
            </a:r>
          </a:p>
        </p:txBody>
      </p:sp>
      <p:graphicFrame>
        <p:nvGraphicFramePr>
          <p:cNvPr id="24606" name="Object 29"/>
          <p:cNvGraphicFramePr>
            <a:graphicFrameLocks noChangeAspect="1"/>
          </p:cNvGraphicFramePr>
          <p:nvPr/>
        </p:nvGraphicFramePr>
        <p:xfrm>
          <a:off x="8662988" y="3390900"/>
          <a:ext cx="409575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52400" imgH="228600" progId="Equation.DSMT4">
                  <p:embed/>
                </p:oleObj>
              </mc:Choice>
              <mc:Fallback>
                <p:oleObj r:id="rId3" imgW="152400" imgH="228600" progId="Equation.DSMT4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662988" y="3390900"/>
                        <a:ext cx="409575" cy="569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7" name="Object 30"/>
          <p:cNvGraphicFramePr>
            <a:graphicFrameLocks noChangeAspect="1"/>
          </p:cNvGraphicFramePr>
          <p:nvPr/>
        </p:nvGraphicFramePr>
        <p:xfrm>
          <a:off x="8305800" y="4229100"/>
          <a:ext cx="4587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03200" imgH="241300" progId="Equation.3">
                  <p:embed/>
                </p:oleObj>
              </mc:Choice>
              <mc:Fallback>
                <p:oleObj r:id="rId5" imgW="203200" imgH="241300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305800" y="4229100"/>
                        <a:ext cx="458788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608" name="Group 31"/>
          <p:cNvGrpSpPr/>
          <p:nvPr/>
        </p:nvGrpSpPr>
        <p:grpSpPr>
          <a:xfrm>
            <a:off x="233363" y="790575"/>
            <a:ext cx="7785100" cy="1160463"/>
            <a:chOff x="147" y="498"/>
            <a:chExt cx="4904" cy="731"/>
          </a:xfrm>
        </p:grpSpPr>
        <p:sp>
          <p:nvSpPr>
            <p:cNvPr id="24609" name="Rectangle 32"/>
            <p:cNvSpPr/>
            <p:nvPr/>
          </p:nvSpPr>
          <p:spPr>
            <a:xfrm>
              <a:off x="147" y="498"/>
              <a:ext cx="4904" cy="69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 anchor="t" anchorCtr="0">
              <a:spAutoFit/>
            </a:bodyPr>
            <a:lstStyle/>
            <a:p>
              <a:pPr eaLnBrk="0" hangingPunct="0">
                <a:lnSpc>
                  <a:spcPct val="125000"/>
                </a:lnSpc>
              </a:pPr>
              <a:r>
                <a:rPr lang="zh-CN" altLang="en-US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有一半圆形金属导线在匀强磁场中作切割磁力线运动</a:t>
              </a:r>
            </a:p>
          </p:txBody>
        </p:sp>
        <p:sp>
          <p:nvSpPr>
            <p:cNvPr id="24610" name="Rectangle 33"/>
            <p:cNvSpPr/>
            <p:nvPr/>
          </p:nvSpPr>
          <p:spPr>
            <a:xfrm>
              <a:off x="2719" y="875"/>
              <a:ext cx="19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 anchorCtr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求：动生电动势。</a:t>
              </a:r>
            </a:p>
          </p:txBody>
        </p:sp>
        <p:graphicFrame>
          <p:nvGraphicFramePr>
            <p:cNvPr id="24611" name="Object 34"/>
            <p:cNvGraphicFramePr>
              <a:graphicFrameLocks noChangeAspect="1"/>
            </p:cNvGraphicFramePr>
            <p:nvPr/>
          </p:nvGraphicFramePr>
          <p:xfrm>
            <a:off x="1596" y="849"/>
            <a:ext cx="1123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469900" imgH="228600" progId="Equation.DSMT4">
                    <p:embed/>
                  </p:oleObj>
                </mc:Choice>
                <mc:Fallback>
                  <p:oleObj r:id="rId7" imgW="469900" imgH="228600" progId="Equation.DSMT4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596" y="849"/>
                          <a:ext cx="1123" cy="3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12" name="Text Box 35"/>
            <p:cNvSpPr txBox="1"/>
            <p:nvPr/>
          </p:nvSpPr>
          <p:spPr>
            <a:xfrm>
              <a:off x="697" y="902"/>
              <a:ext cx="85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已知：</a:t>
              </a:r>
            </a:p>
          </p:txBody>
        </p:sp>
      </p:grpSp>
      <p:sp>
        <p:nvSpPr>
          <p:cNvPr id="220196" name="Line 36"/>
          <p:cNvSpPr/>
          <p:nvPr/>
        </p:nvSpPr>
        <p:spPr>
          <a:xfrm>
            <a:off x="6442075" y="2398713"/>
            <a:ext cx="0" cy="281940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round/>
            <a:headEnd type="none" w="med" len="lg"/>
            <a:tailEnd type="none" w="med" len="med"/>
          </a:ln>
        </p:spPr>
      </p:sp>
      <p:graphicFrame>
        <p:nvGraphicFramePr>
          <p:cNvPr id="24614" name="Object 37"/>
          <p:cNvGraphicFramePr>
            <a:graphicFrameLocks noChangeAspect="1"/>
          </p:cNvGraphicFramePr>
          <p:nvPr/>
        </p:nvGraphicFramePr>
        <p:xfrm>
          <a:off x="5983288" y="5143500"/>
          <a:ext cx="48418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52400" imgH="177800" progId="Equation.3">
                  <p:embed/>
                </p:oleObj>
              </mc:Choice>
              <mc:Fallback>
                <p:oleObj r:id="rId9" imgW="152400" imgH="1778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983288" y="5143500"/>
                        <a:ext cx="484187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15" name="Object 38"/>
          <p:cNvGraphicFramePr>
            <a:graphicFrameLocks noChangeAspect="1"/>
          </p:cNvGraphicFramePr>
          <p:nvPr/>
        </p:nvGraphicFramePr>
        <p:xfrm>
          <a:off x="5976938" y="1943100"/>
          <a:ext cx="484187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52400" imgH="228600" progId="Equation.3">
                  <p:embed/>
                </p:oleObj>
              </mc:Choice>
              <mc:Fallback>
                <p:oleObj r:id="rId11" imgW="152400" imgH="228600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976938" y="1943100"/>
                        <a:ext cx="484187" cy="679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199" name="Text Box 39"/>
          <p:cNvSpPr txBox="1"/>
          <p:nvPr/>
        </p:nvSpPr>
        <p:spPr>
          <a:xfrm>
            <a:off x="265113" y="2251075"/>
            <a:ext cx="482600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latin typeface="Elephant" panose="02020904090505020303" pitchFamily="18" charset="0"/>
                <a:ea typeface="楷体_GB2312" pitchFamily="49" charset="-122"/>
              </a:rPr>
              <a:t>作辅助线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ab</a:t>
            </a:r>
            <a:r>
              <a:rPr lang="zh-CN" altLang="en-US" sz="2800" b="1" dirty="0">
                <a:solidFill>
                  <a:srgbClr val="000000"/>
                </a:solidFill>
                <a:latin typeface="Elephant" panose="02020904090505020303" pitchFamily="18" charset="0"/>
                <a:ea typeface="宋体" panose="02010600030101010101" pitchFamily="2" charset="-122"/>
              </a:rPr>
              <a:t>，</a:t>
            </a:r>
            <a:r>
              <a:rPr lang="zh-CN" altLang="en-US" sz="2800" b="1" dirty="0">
                <a:solidFill>
                  <a:srgbClr val="000000"/>
                </a:solidFill>
                <a:latin typeface="Elephant" panose="02020904090505020303" pitchFamily="18" charset="0"/>
                <a:ea typeface="楷体_GB2312" pitchFamily="49" charset="-122"/>
              </a:rPr>
              <a:t>形成闭合回路</a:t>
            </a:r>
            <a:r>
              <a:rPr lang="zh-CN" altLang="en-US" sz="2800" b="1" dirty="0">
                <a:solidFill>
                  <a:srgbClr val="000000"/>
                </a:solidFill>
                <a:latin typeface="Elephant" panose="02020904090505020303" pitchFamily="18" charset="0"/>
                <a:ea typeface="宋体" panose="02010600030101010101" pitchFamily="2" charset="-122"/>
              </a:rPr>
              <a:t>。</a:t>
            </a:r>
          </a:p>
        </p:txBody>
      </p:sp>
      <p:grpSp>
        <p:nvGrpSpPr>
          <p:cNvPr id="5" name="Group 40"/>
          <p:cNvGrpSpPr/>
          <p:nvPr/>
        </p:nvGrpSpPr>
        <p:grpSpPr>
          <a:xfrm>
            <a:off x="515938" y="4724400"/>
            <a:ext cx="2243137" cy="468313"/>
            <a:chOff x="518" y="3574"/>
            <a:chExt cx="1476" cy="319"/>
          </a:xfrm>
        </p:grpSpPr>
        <p:sp>
          <p:nvSpPr>
            <p:cNvPr id="24618" name="Text Box 41"/>
            <p:cNvSpPr txBox="1"/>
            <p:nvPr/>
          </p:nvSpPr>
          <p:spPr>
            <a:xfrm>
              <a:off x="518" y="3580"/>
              <a:ext cx="725" cy="3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0" hangingPunct="0"/>
              <a:r>
                <a:rPr lang="zh-CN" altLang="en-US" b="1" dirty="0">
                  <a:solidFill>
                    <a:srgbClr val="000000"/>
                  </a:solidFill>
                  <a:latin typeface="Elephant" panose="02020904090505020303" pitchFamily="18" charset="0"/>
                  <a:ea typeface="楷体_GB2312" pitchFamily="49" charset="-122"/>
                </a:rPr>
                <a:t>方向：</a:t>
              </a:r>
            </a:p>
          </p:txBody>
        </p:sp>
        <p:graphicFrame>
          <p:nvGraphicFramePr>
            <p:cNvPr id="24619" name="Object 42"/>
            <p:cNvGraphicFramePr>
              <a:graphicFrameLocks noChangeAspect="1"/>
            </p:cNvGraphicFramePr>
            <p:nvPr/>
          </p:nvGraphicFramePr>
          <p:xfrm>
            <a:off x="1203" y="3574"/>
            <a:ext cx="791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508000" imgH="177165" progId="Equation.3">
                    <p:embed/>
                  </p:oleObj>
                </mc:Choice>
                <mc:Fallback>
                  <p:oleObj r:id="rId13" imgW="508000" imgH="177165" progId="Equation.3">
                    <p:embed/>
                    <p:pic>
                      <p:nvPicPr>
                        <p:cNvPr id="0" name="图片 3125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203" y="3574"/>
                          <a:ext cx="791" cy="28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0204" name="Object 44"/>
          <p:cNvGraphicFramePr>
            <a:graphicFrameLocks noChangeAspect="1"/>
          </p:cNvGraphicFramePr>
          <p:nvPr/>
        </p:nvGraphicFramePr>
        <p:xfrm>
          <a:off x="436563" y="2874963"/>
          <a:ext cx="2543175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951865" imgH="279400" progId="Equation.3">
                  <p:embed/>
                </p:oleObj>
              </mc:Choice>
              <mc:Fallback>
                <p:oleObj r:id="rId15" imgW="951865" imgH="2794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36563" y="2874963"/>
                        <a:ext cx="2543175" cy="746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205" name="Object 45"/>
          <p:cNvGraphicFramePr>
            <a:graphicFrameLocks noChangeAspect="1"/>
          </p:cNvGraphicFramePr>
          <p:nvPr/>
        </p:nvGraphicFramePr>
        <p:xfrm>
          <a:off x="584200" y="3881438"/>
          <a:ext cx="2247900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914400" imgH="241300" progId="Equation.3">
                  <p:embed/>
                </p:oleObj>
              </mc:Choice>
              <mc:Fallback>
                <p:oleObj r:id="rId17" imgW="914400" imgH="241300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84200" y="3881438"/>
                        <a:ext cx="2247900" cy="592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622" name="组合 418"/>
          <p:cNvGrpSpPr/>
          <p:nvPr/>
        </p:nvGrpSpPr>
        <p:grpSpPr>
          <a:xfrm>
            <a:off x="277813" y="169863"/>
            <a:ext cx="3379787" cy="496887"/>
            <a:chOff x="709613" y="1452563"/>
            <a:chExt cx="3021315" cy="498475"/>
          </a:xfrm>
        </p:grpSpPr>
        <p:graphicFrame>
          <p:nvGraphicFramePr>
            <p:cNvPr id="24623" name="Object 404"/>
            <p:cNvGraphicFramePr>
              <a:graphicFrameLocks noChangeAspect="1"/>
            </p:cNvGraphicFramePr>
            <p:nvPr/>
          </p:nvGraphicFramePr>
          <p:xfrm>
            <a:off x="709613" y="1452563"/>
            <a:ext cx="1268816" cy="498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9" imgW="494665" imgH="177800" progId="Equation.DSMT4">
                    <p:embed/>
                  </p:oleObj>
                </mc:Choice>
                <mc:Fallback>
                  <p:oleObj r:id="rId19" imgW="494665" imgH="177800" progId="Equation.DSMT4">
                    <p:embed/>
                    <p:pic>
                      <p:nvPicPr>
                        <p:cNvPr id="0" name="图片 3126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709613" y="1452563"/>
                          <a:ext cx="1268816" cy="4984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24" name="矩形 405"/>
            <p:cNvSpPr/>
            <p:nvPr/>
          </p:nvSpPr>
          <p:spPr>
            <a:xfrm>
              <a:off x="1978429" y="1460212"/>
              <a:ext cx="1752499" cy="4621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的应用举例</a:t>
              </a: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0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0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0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99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400"/>
          <p:cNvSpPr>
            <a:spLocks noGrp="1"/>
          </p:cNvSpPr>
          <p:nvPr>
            <p:ph type="title" idx="4294967295"/>
          </p:nvPr>
        </p:nvSpPr>
        <p:spPr>
          <a:xfrm>
            <a:off x="1371600" y="0"/>
            <a:ext cx="7772400" cy="266700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sz="800" dirty="0">
                <a:solidFill>
                  <a:schemeClr val="bg1"/>
                </a:solidFill>
              </a:rPr>
              <a:t>例</a:t>
            </a:r>
          </a:p>
        </p:txBody>
      </p:sp>
      <p:sp>
        <p:nvSpPr>
          <p:cNvPr id="25602" name="Rectangle 29" descr="羊皮纸"/>
          <p:cNvSpPr/>
          <p:nvPr/>
        </p:nvSpPr>
        <p:spPr>
          <a:xfrm>
            <a:off x="0" y="6723063"/>
            <a:ext cx="9144000" cy="128587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5" name="Group 281"/>
          <p:cNvGrpSpPr/>
          <p:nvPr/>
        </p:nvGrpSpPr>
        <p:grpSpPr>
          <a:xfrm>
            <a:off x="352425" y="1689100"/>
            <a:ext cx="3641725" cy="4235450"/>
            <a:chOff x="198" y="1064"/>
            <a:chExt cx="2382" cy="2668"/>
          </a:xfrm>
        </p:grpSpPr>
        <p:sp>
          <p:nvSpPr>
            <p:cNvPr id="25604" name="Rectangle 261"/>
            <p:cNvSpPr/>
            <p:nvPr/>
          </p:nvSpPr>
          <p:spPr>
            <a:xfrm>
              <a:off x="419" y="1064"/>
              <a:ext cx="66" cy="2668"/>
            </a:xfrm>
            <a:prstGeom prst="rect">
              <a:avLst/>
            </a:prstGeom>
            <a:gradFill rotWithShape="0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5605" name="Group 262"/>
            <p:cNvGrpSpPr/>
            <p:nvPr/>
          </p:nvGrpSpPr>
          <p:grpSpPr>
            <a:xfrm>
              <a:off x="198" y="1658"/>
              <a:ext cx="170" cy="617"/>
              <a:chOff x="188" y="1152"/>
              <a:chExt cx="183" cy="655"/>
            </a:xfrm>
          </p:grpSpPr>
          <p:sp>
            <p:nvSpPr>
              <p:cNvPr id="25606" name="Line 263"/>
              <p:cNvSpPr/>
              <p:nvPr/>
            </p:nvSpPr>
            <p:spPr>
              <a:xfrm>
                <a:off x="371" y="1152"/>
                <a:ext cx="0" cy="65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triangle" w="sm" len="lg"/>
                <a:tailEnd type="none" w="med" len="med"/>
              </a:ln>
            </p:spPr>
          </p:sp>
          <p:sp>
            <p:nvSpPr>
              <p:cNvPr id="25607" name="WordArt 264"/>
              <p:cNvSpPr>
                <a:spLocks noTextEdit="1"/>
              </p:cNvSpPr>
              <p:nvPr/>
            </p:nvSpPr>
            <p:spPr>
              <a:xfrm>
                <a:off x="188" y="1455"/>
                <a:ext cx="122" cy="22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3069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</a:t>
                </a:r>
              </a:p>
            </p:txBody>
          </p:sp>
        </p:grpSp>
        <p:grpSp>
          <p:nvGrpSpPr>
            <p:cNvPr id="25608" name="Group 265"/>
            <p:cNvGrpSpPr/>
            <p:nvPr/>
          </p:nvGrpSpPr>
          <p:grpSpPr>
            <a:xfrm>
              <a:off x="270" y="2932"/>
              <a:ext cx="2310" cy="741"/>
              <a:chOff x="270" y="2932"/>
              <a:chExt cx="2310" cy="741"/>
            </a:xfrm>
          </p:grpSpPr>
          <p:sp>
            <p:nvSpPr>
              <p:cNvPr id="25609" name="Line 266"/>
              <p:cNvSpPr/>
              <p:nvPr/>
            </p:nvSpPr>
            <p:spPr>
              <a:xfrm flipH="1">
                <a:off x="1566" y="2932"/>
                <a:ext cx="0" cy="4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10" name="WordArt 267"/>
              <p:cNvSpPr>
                <a:spLocks noTextEdit="1"/>
              </p:cNvSpPr>
              <p:nvPr/>
            </p:nvSpPr>
            <p:spPr>
              <a:xfrm>
                <a:off x="270" y="3004"/>
                <a:ext cx="113" cy="15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25611" name="Line 268"/>
              <p:cNvSpPr/>
              <p:nvPr/>
            </p:nvSpPr>
            <p:spPr>
              <a:xfrm>
                <a:off x="487" y="3090"/>
                <a:ext cx="1959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lg"/>
              </a:ln>
            </p:spPr>
          </p:sp>
          <p:sp>
            <p:nvSpPr>
              <p:cNvPr id="25612" name="WordArt 269"/>
              <p:cNvSpPr>
                <a:spLocks noTextEdit="1"/>
              </p:cNvSpPr>
              <p:nvPr/>
            </p:nvSpPr>
            <p:spPr>
              <a:xfrm>
                <a:off x="2473" y="3014"/>
                <a:ext cx="107" cy="17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47824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</a:t>
                </a:r>
              </a:p>
            </p:txBody>
          </p:sp>
          <p:sp>
            <p:nvSpPr>
              <p:cNvPr id="25613" name="Line 270"/>
              <p:cNvSpPr/>
              <p:nvPr/>
            </p:nvSpPr>
            <p:spPr>
              <a:xfrm>
                <a:off x="771" y="3101"/>
                <a:ext cx="0" cy="36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14" name="Line 271"/>
              <p:cNvSpPr/>
              <p:nvPr/>
            </p:nvSpPr>
            <p:spPr>
              <a:xfrm>
                <a:off x="771" y="3171"/>
                <a:ext cx="77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grpSp>
            <p:nvGrpSpPr>
              <p:cNvPr id="25615" name="Group 272"/>
              <p:cNvGrpSpPr/>
              <p:nvPr/>
            </p:nvGrpSpPr>
            <p:grpSpPr>
              <a:xfrm>
                <a:off x="1023" y="3230"/>
                <a:ext cx="308" cy="180"/>
                <a:chOff x="1907" y="2302"/>
                <a:chExt cx="251" cy="145"/>
              </a:xfrm>
            </p:grpSpPr>
            <p:sp>
              <p:nvSpPr>
                <p:cNvPr id="25616" name="WordArt 273"/>
                <p:cNvSpPr>
                  <a:spLocks noTextEdit="1"/>
                </p:cNvSpPr>
                <p:nvPr/>
              </p:nvSpPr>
              <p:spPr>
                <a:xfrm>
                  <a:off x="1907" y="2319"/>
                  <a:ext cx="127" cy="12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Book Antiqua" panose="02040602050305030304" charset="0"/>
                      <a:ea typeface="Book Antiqua" panose="02040602050305030304" charset="0"/>
                    </a:rPr>
                    <a:t>v</a:t>
                  </a:r>
                </a:p>
              </p:txBody>
            </p:sp>
            <p:sp>
              <p:nvSpPr>
                <p:cNvPr id="25617" name="WordArt 274"/>
                <p:cNvSpPr>
                  <a:spLocks noTextEdit="1"/>
                </p:cNvSpPr>
                <p:nvPr/>
              </p:nvSpPr>
              <p:spPr>
                <a:xfrm>
                  <a:off x="2028" y="2302"/>
                  <a:ext cx="130" cy="14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63157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t</a:t>
                  </a:r>
                </a:p>
              </p:txBody>
            </p:sp>
          </p:grpSp>
          <p:sp>
            <p:nvSpPr>
              <p:cNvPr id="25618" name="WordArt 275"/>
              <p:cNvSpPr>
                <a:spLocks noTextEdit="1"/>
              </p:cNvSpPr>
              <p:nvPr/>
            </p:nvSpPr>
            <p:spPr>
              <a:xfrm>
                <a:off x="614" y="3475"/>
                <a:ext cx="110" cy="18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6281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</a:t>
                </a:r>
              </a:p>
            </p:txBody>
          </p:sp>
          <p:grpSp>
            <p:nvGrpSpPr>
              <p:cNvPr id="25619" name="Group 276"/>
              <p:cNvGrpSpPr/>
              <p:nvPr/>
            </p:nvGrpSpPr>
            <p:grpSpPr>
              <a:xfrm>
                <a:off x="742" y="3548"/>
                <a:ext cx="106" cy="47"/>
                <a:chOff x="1965" y="2328"/>
                <a:chExt cx="301" cy="81"/>
              </a:xfrm>
            </p:grpSpPr>
            <p:sp>
              <p:nvSpPr>
                <p:cNvPr id="25620" name="Line 277"/>
                <p:cNvSpPr/>
                <p:nvPr/>
              </p:nvSpPr>
              <p:spPr>
                <a:xfrm>
                  <a:off x="1965" y="2328"/>
                  <a:ext cx="300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621" name="Line 278"/>
                <p:cNvSpPr/>
                <p:nvPr/>
              </p:nvSpPr>
              <p:spPr>
                <a:xfrm>
                  <a:off x="1966" y="2409"/>
                  <a:ext cx="300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5622" name="WordArt 279"/>
              <p:cNvSpPr>
                <a:spLocks noTextEdit="1"/>
              </p:cNvSpPr>
              <p:nvPr/>
            </p:nvSpPr>
            <p:spPr>
              <a:xfrm>
                <a:off x="903" y="3484"/>
                <a:ext cx="101" cy="18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25623" name="WordArt 280"/>
              <p:cNvSpPr>
                <a:spLocks noTextEdit="1"/>
              </p:cNvSpPr>
              <p:nvPr/>
            </p:nvSpPr>
            <p:spPr>
              <a:xfrm>
                <a:off x="1492" y="3473"/>
                <a:ext cx="110" cy="18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6281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</a:t>
                </a:r>
              </a:p>
            </p:txBody>
          </p:sp>
        </p:grpSp>
      </p:grpSp>
      <p:grpSp>
        <p:nvGrpSpPr>
          <p:cNvPr id="20" name="Group 282"/>
          <p:cNvGrpSpPr/>
          <p:nvPr/>
        </p:nvGrpSpPr>
        <p:grpSpPr>
          <a:xfrm>
            <a:off x="879475" y="1765300"/>
            <a:ext cx="2505075" cy="292100"/>
            <a:chOff x="554" y="1112"/>
            <a:chExt cx="1578" cy="184"/>
          </a:xfrm>
        </p:grpSpPr>
        <p:grpSp>
          <p:nvGrpSpPr>
            <p:cNvPr id="25625" name="Group 283"/>
            <p:cNvGrpSpPr/>
            <p:nvPr/>
          </p:nvGrpSpPr>
          <p:grpSpPr>
            <a:xfrm>
              <a:off x="975" y="1112"/>
              <a:ext cx="193" cy="184"/>
              <a:chOff x="926" y="1112"/>
              <a:chExt cx="193" cy="184"/>
            </a:xfrm>
          </p:grpSpPr>
          <p:sp>
            <p:nvSpPr>
              <p:cNvPr id="25626" name="WordArt 284"/>
              <p:cNvSpPr>
                <a:spLocks noTextEdit="1"/>
              </p:cNvSpPr>
              <p:nvPr/>
            </p:nvSpPr>
            <p:spPr>
              <a:xfrm>
                <a:off x="931" y="1160"/>
                <a:ext cx="138" cy="13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5991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 b="1" i="1">
                    <a:ln w="9525" cap="flat" cmpd="sng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bg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5627" name="Line 285"/>
              <p:cNvSpPr/>
              <p:nvPr/>
            </p:nvSpPr>
            <p:spPr>
              <a:xfrm>
                <a:off x="926" y="1112"/>
                <a:ext cx="193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triangle" w="sm" len="sm"/>
              </a:ln>
            </p:spPr>
          </p:sp>
        </p:grpSp>
        <p:grpSp>
          <p:nvGrpSpPr>
            <p:cNvPr id="25628" name="Group 286"/>
            <p:cNvGrpSpPr/>
            <p:nvPr/>
          </p:nvGrpSpPr>
          <p:grpSpPr>
            <a:xfrm>
              <a:off x="554" y="1162"/>
              <a:ext cx="110" cy="111"/>
              <a:chOff x="1781" y="2282"/>
              <a:chExt cx="577" cy="577"/>
            </a:xfrm>
          </p:grpSpPr>
          <p:sp>
            <p:nvSpPr>
              <p:cNvPr id="25629" name="Line 287"/>
              <p:cNvSpPr/>
              <p:nvPr/>
            </p:nvSpPr>
            <p:spPr>
              <a:xfrm>
                <a:off x="1782" y="2282"/>
                <a:ext cx="576" cy="576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30" name="Line 288"/>
              <p:cNvSpPr/>
              <p:nvPr/>
            </p:nvSpPr>
            <p:spPr>
              <a:xfrm flipH="1">
                <a:off x="1781" y="2282"/>
                <a:ext cx="577" cy="577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5631" name="Group 289"/>
            <p:cNvGrpSpPr/>
            <p:nvPr/>
          </p:nvGrpSpPr>
          <p:grpSpPr>
            <a:xfrm>
              <a:off x="767" y="1157"/>
              <a:ext cx="110" cy="111"/>
              <a:chOff x="1781" y="2282"/>
              <a:chExt cx="577" cy="577"/>
            </a:xfrm>
          </p:grpSpPr>
          <p:sp>
            <p:nvSpPr>
              <p:cNvPr id="25632" name="Line 290"/>
              <p:cNvSpPr/>
              <p:nvPr/>
            </p:nvSpPr>
            <p:spPr>
              <a:xfrm>
                <a:off x="1782" y="2282"/>
                <a:ext cx="576" cy="576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33" name="Line 291"/>
              <p:cNvSpPr/>
              <p:nvPr/>
            </p:nvSpPr>
            <p:spPr>
              <a:xfrm flipH="1">
                <a:off x="1781" y="2282"/>
                <a:ext cx="577" cy="577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5634" name="Group 292"/>
            <p:cNvGrpSpPr/>
            <p:nvPr/>
          </p:nvGrpSpPr>
          <p:grpSpPr>
            <a:xfrm>
              <a:off x="1293" y="1148"/>
              <a:ext cx="110" cy="111"/>
              <a:chOff x="1781" y="2282"/>
              <a:chExt cx="577" cy="577"/>
            </a:xfrm>
          </p:grpSpPr>
          <p:sp>
            <p:nvSpPr>
              <p:cNvPr id="25635" name="Line 293"/>
              <p:cNvSpPr/>
              <p:nvPr/>
            </p:nvSpPr>
            <p:spPr>
              <a:xfrm>
                <a:off x="1782" y="2282"/>
                <a:ext cx="576" cy="576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36" name="Line 294"/>
              <p:cNvSpPr/>
              <p:nvPr/>
            </p:nvSpPr>
            <p:spPr>
              <a:xfrm flipH="1">
                <a:off x="1781" y="2282"/>
                <a:ext cx="577" cy="577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5637" name="Group 295"/>
            <p:cNvGrpSpPr/>
            <p:nvPr/>
          </p:nvGrpSpPr>
          <p:grpSpPr>
            <a:xfrm>
              <a:off x="2022" y="1139"/>
              <a:ext cx="110" cy="111"/>
              <a:chOff x="1781" y="2282"/>
              <a:chExt cx="577" cy="577"/>
            </a:xfrm>
          </p:grpSpPr>
          <p:sp>
            <p:nvSpPr>
              <p:cNvPr id="25638" name="Line 296"/>
              <p:cNvSpPr/>
              <p:nvPr/>
            </p:nvSpPr>
            <p:spPr>
              <a:xfrm>
                <a:off x="1782" y="2282"/>
                <a:ext cx="576" cy="576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39" name="Line 297"/>
              <p:cNvSpPr/>
              <p:nvPr/>
            </p:nvSpPr>
            <p:spPr>
              <a:xfrm flipH="1">
                <a:off x="1781" y="2282"/>
                <a:ext cx="577" cy="577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6" name="Group 381"/>
          <p:cNvGrpSpPr/>
          <p:nvPr/>
        </p:nvGrpSpPr>
        <p:grpSpPr>
          <a:xfrm>
            <a:off x="777875" y="2165350"/>
            <a:ext cx="506413" cy="2544763"/>
            <a:chOff x="490" y="1364"/>
            <a:chExt cx="319" cy="1603"/>
          </a:xfrm>
        </p:grpSpPr>
        <p:sp>
          <p:nvSpPr>
            <p:cNvPr id="25641" name="Rectangle 298"/>
            <p:cNvSpPr/>
            <p:nvPr/>
          </p:nvSpPr>
          <p:spPr>
            <a:xfrm rot="5400000">
              <a:off x="21" y="2067"/>
              <a:ext cx="1491" cy="65"/>
            </a:xfrm>
            <a:prstGeom prst="rect">
              <a:avLst/>
            </a:prstGeom>
            <a:gradFill rotWithShape="0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5642" name="Group 380"/>
            <p:cNvGrpSpPr/>
            <p:nvPr/>
          </p:nvGrpSpPr>
          <p:grpSpPr>
            <a:xfrm>
              <a:off x="490" y="2467"/>
              <a:ext cx="272" cy="500"/>
              <a:chOff x="490" y="2467"/>
              <a:chExt cx="272" cy="500"/>
            </a:xfrm>
          </p:grpSpPr>
          <p:grpSp>
            <p:nvGrpSpPr>
              <p:cNvPr id="25643" name="Group 299"/>
              <p:cNvGrpSpPr/>
              <p:nvPr/>
            </p:nvGrpSpPr>
            <p:grpSpPr>
              <a:xfrm>
                <a:off x="490" y="2682"/>
                <a:ext cx="272" cy="285"/>
                <a:chOff x="490" y="2682"/>
                <a:chExt cx="272" cy="285"/>
              </a:xfrm>
            </p:grpSpPr>
            <p:sp>
              <p:nvSpPr>
                <p:cNvPr id="25644" name="Line 300"/>
                <p:cNvSpPr/>
                <p:nvPr/>
              </p:nvSpPr>
              <p:spPr>
                <a:xfrm>
                  <a:off x="490" y="2682"/>
                  <a:ext cx="272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triangle" w="sm" len="med"/>
                  <a:tailEnd type="triangle" w="sm" len="med"/>
                </a:ln>
              </p:spPr>
            </p:sp>
            <p:grpSp>
              <p:nvGrpSpPr>
                <p:cNvPr id="25645" name="Group 301"/>
                <p:cNvGrpSpPr/>
                <p:nvPr/>
              </p:nvGrpSpPr>
              <p:grpSpPr>
                <a:xfrm>
                  <a:off x="533" y="2762"/>
                  <a:ext cx="149" cy="205"/>
                  <a:chOff x="535" y="1608"/>
                  <a:chExt cx="160" cy="217"/>
                </a:xfrm>
              </p:grpSpPr>
              <p:sp>
                <p:nvSpPr>
                  <p:cNvPr id="25646" name="WordArt 302"/>
                  <p:cNvSpPr>
                    <a:spLocks noTextEdit="1"/>
                  </p:cNvSpPr>
                  <p:nvPr/>
                </p:nvSpPr>
                <p:spPr>
                  <a:xfrm>
                    <a:off x="535" y="1608"/>
                    <a:ext cx="115" cy="185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47824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b="1" i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r</a:t>
                    </a:r>
                  </a:p>
                </p:txBody>
              </p:sp>
              <p:sp>
                <p:nvSpPr>
                  <p:cNvPr id="25647" name="WordArt 303"/>
                  <p:cNvSpPr>
                    <a:spLocks noTextEdit="1"/>
                  </p:cNvSpPr>
                  <p:nvPr/>
                </p:nvSpPr>
                <p:spPr>
                  <a:xfrm>
                    <a:off x="613" y="1728"/>
                    <a:ext cx="82" cy="97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0</a:t>
                    </a:r>
                  </a:p>
                </p:txBody>
              </p:sp>
            </p:grpSp>
          </p:grpSp>
          <p:sp>
            <p:nvSpPr>
              <p:cNvPr id="25648" name="Line 314"/>
              <p:cNvSpPr/>
              <p:nvPr/>
            </p:nvSpPr>
            <p:spPr>
              <a:xfrm flipV="1">
                <a:off x="738" y="2467"/>
                <a:ext cx="0" cy="36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30" name="Group 315"/>
          <p:cNvGrpSpPr/>
          <p:nvPr/>
        </p:nvGrpSpPr>
        <p:grpSpPr>
          <a:xfrm>
            <a:off x="1155700" y="2119313"/>
            <a:ext cx="2387600" cy="2468562"/>
            <a:chOff x="728" y="1335"/>
            <a:chExt cx="1504" cy="1555"/>
          </a:xfrm>
        </p:grpSpPr>
        <p:grpSp>
          <p:nvGrpSpPr>
            <p:cNvPr id="25650" name="Group 316"/>
            <p:cNvGrpSpPr/>
            <p:nvPr/>
          </p:nvGrpSpPr>
          <p:grpSpPr>
            <a:xfrm>
              <a:off x="728" y="1335"/>
              <a:ext cx="883" cy="1555"/>
              <a:chOff x="728" y="1335"/>
              <a:chExt cx="883" cy="1555"/>
            </a:xfrm>
          </p:grpSpPr>
          <p:sp>
            <p:nvSpPr>
              <p:cNvPr id="25651" name="Rectangle 317"/>
              <p:cNvSpPr/>
              <p:nvPr/>
            </p:nvSpPr>
            <p:spPr>
              <a:xfrm>
                <a:off x="728" y="1335"/>
                <a:ext cx="881" cy="1555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52" name="Line 318"/>
              <p:cNvSpPr/>
              <p:nvPr/>
            </p:nvSpPr>
            <p:spPr>
              <a:xfrm rot="5400000" flipV="1">
                <a:off x="806" y="2023"/>
                <a:ext cx="243" cy="2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5653" name="Rectangle 319"/>
              <p:cNvSpPr/>
              <p:nvPr/>
            </p:nvSpPr>
            <p:spPr>
              <a:xfrm rot="5400000">
                <a:off x="823" y="2066"/>
                <a:ext cx="1491" cy="65"/>
              </a:xfrm>
              <a:prstGeom prst="rect">
                <a:avLst/>
              </a:prstGeom>
              <a:gradFill rotWithShape="0">
                <a:gsLst>
                  <a:gs pos="0">
                    <a:srgbClr val="765E00"/>
                  </a:gs>
                  <a:gs pos="50000">
                    <a:srgbClr val="FFCC00"/>
                  </a:gs>
                  <a:gs pos="100000">
                    <a:srgbClr val="765E00"/>
                  </a:gs>
                </a:gsLst>
                <a:lin ang="0" scaled="1"/>
                <a:tileRect/>
              </a:gra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5654" name="Group 320"/>
            <p:cNvGrpSpPr/>
            <p:nvPr/>
          </p:nvGrpSpPr>
          <p:grpSpPr>
            <a:xfrm>
              <a:off x="1269" y="1950"/>
              <a:ext cx="963" cy="222"/>
              <a:chOff x="1270" y="1929"/>
              <a:chExt cx="963" cy="222"/>
            </a:xfrm>
          </p:grpSpPr>
          <p:sp>
            <p:nvSpPr>
              <p:cNvPr id="25655" name="Line 321"/>
              <p:cNvSpPr/>
              <p:nvPr/>
            </p:nvSpPr>
            <p:spPr>
              <a:xfrm rot="5400000" flipV="1">
                <a:off x="1804" y="1821"/>
                <a:ext cx="0" cy="417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25656" name="WordArt 322"/>
              <p:cNvSpPr>
                <a:spLocks noTextEdit="1"/>
              </p:cNvSpPr>
              <p:nvPr/>
            </p:nvSpPr>
            <p:spPr>
              <a:xfrm>
                <a:off x="2071" y="1947"/>
                <a:ext cx="162" cy="20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Book Antiqua" panose="02040602050305030304" charset="0"/>
                    <a:ea typeface="Book Antiqua" panose="02040602050305030304" charset="0"/>
                  </a:rPr>
                  <a:t>v</a:t>
                </a:r>
              </a:p>
            </p:txBody>
          </p:sp>
          <p:sp>
            <p:nvSpPr>
              <p:cNvPr id="25657" name="WordArt 323"/>
              <p:cNvSpPr>
                <a:spLocks noTextEdit="1"/>
              </p:cNvSpPr>
              <p:nvPr/>
            </p:nvSpPr>
            <p:spPr>
              <a:xfrm>
                <a:off x="1270" y="1929"/>
                <a:ext cx="191" cy="19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66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L</a:t>
                </a:r>
              </a:p>
            </p:txBody>
          </p:sp>
        </p:grpSp>
        <p:sp>
          <p:nvSpPr>
            <p:cNvPr id="25658" name="Line 324"/>
            <p:cNvSpPr/>
            <p:nvPr/>
          </p:nvSpPr>
          <p:spPr>
            <a:xfrm flipV="1">
              <a:off x="738" y="2467"/>
              <a:ext cx="0" cy="3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grpSp>
        <p:nvGrpSpPr>
          <p:cNvPr id="5158" name="Group 349"/>
          <p:cNvGrpSpPr/>
          <p:nvPr/>
        </p:nvGrpSpPr>
        <p:grpSpPr>
          <a:xfrm>
            <a:off x="206375" y="1055688"/>
            <a:ext cx="3336925" cy="347662"/>
            <a:chOff x="304" y="718"/>
            <a:chExt cx="2102" cy="219"/>
          </a:xfrm>
        </p:grpSpPr>
        <p:sp>
          <p:nvSpPr>
            <p:cNvPr id="25660" name="WordArt 41"/>
            <p:cNvSpPr>
              <a:spLocks noTextEdit="1"/>
            </p:cNvSpPr>
            <p:nvPr/>
          </p:nvSpPr>
          <p:spPr>
            <a:xfrm>
              <a:off x="607" y="726"/>
              <a:ext cx="121" cy="19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6281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25661" name="WordArt 42"/>
            <p:cNvSpPr>
              <a:spLocks noTextEdit="1"/>
            </p:cNvSpPr>
            <p:nvPr/>
          </p:nvSpPr>
          <p:spPr>
            <a:xfrm>
              <a:off x="304" y="731"/>
              <a:ext cx="1555" cy="19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求   时刻动棒的</a:t>
              </a:r>
            </a:p>
          </p:txBody>
        </p:sp>
        <p:grpSp>
          <p:nvGrpSpPr>
            <p:cNvPr id="25662" name="Group 344"/>
            <p:cNvGrpSpPr/>
            <p:nvPr/>
          </p:nvGrpSpPr>
          <p:grpSpPr>
            <a:xfrm>
              <a:off x="1928" y="718"/>
              <a:ext cx="478" cy="219"/>
              <a:chOff x="2748" y="2940"/>
              <a:chExt cx="559" cy="275"/>
            </a:xfrm>
          </p:grpSpPr>
          <p:sp>
            <p:nvSpPr>
              <p:cNvPr id="25663" name="WordArt 345"/>
              <p:cNvSpPr>
                <a:spLocks noTextEdit="1"/>
              </p:cNvSpPr>
              <p:nvPr/>
            </p:nvSpPr>
            <p:spPr>
              <a:xfrm>
                <a:off x="3024" y="3050"/>
                <a:ext cx="283" cy="16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动生</a:t>
                </a:r>
              </a:p>
            </p:txBody>
          </p:sp>
          <p:grpSp>
            <p:nvGrpSpPr>
              <p:cNvPr id="25664" name="Group 346"/>
              <p:cNvGrpSpPr/>
              <p:nvPr/>
            </p:nvGrpSpPr>
            <p:grpSpPr>
              <a:xfrm>
                <a:off x="2748" y="2940"/>
                <a:ext cx="247" cy="265"/>
                <a:chOff x="1039" y="158"/>
                <a:chExt cx="248" cy="241"/>
              </a:xfrm>
            </p:grpSpPr>
            <p:sp>
              <p:nvSpPr>
                <p:cNvPr id="25665" name="WordArt 347"/>
                <p:cNvSpPr>
                  <a:spLocks noTextEdit="1"/>
                </p:cNvSpPr>
                <p:nvPr/>
              </p:nvSpPr>
              <p:spPr>
                <a:xfrm>
                  <a:off x="1249" y="284"/>
                  <a:ext cx="38" cy="11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i</a:t>
                  </a:r>
                </a:p>
              </p:txBody>
            </p:sp>
            <p:sp>
              <p:nvSpPr>
                <p:cNvPr id="25666" name="Freeform 348"/>
                <p:cNvSpPr/>
                <p:nvPr/>
              </p:nvSpPr>
              <p:spPr>
                <a:xfrm>
                  <a:off x="1039" y="158"/>
                  <a:ext cx="203" cy="238"/>
                </a:xfrm>
                <a:custGeom>
                  <a:avLst/>
                  <a:gdLst/>
                  <a:ahLst/>
                  <a:cxnLst>
                    <a:cxn ang="0">
                      <a:pos x="160" y="33"/>
                    </a:cxn>
                    <a:cxn ang="0">
                      <a:pos x="142" y="45"/>
                    </a:cxn>
                    <a:cxn ang="0">
                      <a:pos x="136" y="58"/>
                    </a:cxn>
                    <a:cxn ang="0">
                      <a:pos x="143" y="76"/>
                    </a:cxn>
                    <a:cxn ang="0">
                      <a:pos x="161" y="78"/>
                    </a:cxn>
                    <a:cxn ang="0">
                      <a:pos x="184" y="69"/>
                    </a:cxn>
                    <a:cxn ang="0">
                      <a:pos x="199" y="52"/>
                    </a:cxn>
                    <a:cxn ang="0">
                      <a:pos x="202" y="34"/>
                    </a:cxn>
                    <a:cxn ang="0">
                      <a:pos x="196" y="16"/>
                    </a:cxn>
                    <a:cxn ang="0">
                      <a:pos x="175" y="4"/>
                    </a:cxn>
                    <a:cxn ang="0">
                      <a:pos x="146" y="1"/>
                    </a:cxn>
                    <a:cxn ang="0">
                      <a:pos x="107" y="13"/>
                    </a:cxn>
                    <a:cxn ang="0">
                      <a:pos x="79" y="34"/>
                    </a:cxn>
                    <a:cxn ang="0">
                      <a:pos x="64" y="61"/>
                    </a:cxn>
                    <a:cxn ang="0">
                      <a:pos x="67" y="85"/>
                    </a:cxn>
                    <a:cxn ang="0">
                      <a:pos x="85" y="99"/>
                    </a:cxn>
                    <a:cxn ang="0">
                      <a:pos x="103" y="99"/>
                    </a:cxn>
                    <a:cxn ang="0">
                      <a:pos x="86" y="97"/>
                    </a:cxn>
                    <a:cxn ang="0">
                      <a:pos x="58" y="105"/>
                    </a:cxn>
                    <a:cxn ang="0">
                      <a:pos x="26" y="124"/>
                    </a:cxn>
                    <a:cxn ang="0">
                      <a:pos x="7" y="145"/>
                    </a:cxn>
                    <a:cxn ang="0">
                      <a:pos x="1" y="168"/>
                    </a:cxn>
                    <a:cxn ang="0">
                      <a:pos x="2" y="192"/>
                    </a:cxn>
                    <a:cxn ang="0">
                      <a:pos x="14" y="214"/>
                    </a:cxn>
                    <a:cxn ang="0">
                      <a:pos x="37" y="231"/>
                    </a:cxn>
                    <a:cxn ang="0">
                      <a:pos x="74" y="238"/>
                    </a:cxn>
                    <a:cxn ang="0">
                      <a:pos x="101" y="234"/>
                    </a:cxn>
                    <a:cxn ang="0">
                      <a:pos x="137" y="217"/>
                    </a:cxn>
                    <a:cxn ang="0">
                      <a:pos x="155" y="202"/>
                    </a:cxn>
                    <a:cxn ang="0">
                      <a:pos x="172" y="177"/>
                    </a:cxn>
                    <a:cxn ang="0">
                      <a:pos x="176" y="160"/>
                    </a:cxn>
                    <a:cxn ang="0">
                      <a:pos x="176" y="147"/>
                    </a:cxn>
                    <a:cxn ang="0">
                      <a:pos x="169" y="133"/>
                    </a:cxn>
                    <a:cxn ang="0">
                      <a:pos x="146" y="126"/>
                    </a:cxn>
                    <a:cxn ang="0">
                      <a:pos x="109" y="132"/>
                    </a:cxn>
                    <a:cxn ang="0">
                      <a:pos x="76" y="151"/>
                    </a:cxn>
                    <a:cxn ang="0">
                      <a:pos x="62" y="169"/>
                    </a:cxn>
                    <a:cxn ang="0">
                      <a:pos x="58" y="186"/>
                    </a:cxn>
                    <a:cxn ang="0">
                      <a:pos x="62" y="207"/>
                    </a:cxn>
                  </a:cxnLst>
                  <a:rect l="0" t="0" r="0" b="0"/>
                  <a:pathLst>
                    <a:path w="203" h="238">
                      <a:moveTo>
                        <a:pt x="160" y="33"/>
                      </a:moveTo>
                      <a:cubicBezTo>
                        <a:pt x="153" y="37"/>
                        <a:pt x="146" y="41"/>
                        <a:pt x="142" y="45"/>
                      </a:cubicBezTo>
                      <a:cubicBezTo>
                        <a:pt x="138" y="49"/>
                        <a:pt x="136" y="53"/>
                        <a:pt x="136" y="58"/>
                      </a:cubicBezTo>
                      <a:cubicBezTo>
                        <a:pt x="136" y="63"/>
                        <a:pt x="139" y="73"/>
                        <a:pt x="143" y="76"/>
                      </a:cubicBezTo>
                      <a:cubicBezTo>
                        <a:pt x="147" y="79"/>
                        <a:pt x="154" y="79"/>
                        <a:pt x="161" y="78"/>
                      </a:cubicBezTo>
                      <a:cubicBezTo>
                        <a:pt x="168" y="77"/>
                        <a:pt x="178" y="73"/>
                        <a:pt x="184" y="69"/>
                      </a:cubicBezTo>
                      <a:cubicBezTo>
                        <a:pt x="190" y="65"/>
                        <a:pt x="196" y="58"/>
                        <a:pt x="199" y="52"/>
                      </a:cubicBezTo>
                      <a:cubicBezTo>
                        <a:pt x="202" y="46"/>
                        <a:pt x="203" y="40"/>
                        <a:pt x="202" y="34"/>
                      </a:cubicBezTo>
                      <a:cubicBezTo>
                        <a:pt x="201" y="28"/>
                        <a:pt x="200" y="21"/>
                        <a:pt x="196" y="16"/>
                      </a:cubicBezTo>
                      <a:cubicBezTo>
                        <a:pt x="192" y="11"/>
                        <a:pt x="183" y="6"/>
                        <a:pt x="175" y="4"/>
                      </a:cubicBezTo>
                      <a:cubicBezTo>
                        <a:pt x="167" y="2"/>
                        <a:pt x="157" y="0"/>
                        <a:pt x="146" y="1"/>
                      </a:cubicBezTo>
                      <a:cubicBezTo>
                        <a:pt x="135" y="2"/>
                        <a:pt x="118" y="8"/>
                        <a:pt x="107" y="13"/>
                      </a:cubicBezTo>
                      <a:cubicBezTo>
                        <a:pt x="96" y="18"/>
                        <a:pt x="86" y="26"/>
                        <a:pt x="79" y="34"/>
                      </a:cubicBezTo>
                      <a:cubicBezTo>
                        <a:pt x="72" y="42"/>
                        <a:pt x="66" y="53"/>
                        <a:pt x="64" y="61"/>
                      </a:cubicBezTo>
                      <a:cubicBezTo>
                        <a:pt x="62" y="69"/>
                        <a:pt x="63" y="79"/>
                        <a:pt x="67" y="85"/>
                      </a:cubicBezTo>
                      <a:cubicBezTo>
                        <a:pt x="71" y="91"/>
                        <a:pt x="79" y="97"/>
                        <a:pt x="85" y="99"/>
                      </a:cubicBezTo>
                      <a:cubicBezTo>
                        <a:pt x="91" y="101"/>
                        <a:pt x="103" y="99"/>
                        <a:pt x="103" y="99"/>
                      </a:cubicBezTo>
                      <a:cubicBezTo>
                        <a:pt x="103" y="99"/>
                        <a:pt x="93" y="96"/>
                        <a:pt x="86" y="97"/>
                      </a:cubicBezTo>
                      <a:cubicBezTo>
                        <a:pt x="79" y="98"/>
                        <a:pt x="68" y="101"/>
                        <a:pt x="58" y="105"/>
                      </a:cubicBezTo>
                      <a:cubicBezTo>
                        <a:pt x="48" y="109"/>
                        <a:pt x="34" y="117"/>
                        <a:pt x="26" y="124"/>
                      </a:cubicBezTo>
                      <a:cubicBezTo>
                        <a:pt x="18" y="131"/>
                        <a:pt x="11" y="138"/>
                        <a:pt x="7" y="145"/>
                      </a:cubicBezTo>
                      <a:cubicBezTo>
                        <a:pt x="3" y="152"/>
                        <a:pt x="2" y="160"/>
                        <a:pt x="1" y="168"/>
                      </a:cubicBezTo>
                      <a:cubicBezTo>
                        <a:pt x="0" y="176"/>
                        <a:pt x="0" y="184"/>
                        <a:pt x="2" y="192"/>
                      </a:cubicBezTo>
                      <a:cubicBezTo>
                        <a:pt x="4" y="200"/>
                        <a:pt x="8" y="208"/>
                        <a:pt x="14" y="214"/>
                      </a:cubicBezTo>
                      <a:cubicBezTo>
                        <a:pt x="20" y="220"/>
                        <a:pt x="27" y="227"/>
                        <a:pt x="37" y="231"/>
                      </a:cubicBezTo>
                      <a:cubicBezTo>
                        <a:pt x="47" y="235"/>
                        <a:pt x="63" y="238"/>
                        <a:pt x="74" y="238"/>
                      </a:cubicBezTo>
                      <a:cubicBezTo>
                        <a:pt x="85" y="238"/>
                        <a:pt x="91" y="237"/>
                        <a:pt x="101" y="234"/>
                      </a:cubicBezTo>
                      <a:cubicBezTo>
                        <a:pt x="111" y="231"/>
                        <a:pt x="128" y="222"/>
                        <a:pt x="137" y="217"/>
                      </a:cubicBezTo>
                      <a:cubicBezTo>
                        <a:pt x="146" y="212"/>
                        <a:pt x="149" y="209"/>
                        <a:pt x="155" y="202"/>
                      </a:cubicBezTo>
                      <a:cubicBezTo>
                        <a:pt x="161" y="195"/>
                        <a:pt x="169" y="184"/>
                        <a:pt x="172" y="177"/>
                      </a:cubicBezTo>
                      <a:cubicBezTo>
                        <a:pt x="175" y="170"/>
                        <a:pt x="175" y="165"/>
                        <a:pt x="176" y="160"/>
                      </a:cubicBezTo>
                      <a:cubicBezTo>
                        <a:pt x="177" y="155"/>
                        <a:pt x="177" y="151"/>
                        <a:pt x="176" y="147"/>
                      </a:cubicBezTo>
                      <a:cubicBezTo>
                        <a:pt x="175" y="143"/>
                        <a:pt x="174" y="136"/>
                        <a:pt x="169" y="133"/>
                      </a:cubicBezTo>
                      <a:cubicBezTo>
                        <a:pt x="164" y="130"/>
                        <a:pt x="156" y="126"/>
                        <a:pt x="146" y="126"/>
                      </a:cubicBezTo>
                      <a:cubicBezTo>
                        <a:pt x="136" y="126"/>
                        <a:pt x="121" y="128"/>
                        <a:pt x="109" y="132"/>
                      </a:cubicBezTo>
                      <a:cubicBezTo>
                        <a:pt x="97" y="136"/>
                        <a:pt x="84" y="145"/>
                        <a:pt x="76" y="151"/>
                      </a:cubicBezTo>
                      <a:cubicBezTo>
                        <a:pt x="68" y="157"/>
                        <a:pt x="65" y="163"/>
                        <a:pt x="62" y="169"/>
                      </a:cubicBezTo>
                      <a:cubicBezTo>
                        <a:pt x="59" y="175"/>
                        <a:pt x="58" y="180"/>
                        <a:pt x="58" y="186"/>
                      </a:cubicBezTo>
                      <a:cubicBezTo>
                        <a:pt x="58" y="192"/>
                        <a:pt x="61" y="204"/>
                        <a:pt x="62" y="207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5171" name="Group 399"/>
          <p:cNvGrpSpPr/>
          <p:nvPr/>
        </p:nvGrpSpPr>
        <p:grpSpPr>
          <a:xfrm>
            <a:off x="2501900" y="2260600"/>
            <a:ext cx="1111250" cy="1828800"/>
            <a:chOff x="1576" y="1424"/>
            <a:chExt cx="700" cy="1152"/>
          </a:xfrm>
        </p:grpSpPr>
        <p:grpSp>
          <p:nvGrpSpPr>
            <p:cNvPr id="25668" name="Group 382"/>
            <p:cNvGrpSpPr/>
            <p:nvPr/>
          </p:nvGrpSpPr>
          <p:grpSpPr>
            <a:xfrm>
              <a:off x="1576" y="1585"/>
              <a:ext cx="700" cy="991"/>
              <a:chOff x="1576" y="1585"/>
              <a:chExt cx="700" cy="991"/>
            </a:xfrm>
          </p:grpSpPr>
          <p:sp>
            <p:nvSpPr>
              <p:cNvPr id="25669" name="WordArt 383"/>
              <p:cNvSpPr>
                <a:spLocks noTextEdit="1"/>
              </p:cNvSpPr>
              <p:nvPr/>
            </p:nvSpPr>
            <p:spPr>
              <a:xfrm>
                <a:off x="1713" y="1598"/>
                <a:ext cx="74" cy="19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</a:p>
            </p:txBody>
          </p:sp>
          <p:sp>
            <p:nvSpPr>
              <p:cNvPr id="25670" name="WordArt 384"/>
              <p:cNvSpPr>
                <a:spLocks noTextEdit="1"/>
              </p:cNvSpPr>
              <p:nvPr/>
            </p:nvSpPr>
            <p:spPr>
              <a:xfrm>
                <a:off x="2202" y="1593"/>
                <a:ext cx="74" cy="1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)</a:t>
                </a:r>
              </a:p>
            </p:txBody>
          </p:sp>
          <p:sp>
            <p:nvSpPr>
              <p:cNvPr id="25671" name="WordArt 385"/>
              <p:cNvSpPr>
                <a:spLocks noTextEdit="1"/>
              </p:cNvSpPr>
              <p:nvPr/>
            </p:nvSpPr>
            <p:spPr>
              <a:xfrm>
                <a:off x="1818" y="1653"/>
                <a:ext cx="92" cy="13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Book Antiqua" panose="02040602050305030304" charset="0"/>
                    <a:ea typeface="Book Antiqua" panose="02040602050305030304" charset="0"/>
                  </a:rPr>
                  <a:t>v</a:t>
                </a:r>
              </a:p>
            </p:txBody>
          </p:sp>
          <p:grpSp>
            <p:nvGrpSpPr>
              <p:cNvPr id="25672" name="Group 386"/>
              <p:cNvGrpSpPr/>
              <p:nvPr/>
            </p:nvGrpSpPr>
            <p:grpSpPr>
              <a:xfrm>
                <a:off x="1948" y="1650"/>
                <a:ext cx="105" cy="125"/>
                <a:chOff x="2592" y="2400"/>
                <a:chExt cx="1344" cy="1296"/>
              </a:xfrm>
            </p:grpSpPr>
            <p:sp>
              <p:nvSpPr>
                <p:cNvPr id="25673" name="Line 387"/>
                <p:cNvSpPr/>
                <p:nvPr/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5674" name="Line 388"/>
                <p:cNvSpPr/>
                <p:nvPr/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5675" name="WordArt 389"/>
              <p:cNvSpPr>
                <a:spLocks noTextEdit="1"/>
              </p:cNvSpPr>
              <p:nvPr/>
            </p:nvSpPr>
            <p:spPr>
              <a:xfrm>
                <a:off x="2062" y="1641"/>
                <a:ext cx="138" cy="13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5991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 b="1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5676" name="Line 390"/>
              <p:cNvSpPr/>
              <p:nvPr/>
            </p:nvSpPr>
            <p:spPr>
              <a:xfrm>
                <a:off x="2057" y="1585"/>
                <a:ext cx="14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sm"/>
              </a:ln>
            </p:spPr>
          </p:sp>
          <p:sp>
            <p:nvSpPr>
              <p:cNvPr id="25677" name="Line 391"/>
              <p:cNvSpPr/>
              <p:nvPr/>
            </p:nvSpPr>
            <p:spPr>
              <a:xfrm>
                <a:off x="1811" y="1599"/>
                <a:ext cx="144" cy="0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sm" len="sm"/>
              </a:ln>
            </p:spPr>
          </p:sp>
          <p:grpSp>
            <p:nvGrpSpPr>
              <p:cNvPr id="25678" name="Group 392"/>
              <p:cNvGrpSpPr/>
              <p:nvPr/>
            </p:nvGrpSpPr>
            <p:grpSpPr>
              <a:xfrm>
                <a:off x="1576" y="2275"/>
                <a:ext cx="304" cy="301"/>
                <a:chOff x="1576" y="2275"/>
                <a:chExt cx="304" cy="301"/>
              </a:xfrm>
            </p:grpSpPr>
            <p:grpSp>
              <p:nvGrpSpPr>
                <p:cNvPr id="25679" name="Group 393"/>
                <p:cNvGrpSpPr/>
                <p:nvPr/>
              </p:nvGrpSpPr>
              <p:grpSpPr>
                <a:xfrm>
                  <a:off x="1689" y="2367"/>
                  <a:ext cx="188" cy="197"/>
                  <a:chOff x="4427" y="1463"/>
                  <a:chExt cx="202" cy="209"/>
                </a:xfrm>
              </p:grpSpPr>
              <p:sp>
                <p:nvSpPr>
                  <p:cNvPr id="25680" name="WordArt 394"/>
                  <p:cNvSpPr>
                    <a:spLocks noTextEdit="1"/>
                  </p:cNvSpPr>
                  <p:nvPr/>
                </p:nvSpPr>
                <p:spPr>
                  <a:xfrm>
                    <a:off x="4556" y="1463"/>
                    <a:ext cx="73" cy="207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49352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b="1" i="1">
                        <a:ln w="9525" cap="flat" cmpd="sng">
                          <a:solidFill>
                            <a:srgbClr val="0066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0066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l</a:t>
                    </a:r>
                  </a:p>
                </p:txBody>
              </p:sp>
              <p:sp>
                <p:nvSpPr>
                  <p:cNvPr id="25681" name="WordArt 395"/>
                  <p:cNvSpPr>
                    <a:spLocks noTextEdit="1"/>
                  </p:cNvSpPr>
                  <p:nvPr/>
                </p:nvSpPr>
                <p:spPr>
                  <a:xfrm>
                    <a:off x="4427" y="1478"/>
                    <a:ext cx="108" cy="194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b="1">
                        <a:ln w="9525" cap="flat" cmpd="sng">
                          <a:solidFill>
                            <a:srgbClr val="0066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00660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d</a:t>
                    </a:r>
                  </a:p>
                </p:txBody>
              </p:sp>
            </p:grpSp>
            <p:sp>
              <p:nvSpPr>
                <p:cNvPr id="25682" name="Line 396"/>
                <p:cNvSpPr/>
                <p:nvPr/>
              </p:nvSpPr>
              <p:spPr>
                <a:xfrm flipV="1">
                  <a:off x="1576" y="2275"/>
                  <a:ext cx="0" cy="301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lg"/>
                </a:ln>
              </p:spPr>
            </p:sp>
            <p:sp>
              <p:nvSpPr>
                <p:cNvPr id="25683" name="Line 397"/>
                <p:cNvSpPr/>
                <p:nvPr/>
              </p:nvSpPr>
              <p:spPr>
                <a:xfrm>
                  <a:off x="1695" y="2315"/>
                  <a:ext cx="185" cy="0"/>
                </a:xfrm>
                <a:prstGeom prst="line">
                  <a:avLst/>
                </a:prstGeom>
                <a:ln w="12700" cap="flat" cmpd="sng">
                  <a:solidFill>
                    <a:srgbClr val="0066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</p:grpSp>
        <p:sp>
          <p:nvSpPr>
            <p:cNvPr id="25684" name="Line 398"/>
            <p:cNvSpPr/>
            <p:nvPr/>
          </p:nvSpPr>
          <p:spPr>
            <a:xfrm flipH="1" flipV="1">
              <a:off x="1653" y="1424"/>
              <a:ext cx="2" cy="543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</p:grpSp>
      <p:graphicFrame>
        <p:nvGraphicFramePr>
          <p:cNvPr id="245811" name="Object 51"/>
          <p:cNvGraphicFramePr>
            <a:graphicFrameLocks noChangeAspect="1"/>
          </p:cNvGraphicFramePr>
          <p:nvPr/>
        </p:nvGraphicFramePr>
        <p:xfrm>
          <a:off x="4879975" y="2330450"/>
          <a:ext cx="146367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33400" imgH="177165" progId="Equation.DSMT4">
                  <p:embed/>
                </p:oleObj>
              </mc:Choice>
              <mc:Fallback>
                <p:oleObj r:id="rId3" imgW="533400" imgH="177165" progId="Equation.DSMT4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79975" y="2330450"/>
                        <a:ext cx="1463675" cy="519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686" name="组合 418"/>
          <p:cNvGrpSpPr/>
          <p:nvPr/>
        </p:nvGrpSpPr>
        <p:grpSpPr>
          <a:xfrm>
            <a:off x="250825" y="266700"/>
            <a:ext cx="3386138" cy="498475"/>
            <a:chOff x="709613" y="1452563"/>
            <a:chExt cx="3385185" cy="498475"/>
          </a:xfrm>
        </p:grpSpPr>
        <p:graphicFrame>
          <p:nvGraphicFramePr>
            <p:cNvPr id="25687" name="Object 404"/>
            <p:cNvGraphicFramePr>
              <a:graphicFrameLocks noChangeAspect="1"/>
            </p:cNvGraphicFramePr>
            <p:nvPr/>
          </p:nvGraphicFramePr>
          <p:xfrm>
            <a:off x="709613" y="1452563"/>
            <a:ext cx="1385887" cy="498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494665" imgH="177800" progId="Equation.DSMT4">
                    <p:embed/>
                  </p:oleObj>
                </mc:Choice>
                <mc:Fallback>
                  <p:oleObj r:id="rId5" imgW="494665" imgH="177800" progId="Equation.DSMT4">
                    <p:embed/>
                    <p:pic>
                      <p:nvPicPr>
                        <p:cNvPr id="0" name="图片 312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09613" y="1452563"/>
                          <a:ext cx="1385887" cy="4984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88" name="矩形 405"/>
            <p:cNvSpPr/>
            <p:nvPr/>
          </p:nvSpPr>
          <p:spPr>
            <a:xfrm>
              <a:off x="2071688" y="1452563"/>
              <a:ext cx="2023110" cy="4603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的应用举例</a:t>
              </a:r>
              <a:r>
                <a:rPr lang="en-US" altLang="zh-CN" sz="24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</a:p>
          </p:txBody>
        </p:sp>
      </p:grpSp>
      <p:graphicFrame>
        <p:nvGraphicFramePr>
          <p:cNvPr id="3" name="Object 51"/>
          <p:cNvGraphicFramePr>
            <a:graphicFrameLocks noChangeAspect="1"/>
          </p:cNvGraphicFramePr>
          <p:nvPr/>
        </p:nvGraphicFramePr>
        <p:xfrm>
          <a:off x="4879975" y="946150"/>
          <a:ext cx="2195513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990600" imgH="444500" progId="Equation.DSMT4">
                  <p:embed/>
                </p:oleObj>
              </mc:Choice>
              <mc:Fallback>
                <p:oleObj r:id="rId7" imgW="990600" imgH="444500" progId="Equation.DSMT4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79975" y="946150"/>
                        <a:ext cx="2195513" cy="1052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1"/>
          <p:cNvGraphicFramePr>
            <a:graphicFrameLocks noChangeAspect="1"/>
          </p:cNvGraphicFramePr>
          <p:nvPr/>
        </p:nvGraphicFramePr>
        <p:xfrm>
          <a:off x="5051425" y="3205163"/>
          <a:ext cx="2308225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041400" imgH="444500" progId="Equation.DSMT4">
                  <p:embed/>
                </p:oleObj>
              </mc:Choice>
              <mc:Fallback>
                <p:oleObj r:id="rId9" imgW="1041400" imgH="444500" progId="Equation.DSMT4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51425" y="3205163"/>
                        <a:ext cx="2308225" cy="1052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4879975" y="4768850"/>
            <a:ext cx="1712913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上端电势高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45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5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633"/>
          <p:cNvSpPr>
            <a:spLocks noGrp="1"/>
          </p:cNvSpPr>
          <p:nvPr>
            <p:ph type="title" idx="4294967295"/>
          </p:nvPr>
        </p:nvSpPr>
        <p:spPr>
          <a:xfrm>
            <a:off x="1371600" y="0"/>
            <a:ext cx="7772400" cy="265113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sz="800" dirty="0">
                <a:solidFill>
                  <a:schemeClr val="bg1"/>
                </a:solidFill>
              </a:rPr>
              <a:t>例</a:t>
            </a:r>
          </a:p>
        </p:txBody>
      </p:sp>
      <p:sp>
        <p:nvSpPr>
          <p:cNvPr id="26626" name="Rectangle 632" descr="羊皮纸"/>
          <p:cNvSpPr/>
          <p:nvPr/>
        </p:nvSpPr>
        <p:spPr>
          <a:xfrm>
            <a:off x="0" y="6723063"/>
            <a:ext cx="9144000" cy="128587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726"/>
          <p:cNvGrpSpPr/>
          <p:nvPr/>
        </p:nvGrpSpPr>
        <p:grpSpPr>
          <a:xfrm>
            <a:off x="1216025" y="4598988"/>
            <a:ext cx="776288" cy="1092200"/>
            <a:chOff x="774" y="2710"/>
            <a:chExt cx="489" cy="688"/>
          </a:xfrm>
        </p:grpSpPr>
        <p:sp>
          <p:nvSpPr>
            <p:cNvPr id="26628" name="Line 640"/>
            <p:cNvSpPr/>
            <p:nvPr/>
          </p:nvSpPr>
          <p:spPr>
            <a:xfrm flipH="1">
              <a:off x="1263" y="2710"/>
              <a:ext cx="0" cy="4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6629" name="Line 645"/>
            <p:cNvSpPr/>
            <p:nvPr/>
          </p:nvSpPr>
          <p:spPr>
            <a:xfrm flipV="1">
              <a:off x="774" y="3171"/>
              <a:ext cx="47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pSp>
          <p:nvGrpSpPr>
            <p:cNvPr id="26630" name="Group 646"/>
            <p:cNvGrpSpPr/>
            <p:nvPr/>
          </p:nvGrpSpPr>
          <p:grpSpPr>
            <a:xfrm>
              <a:off x="878" y="3248"/>
              <a:ext cx="255" cy="150"/>
              <a:chOff x="1907" y="2302"/>
              <a:chExt cx="251" cy="145"/>
            </a:xfrm>
          </p:grpSpPr>
          <p:sp>
            <p:nvSpPr>
              <p:cNvPr id="26631" name="WordArt 647"/>
              <p:cNvSpPr>
                <a:spLocks noTextEdit="1"/>
              </p:cNvSpPr>
              <p:nvPr/>
            </p:nvSpPr>
            <p:spPr>
              <a:xfrm>
                <a:off x="1907" y="2319"/>
                <a:ext cx="127" cy="1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Book Antiqua" panose="02040602050305030304" charset="0"/>
                    <a:ea typeface="Book Antiqua" panose="02040602050305030304" charset="0"/>
                  </a:rPr>
                  <a:t>v</a:t>
                </a:r>
              </a:p>
            </p:txBody>
          </p:sp>
          <p:sp>
            <p:nvSpPr>
              <p:cNvPr id="26632" name="WordArt 648"/>
              <p:cNvSpPr>
                <a:spLocks noTextEdit="1"/>
              </p:cNvSpPr>
              <p:nvPr/>
            </p:nvSpPr>
            <p:spPr>
              <a:xfrm>
                <a:off x="2028" y="2302"/>
                <a:ext cx="130" cy="14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63157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</a:t>
                </a:r>
              </a:p>
            </p:txBody>
          </p:sp>
        </p:grpSp>
      </p:grpSp>
      <p:grpSp>
        <p:nvGrpSpPr>
          <p:cNvPr id="4" name="Group 679"/>
          <p:cNvGrpSpPr/>
          <p:nvPr/>
        </p:nvGrpSpPr>
        <p:grpSpPr>
          <a:xfrm>
            <a:off x="1209675" y="2435225"/>
            <a:ext cx="1276350" cy="2163763"/>
            <a:chOff x="770" y="1347"/>
            <a:chExt cx="804" cy="1363"/>
          </a:xfrm>
        </p:grpSpPr>
        <p:sp>
          <p:nvSpPr>
            <p:cNvPr id="26634" name="Rectangle 678"/>
            <p:cNvSpPr/>
            <p:nvPr/>
          </p:nvSpPr>
          <p:spPr>
            <a:xfrm>
              <a:off x="797" y="1368"/>
              <a:ext cx="753" cy="1318"/>
            </a:xfrm>
            <a:prstGeom prst="rect">
              <a:avLst/>
            </a:prstGeom>
            <a:noFill/>
            <a:ln w="76200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35" name="Rectangle 676"/>
            <p:cNvSpPr/>
            <p:nvPr/>
          </p:nvSpPr>
          <p:spPr>
            <a:xfrm>
              <a:off x="770" y="1347"/>
              <a:ext cx="804" cy="1363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36" name="Rectangle 677"/>
            <p:cNvSpPr/>
            <p:nvPr/>
          </p:nvSpPr>
          <p:spPr>
            <a:xfrm>
              <a:off x="812" y="1386"/>
              <a:ext cx="720" cy="1282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728"/>
          <p:cNvGrpSpPr/>
          <p:nvPr/>
        </p:nvGrpSpPr>
        <p:grpSpPr>
          <a:xfrm>
            <a:off x="781050" y="5202238"/>
            <a:ext cx="2995613" cy="392112"/>
            <a:chOff x="500" y="3090"/>
            <a:chExt cx="1887" cy="247"/>
          </a:xfrm>
        </p:grpSpPr>
        <p:sp>
          <p:nvSpPr>
            <p:cNvPr id="26638" name="Line 642"/>
            <p:cNvSpPr/>
            <p:nvPr/>
          </p:nvSpPr>
          <p:spPr>
            <a:xfrm>
              <a:off x="500" y="3090"/>
              <a:ext cx="188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</p:sp>
        <p:sp>
          <p:nvSpPr>
            <p:cNvPr id="26639" name="WordArt 719"/>
            <p:cNvSpPr>
              <a:spLocks noTextEdit="1"/>
            </p:cNvSpPr>
            <p:nvPr/>
          </p:nvSpPr>
          <p:spPr>
            <a:xfrm>
              <a:off x="2188" y="3185"/>
              <a:ext cx="160" cy="15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x</a:t>
              </a:r>
            </a:p>
          </p:txBody>
        </p:sp>
      </p:grpSp>
      <p:sp>
        <p:nvSpPr>
          <p:cNvPr id="12295" name="WordArt 744"/>
          <p:cNvSpPr>
            <a:spLocks noTextEdit="1"/>
          </p:cNvSpPr>
          <p:nvPr/>
        </p:nvSpPr>
        <p:spPr>
          <a:xfrm rot="5400000">
            <a:off x="93663" y="4273550"/>
            <a:ext cx="727075" cy="250825"/>
          </a:xfrm>
          <a:prstGeom prst="rect">
            <a:avLst/>
          </a:prstGeom>
        </p:spPr>
        <p:txBody>
          <a:bodyPr vert="eaVert"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 b="1"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恒定</a:t>
            </a:r>
          </a:p>
        </p:txBody>
      </p:sp>
      <p:grpSp>
        <p:nvGrpSpPr>
          <p:cNvPr id="6" name="Group 1229"/>
          <p:cNvGrpSpPr/>
          <p:nvPr/>
        </p:nvGrpSpPr>
        <p:grpSpPr>
          <a:xfrm>
            <a:off x="381000" y="1243013"/>
            <a:ext cx="3438525" cy="360362"/>
            <a:chOff x="240" y="783"/>
            <a:chExt cx="2166" cy="227"/>
          </a:xfrm>
        </p:grpSpPr>
        <p:sp>
          <p:nvSpPr>
            <p:cNvPr id="26642" name="WordArt 746"/>
            <p:cNvSpPr>
              <a:spLocks noTextEdit="1"/>
            </p:cNvSpPr>
            <p:nvPr/>
          </p:nvSpPr>
          <p:spPr>
            <a:xfrm>
              <a:off x="543" y="791"/>
              <a:ext cx="121" cy="19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6281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26643" name="WordArt 747"/>
            <p:cNvSpPr>
              <a:spLocks noTextEdit="1"/>
            </p:cNvSpPr>
            <p:nvPr/>
          </p:nvSpPr>
          <p:spPr>
            <a:xfrm>
              <a:off x="240" y="796"/>
              <a:ext cx="1555" cy="19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求   时刻回路中的</a:t>
              </a:r>
            </a:p>
          </p:txBody>
        </p:sp>
        <p:grpSp>
          <p:nvGrpSpPr>
            <p:cNvPr id="26644" name="Group 1163"/>
            <p:cNvGrpSpPr/>
            <p:nvPr/>
          </p:nvGrpSpPr>
          <p:grpSpPr>
            <a:xfrm>
              <a:off x="1864" y="783"/>
              <a:ext cx="542" cy="227"/>
              <a:chOff x="1864" y="783"/>
              <a:chExt cx="542" cy="227"/>
            </a:xfrm>
          </p:grpSpPr>
          <p:sp>
            <p:nvSpPr>
              <p:cNvPr id="26645" name="WordArt 749"/>
              <p:cNvSpPr>
                <a:spLocks noTextEdit="1"/>
              </p:cNvSpPr>
              <p:nvPr/>
            </p:nvSpPr>
            <p:spPr>
              <a:xfrm>
                <a:off x="2124" y="879"/>
                <a:ext cx="282" cy="13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动生总</a:t>
                </a:r>
              </a:p>
            </p:txBody>
          </p:sp>
          <p:grpSp>
            <p:nvGrpSpPr>
              <p:cNvPr id="26646" name="Group 750"/>
              <p:cNvGrpSpPr/>
              <p:nvPr/>
            </p:nvGrpSpPr>
            <p:grpSpPr>
              <a:xfrm>
                <a:off x="1864" y="783"/>
                <a:ext cx="211" cy="211"/>
                <a:chOff x="1039" y="158"/>
                <a:chExt cx="248" cy="241"/>
              </a:xfrm>
            </p:grpSpPr>
            <p:sp>
              <p:nvSpPr>
                <p:cNvPr id="26647" name="WordArt 751"/>
                <p:cNvSpPr>
                  <a:spLocks noTextEdit="1"/>
                </p:cNvSpPr>
                <p:nvPr/>
              </p:nvSpPr>
              <p:spPr>
                <a:xfrm>
                  <a:off x="1249" y="284"/>
                  <a:ext cx="38" cy="11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i</a:t>
                  </a:r>
                </a:p>
              </p:txBody>
            </p:sp>
            <p:sp>
              <p:nvSpPr>
                <p:cNvPr id="26648" name="Freeform 752"/>
                <p:cNvSpPr/>
                <p:nvPr/>
              </p:nvSpPr>
              <p:spPr>
                <a:xfrm>
                  <a:off x="1039" y="158"/>
                  <a:ext cx="203" cy="238"/>
                </a:xfrm>
                <a:custGeom>
                  <a:avLst/>
                  <a:gdLst/>
                  <a:ahLst/>
                  <a:cxnLst>
                    <a:cxn ang="0">
                      <a:pos x="160" y="33"/>
                    </a:cxn>
                    <a:cxn ang="0">
                      <a:pos x="142" y="45"/>
                    </a:cxn>
                    <a:cxn ang="0">
                      <a:pos x="136" y="58"/>
                    </a:cxn>
                    <a:cxn ang="0">
                      <a:pos x="143" y="76"/>
                    </a:cxn>
                    <a:cxn ang="0">
                      <a:pos x="161" y="78"/>
                    </a:cxn>
                    <a:cxn ang="0">
                      <a:pos x="184" y="69"/>
                    </a:cxn>
                    <a:cxn ang="0">
                      <a:pos x="199" y="52"/>
                    </a:cxn>
                    <a:cxn ang="0">
                      <a:pos x="202" y="34"/>
                    </a:cxn>
                    <a:cxn ang="0">
                      <a:pos x="196" y="16"/>
                    </a:cxn>
                    <a:cxn ang="0">
                      <a:pos x="175" y="4"/>
                    </a:cxn>
                    <a:cxn ang="0">
                      <a:pos x="146" y="1"/>
                    </a:cxn>
                    <a:cxn ang="0">
                      <a:pos x="107" y="13"/>
                    </a:cxn>
                    <a:cxn ang="0">
                      <a:pos x="79" y="34"/>
                    </a:cxn>
                    <a:cxn ang="0">
                      <a:pos x="64" y="61"/>
                    </a:cxn>
                    <a:cxn ang="0">
                      <a:pos x="67" y="85"/>
                    </a:cxn>
                    <a:cxn ang="0">
                      <a:pos x="85" y="99"/>
                    </a:cxn>
                    <a:cxn ang="0">
                      <a:pos x="103" y="99"/>
                    </a:cxn>
                    <a:cxn ang="0">
                      <a:pos x="86" y="97"/>
                    </a:cxn>
                    <a:cxn ang="0">
                      <a:pos x="58" y="105"/>
                    </a:cxn>
                    <a:cxn ang="0">
                      <a:pos x="26" y="124"/>
                    </a:cxn>
                    <a:cxn ang="0">
                      <a:pos x="7" y="145"/>
                    </a:cxn>
                    <a:cxn ang="0">
                      <a:pos x="1" y="168"/>
                    </a:cxn>
                    <a:cxn ang="0">
                      <a:pos x="2" y="192"/>
                    </a:cxn>
                    <a:cxn ang="0">
                      <a:pos x="14" y="214"/>
                    </a:cxn>
                    <a:cxn ang="0">
                      <a:pos x="37" y="231"/>
                    </a:cxn>
                    <a:cxn ang="0">
                      <a:pos x="74" y="238"/>
                    </a:cxn>
                    <a:cxn ang="0">
                      <a:pos x="101" y="234"/>
                    </a:cxn>
                    <a:cxn ang="0">
                      <a:pos x="137" y="217"/>
                    </a:cxn>
                    <a:cxn ang="0">
                      <a:pos x="155" y="202"/>
                    </a:cxn>
                    <a:cxn ang="0">
                      <a:pos x="172" y="177"/>
                    </a:cxn>
                    <a:cxn ang="0">
                      <a:pos x="176" y="160"/>
                    </a:cxn>
                    <a:cxn ang="0">
                      <a:pos x="176" y="147"/>
                    </a:cxn>
                    <a:cxn ang="0">
                      <a:pos x="169" y="133"/>
                    </a:cxn>
                    <a:cxn ang="0">
                      <a:pos x="146" y="126"/>
                    </a:cxn>
                    <a:cxn ang="0">
                      <a:pos x="109" y="132"/>
                    </a:cxn>
                    <a:cxn ang="0">
                      <a:pos x="76" y="151"/>
                    </a:cxn>
                    <a:cxn ang="0">
                      <a:pos x="62" y="169"/>
                    </a:cxn>
                    <a:cxn ang="0">
                      <a:pos x="58" y="186"/>
                    </a:cxn>
                    <a:cxn ang="0">
                      <a:pos x="62" y="207"/>
                    </a:cxn>
                  </a:cxnLst>
                  <a:rect l="0" t="0" r="0" b="0"/>
                  <a:pathLst>
                    <a:path w="203" h="238">
                      <a:moveTo>
                        <a:pt x="160" y="33"/>
                      </a:moveTo>
                      <a:cubicBezTo>
                        <a:pt x="153" y="37"/>
                        <a:pt x="146" y="41"/>
                        <a:pt x="142" y="45"/>
                      </a:cubicBezTo>
                      <a:cubicBezTo>
                        <a:pt x="138" y="49"/>
                        <a:pt x="136" y="53"/>
                        <a:pt x="136" y="58"/>
                      </a:cubicBezTo>
                      <a:cubicBezTo>
                        <a:pt x="136" y="63"/>
                        <a:pt x="139" y="73"/>
                        <a:pt x="143" y="76"/>
                      </a:cubicBezTo>
                      <a:cubicBezTo>
                        <a:pt x="147" y="79"/>
                        <a:pt x="154" y="79"/>
                        <a:pt x="161" y="78"/>
                      </a:cubicBezTo>
                      <a:cubicBezTo>
                        <a:pt x="168" y="77"/>
                        <a:pt x="178" y="73"/>
                        <a:pt x="184" y="69"/>
                      </a:cubicBezTo>
                      <a:cubicBezTo>
                        <a:pt x="190" y="65"/>
                        <a:pt x="196" y="58"/>
                        <a:pt x="199" y="52"/>
                      </a:cubicBezTo>
                      <a:cubicBezTo>
                        <a:pt x="202" y="46"/>
                        <a:pt x="203" y="40"/>
                        <a:pt x="202" y="34"/>
                      </a:cubicBezTo>
                      <a:cubicBezTo>
                        <a:pt x="201" y="28"/>
                        <a:pt x="200" y="21"/>
                        <a:pt x="196" y="16"/>
                      </a:cubicBezTo>
                      <a:cubicBezTo>
                        <a:pt x="192" y="11"/>
                        <a:pt x="183" y="6"/>
                        <a:pt x="175" y="4"/>
                      </a:cubicBezTo>
                      <a:cubicBezTo>
                        <a:pt x="167" y="2"/>
                        <a:pt x="157" y="0"/>
                        <a:pt x="146" y="1"/>
                      </a:cubicBezTo>
                      <a:cubicBezTo>
                        <a:pt x="135" y="2"/>
                        <a:pt x="118" y="8"/>
                        <a:pt x="107" y="13"/>
                      </a:cubicBezTo>
                      <a:cubicBezTo>
                        <a:pt x="96" y="18"/>
                        <a:pt x="86" y="26"/>
                        <a:pt x="79" y="34"/>
                      </a:cubicBezTo>
                      <a:cubicBezTo>
                        <a:pt x="72" y="42"/>
                        <a:pt x="66" y="53"/>
                        <a:pt x="64" y="61"/>
                      </a:cubicBezTo>
                      <a:cubicBezTo>
                        <a:pt x="62" y="69"/>
                        <a:pt x="63" y="79"/>
                        <a:pt x="67" y="85"/>
                      </a:cubicBezTo>
                      <a:cubicBezTo>
                        <a:pt x="71" y="91"/>
                        <a:pt x="79" y="97"/>
                        <a:pt x="85" y="99"/>
                      </a:cubicBezTo>
                      <a:cubicBezTo>
                        <a:pt x="91" y="101"/>
                        <a:pt x="103" y="99"/>
                        <a:pt x="103" y="99"/>
                      </a:cubicBezTo>
                      <a:cubicBezTo>
                        <a:pt x="103" y="99"/>
                        <a:pt x="93" y="96"/>
                        <a:pt x="86" y="97"/>
                      </a:cubicBezTo>
                      <a:cubicBezTo>
                        <a:pt x="79" y="98"/>
                        <a:pt x="68" y="101"/>
                        <a:pt x="58" y="105"/>
                      </a:cubicBezTo>
                      <a:cubicBezTo>
                        <a:pt x="48" y="109"/>
                        <a:pt x="34" y="117"/>
                        <a:pt x="26" y="124"/>
                      </a:cubicBezTo>
                      <a:cubicBezTo>
                        <a:pt x="18" y="131"/>
                        <a:pt x="11" y="138"/>
                        <a:pt x="7" y="145"/>
                      </a:cubicBezTo>
                      <a:cubicBezTo>
                        <a:pt x="3" y="152"/>
                        <a:pt x="2" y="160"/>
                        <a:pt x="1" y="168"/>
                      </a:cubicBezTo>
                      <a:cubicBezTo>
                        <a:pt x="0" y="176"/>
                        <a:pt x="0" y="184"/>
                        <a:pt x="2" y="192"/>
                      </a:cubicBezTo>
                      <a:cubicBezTo>
                        <a:pt x="4" y="200"/>
                        <a:pt x="8" y="208"/>
                        <a:pt x="14" y="214"/>
                      </a:cubicBezTo>
                      <a:cubicBezTo>
                        <a:pt x="20" y="220"/>
                        <a:pt x="27" y="227"/>
                        <a:pt x="37" y="231"/>
                      </a:cubicBezTo>
                      <a:cubicBezTo>
                        <a:pt x="47" y="235"/>
                        <a:pt x="63" y="238"/>
                        <a:pt x="74" y="238"/>
                      </a:cubicBezTo>
                      <a:cubicBezTo>
                        <a:pt x="85" y="238"/>
                        <a:pt x="91" y="237"/>
                        <a:pt x="101" y="234"/>
                      </a:cubicBezTo>
                      <a:cubicBezTo>
                        <a:pt x="111" y="231"/>
                        <a:pt x="128" y="222"/>
                        <a:pt x="137" y="217"/>
                      </a:cubicBezTo>
                      <a:cubicBezTo>
                        <a:pt x="146" y="212"/>
                        <a:pt x="149" y="209"/>
                        <a:pt x="155" y="202"/>
                      </a:cubicBezTo>
                      <a:cubicBezTo>
                        <a:pt x="161" y="195"/>
                        <a:pt x="169" y="184"/>
                        <a:pt x="172" y="177"/>
                      </a:cubicBezTo>
                      <a:cubicBezTo>
                        <a:pt x="175" y="170"/>
                        <a:pt x="175" y="165"/>
                        <a:pt x="176" y="160"/>
                      </a:cubicBezTo>
                      <a:cubicBezTo>
                        <a:pt x="177" y="155"/>
                        <a:pt x="177" y="151"/>
                        <a:pt x="176" y="147"/>
                      </a:cubicBezTo>
                      <a:cubicBezTo>
                        <a:pt x="175" y="143"/>
                        <a:pt x="174" y="136"/>
                        <a:pt x="169" y="133"/>
                      </a:cubicBezTo>
                      <a:cubicBezTo>
                        <a:pt x="164" y="130"/>
                        <a:pt x="156" y="126"/>
                        <a:pt x="146" y="126"/>
                      </a:cubicBezTo>
                      <a:cubicBezTo>
                        <a:pt x="136" y="126"/>
                        <a:pt x="121" y="128"/>
                        <a:pt x="109" y="132"/>
                      </a:cubicBezTo>
                      <a:cubicBezTo>
                        <a:pt x="97" y="136"/>
                        <a:pt x="84" y="145"/>
                        <a:pt x="76" y="151"/>
                      </a:cubicBezTo>
                      <a:cubicBezTo>
                        <a:pt x="68" y="157"/>
                        <a:pt x="65" y="163"/>
                        <a:pt x="62" y="169"/>
                      </a:cubicBezTo>
                      <a:cubicBezTo>
                        <a:pt x="59" y="175"/>
                        <a:pt x="58" y="180"/>
                        <a:pt x="58" y="186"/>
                      </a:cubicBezTo>
                      <a:cubicBezTo>
                        <a:pt x="58" y="192"/>
                        <a:pt x="61" y="204"/>
                        <a:pt x="62" y="207"/>
                      </a:cubicBez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12" name="Group 772"/>
          <p:cNvGrpSpPr/>
          <p:nvPr/>
        </p:nvGrpSpPr>
        <p:grpSpPr>
          <a:xfrm>
            <a:off x="930275" y="1854200"/>
            <a:ext cx="2505075" cy="292100"/>
            <a:chOff x="554" y="1112"/>
            <a:chExt cx="1578" cy="184"/>
          </a:xfrm>
        </p:grpSpPr>
        <p:grpSp>
          <p:nvGrpSpPr>
            <p:cNvPr id="26650" name="Group 773"/>
            <p:cNvGrpSpPr/>
            <p:nvPr/>
          </p:nvGrpSpPr>
          <p:grpSpPr>
            <a:xfrm>
              <a:off x="975" y="1112"/>
              <a:ext cx="193" cy="184"/>
              <a:chOff x="926" y="1112"/>
              <a:chExt cx="193" cy="184"/>
            </a:xfrm>
          </p:grpSpPr>
          <p:sp>
            <p:nvSpPr>
              <p:cNvPr id="26651" name="WordArt 774"/>
              <p:cNvSpPr>
                <a:spLocks noTextEdit="1"/>
              </p:cNvSpPr>
              <p:nvPr/>
            </p:nvSpPr>
            <p:spPr>
              <a:xfrm>
                <a:off x="931" y="1160"/>
                <a:ext cx="138" cy="13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5991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 b="1" i="1">
                    <a:ln w="9525" cap="flat" cmpd="sng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bg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6652" name="Line 775"/>
              <p:cNvSpPr/>
              <p:nvPr/>
            </p:nvSpPr>
            <p:spPr>
              <a:xfrm>
                <a:off x="926" y="1112"/>
                <a:ext cx="193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triangle" w="sm" len="sm"/>
              </a:ln>
            </p:spPr>
          </p:sp>
        </p:grpSp>
        <p:grpSp>
          <p:nvGrpSpPr>
            <p:cNvPr id="26653" name="Group 776"/>
            <p:cNvGrpSpPr/>
            <p:nvPr/>
          </p:nvGrpSpPr>
          <p:grpSpPr>
            <a:xfrm>
              <a:off x="554" y="1162"/>
              <a:ext cx="110" cy="111"/>
              <a:chOff x="1781" y="2282"/>
              <a:chExt cx="577" cy="577"/>
            </a:xfrm>
          </p:grpSpPr>
          <p:sp>
            <p:nvSpPr>
              <p:cNvPr id="26654" name="Line 777"/>
              <p:cNvSpPr/>
              <p:nvPr/>
            </p:nvSpPr>
            <p:spPr>
              <a:xfrm>
                <a:off x="1782" y="2282"/>
                <a:ext cx="576" cy="576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55" name="Line 778"/>
              <p:cNvSpPr/>
              <p:nvPr/>
            </p:nvSpPr>
            <p:spPr>
              <a:xfrm flipH="1">
                <a:off x="1781" y="2282"/>
                <a:ext cx="577" cy="577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6656" name="Group 779"/>
            <p:cNvGrpSpPr/>
            <p:nvPr/>
          </p:nvGrpSpPr>
          <p:grpSpPr>
            <a:xfrm>
              <a:off x="767" y="1157"/>
              <a:ext cx="110" cy="111"/>
              <a:chOff x="1781" y="2282"/>
              <a:chExt cx="577" cy="577"/>
            </a:xfrm>
          </p:grpSpPr>
          <p:sp>
            <p:nvSpPr>
              <p:cNvPr id="26657" name="Line 780"/>
              <p:cNvSpPr/>
              <p:nvPr/>
            </p:nvSpPr>
            <p:spPr>
              <a:xfrm>
                <a:off x="1782" y="2282"/>
                <a:ext cx="576" cy="576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58" name="Line 781"/>
              <p:cNvSpPr/>
              <p:nvPr/>
            </p:nvSpPr>
            <p:spPr>
              <a:xfrm flipH="1">
                <a:off x="1781" y="2282"/>
                <a:ext cx="577" cy="577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6659" name="Group 782"/>
            <p:cNvGrpSpPr/>
            <p:nvPr/>
          </p:nvGrpSpPr>
          <p:grpSpPr>
            <a:xfrm>
              <a:off x="1293" y="1148"/>
              <a:ext cx="110" cy="111"/>
              <a:chOff x="1781" y="2282"/>
              <a:chExt cx="577" cy="577"/>
            </a:xfrm>
          </p:grpSpPr>
          <p:sp>
            <p:nvSpPr>
              <p:cNvPr id="26660" name="Line 783"/>
              <p:cNvSpPr/>
              <p:nvPr/>
            </p:nvSpPr>
            <p:spPr>
              <a:xfrm>
                <a:off x="1782" y="2282"/>
                <a:ext cx="576" cy="576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61" name="Line 784"/>
              <p:cNvSpPr/>
              <p:nvPr/>
            </p:nvSpPr>
            <p:spPr>
              <a:xfrm flipH="1">
                <a:off x="1781" y="2282"/>
                <a:ext cx="577" cy="577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6662" name="Group 785"/>
            <p:cNvGrpSpPr/>
            <p:nvPr/>
          </p:nvGrpSpPr>
          <p:grpSpPr>
            <a:xfrm>
              <a:off x="2022" y="1139"/>
              <a:ext cx="110" cy="111"/>
              <a:chOff x="1781" y="2282"/>
              <a:chExt cx="577" cy="577"/>
            </a:xfrm>
          </p:grpSpPr>
          <p:sp>
            <p:nvSpPr>
              <p:cNvPr id="26663" name="Line 786"/>
              <p:cNvSpPr/>
              <p:nvPr/>
            </p:nvSpPr>
            <p:spPr>
              <a:xfrm>
                <a:off x="1782" y="2282"/>
                <a:ext cx="576" cy="576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64" name="Line 787"/>
              <p:cNvSpPr/>
              <p:nvPr/>
            </p:nvSpPr>
            <p:spPr>
              <a:xfrm flipH="1">
                <a:off x="1781" y="2282"/>
                <a:ext cx="577" cy="577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8" name="Group 862"/>
          <p:cNvGrpSpPr/>
          <p:nvPr/>
        </p:nvGrpSpPr>
        <p:grpSpPr>
          <a:xfrm>
            <a:off x="1187450" y="2346325"/>
            <a:ext cx="2552700" cy="2598738"/>
            <a:chOff x="754" y="1298"/>
            <a:chExt cx="1608" cy="1637"/>
          </a:xfrm>
        </p:grpSpPr>
        <p:grpSp>
          <p:nvGrpSpPr>
            <p:cNvPr id="26666" name="Group 863"/>
            <p:cNvGrpSpPr/>
            <p:nvPr/>
          </p:nvGrpSpPr>
          <p:grpSpPr>
            <a:xfrm>
              <a:off x="754" y="1298"/>
              <a:ext cx="1289" cy="1428"/>
              <a:chOff x="754" y="1298"/>
              <a:chExt cx="1289" cy="1428"/>
            </a:xfrm>
          </p:grpSpPr>
          <p:sp>
            <p:nvSpPr>
              <p:cNvPr id="26667" name="Rectangle 864"/>
              <p:cNvSpPr/>
              <p:nvPr/>
            </p:nvSpPr>
            <p:spPr>
              <a:xfrm>
                <a:off x="754" y="1298"/>
                <a:ext cx="901" cy="1428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6668" name="Group 865"/>
              <p:cNvGrpSpPr/>
              <p:nvPr/>
            </p:nvGrpSpPr>
            <p:grpSpPr>
              <a:xfrm>
                <a:off x="1239" y="1345"/>
                <a:ext cx="804" cy="1363"/>
                <a:chOff x="770" y="1347"/>
                <a:chExt cx="804" cy="1363"/>
              </a:xfrm>
            </p:grpSpPr>
            <p:sp>
              <p:nvSpPr>
                <p:cNvPr id="26669" name="Rectangle 866"/>
                <p:cNvSpPr/>
                <p:nvPr/>
              </p:nvSpPr>
              <p:spPr>
                <a:xfrm>
                  <a:off x="797" y="1368"/>
                  <a:ext cx="753" cy="1318"/>
                </a:xfrm>
                <a:prstGeom prst="rect">
                  <a:avLst/>
                </a:prstGeom>
                <a:noFill/>
                <a:ln w="76200" cap="flat" cmpd="sng">
                  <a:solidFill>
                    <a:srgbClr val="FFCC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670" name="Rectangle 867"/>
                <p:cNvSpPr/>
                <p:nvPr/>
              </p:nvSpPr>
              <p:spPr>
                <a:xfrm>
                  <a:off x="770" y="1347"/>
                  <a:ext cx="804" cy="1363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671" name="Rectangle 868"/>
                <p:cNvSpPr/>
                <p:nvPr/>
              </p:nvSpPr>
              <p:spPr>
                <a:xfrm>
                  <a:off x="812" y="1386"/>
                  <a:ext cx="720" cy="1282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26672" name="Group 869"/>
            <p:cNvGrpSpPr/>
            <p:nvPr/>
          </p:nvGrpSpPr>
          <p:grpSpPr>
            <a:xfrm>
              <a:off x="1794" y="1903"/>
              <a:ext cx="143" cy="186"/>
              <a:chOff x="1755" y="2117"/>
              <a:chExt cx="110" cy="195"/>
            </a:xfrm>
          </p:grpSpPr>
          <p:sp>
            <p:nvSpPr>
              <p:cNvPr id="26673" name="WordArt 870"/>
              <p:cNvSpPr>
                <a:spLocks noTextEdit="1"/>
              </p:cNvSpPr>
              <p:nvPr/>
            </p:nvSpPr>
            <p:spPr>
              <a:xfrm>
                <a:off x="1755" y="2117"/>
                <a:ext cx="53" cy="19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49352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66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l</a:t>
                </a:r>
              </a:p>
            </p:txBody>
          </p:sp>
          <p:sp>
            <p:nvSpPr>
              <p:cNvPr id="26674" name="WordArt 871"/>
              <p:cNvSpPr>
                <a:spLocks noTextEdit="1"/>
              </p:cNvSpPr>
              <p:nvPr/>
            </p:nvSpPr>
            <p:spPr>
              <a:xfrm>
                <a:off x="1831" y="2200"/>
                <a:ext cx="34" cy="11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66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26675" name="Group 872"/>
            <p:cNvGrpSpPr/>
            <p:nvPr/>
          </p:nvGrpSpPr>
          <p:grpSpPr>
            <a:xfrm>
              <a:off x="1547" y="2768"/>
              <a:ext cx="184" cy="167"/>
              <a:chOff x="973" y="2154"/>
              <a:chExt cx="184" cy="183"/>
            </a:xfrm>
          </p:grpSpPr>
          <p:sp>
            <p:nvSpPr>
              <p:cNvPr id="26676" name="WordArt 873"/>
              <p:cNvSpPr>
                <a:spLocks noTextEdit="1"/>
              </p:cNvSpPr>
              <p:nvPr/>
            </p:nvSpPr>
            <p:spPr>
              <a:xfrm>
                <a:off x="1085" y="2240"/>
                <a:ext cx="72" cy="9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66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26677" name="WordArt 874"/>
              <p:cNvSpPr>
                <a:spLocks noTextEdit="1"/>
              </p:cNvSpPr>
              <p:nvPr/>
            </p:nvSpPr>
            <p:spPr>
              <a:xfrm>
                <a:off x="973" y="2154"/>
                <a:ext cx="86" cy="16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60255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66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l</a:t>
                </a:r>
              </a:p>
            </p:txBody>
          </p:sp>
        </p:grpSp>
        <p:sp>
          <p:nvSpPr>
            <p:cNvPr id="26678" name="WordArt 875"/>
            <p:cNvSpPr>
              <a:spLocks noTextEdit="1"/>
            </p:cNvSpPr>
            <p:nvPr/>
          </p:nvSpPr>
          <p:spPr>
            <a:xfrm>
              <a:off x="2124" y="2078"/>
              <a:ext cx="131" cy="14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latin typeface="Book Antiqua" panose="02040602050305030304" charset="0"/>
                  <a:ea typeface="Book Antiqua" panose="02040602050305030304" charset="0"/>
                </a:rPr>
                <a:t>v</a:t>
              </a:r>
            </a:p>
          </p:txBody>
        </p:sp>
        <p:sp>
          <p:nvSpPr>
            <p:cNvPr id="26679" name="Line 876"/>
            <p:cNvSpPr/>
            <p:nvPr/>
          </p:nvSpPr>
          <p:spPr>
            <a:xfrm>
              <a:off x="2054" y="1987"/>
              <a:ext cx="308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sm" len="lg"/>
            </a:ln>
          </p:spPr>
        </p:sp>
      </p:grpSp>
      <p:grpSp>
        <p:nvGrpSpPr>
          <p:cNvPr id="23" name="Group 727"/>
          <p:cNvGrpSpPr/>
          <p:nvPr/>
        </p:nvGrpSpPr>
        <p:grpSpPr>
          <a:xfrm>
            <a:off x="339725" y="1985963"/>
            <a:ext cx="1089025" cy="4235450"/>
            <a:chOff x="222" y="1064"/>
            <a:chExt cx="686" cy="2668"/>
          </a:xfrm>
        </p:grpSpPr>
        <p:sp>
          <p:nvSpPr>
            <p:cNvPr id="26681" name="Rectangle 635"/>
            <p:cNvSpPr/>
            <p:nvPr/>
          </p:nvSpPr>
          <p:spPr>
            <a:xfrm>
              <a:off x="435" y="1064"/>
              <a:ext cx="63" cy="2668"/>
            </a:xfrm>
            <a:prstGeom prst="rect">
              <a:avLst/>
            </a:prstGeom>
            <a:gradFill rotWithShape="0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6682" name="Group 636"/>
            <p:cNvGrpSpPr/>
            <p:nvPr/>
          </p:nvGrpSpPr>
          <p:grpSpPr>
            <a:xfrm>
              <a:off x="222" y="1658"/>
              <a:ext cx="164" cy="617"/>
              <a:chOff x="188" y="1152"/>
              <a:chExt cx="183" cy="655"/>
            </a:xfrm>
          </p:grpSpPr>
          <p:sp>
            <p:nvSpPr>
              <p:cNvPr id="26683" name="Line 637"/>
              <p:cNvSpPr/>
              <p:nvPr/>
            </p:nvSpPr>
            <p:spPr>
              <a:xfrm>
                <a:off x="371" y="1152"/>
                <a:ext cx="0" cy="65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triangle" w="sm" len="lg"/>
                <a:tailEnd type="none" w="med" len="med"/>
              </a:ln>
            </p:spPr>
          </p:sp>
          <p:sp>
            <p:nvSpPr>
              <p:cNvPr id="26684" name="WordArt 638"/>
              <p:cNvSpPr>
                <a:spLocks noTextEdit="1"/>
              </p:cNvSpPr>
              <p:nvPr/>
            </p:nvSpPr>
            <p:spPr>
              <a:xfrm>
                <a:off x="188" y="1455"/>
                <a:ext cx="122" cy="22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3069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</a:t>
                </a:r>
              </a:p>
            </p:txBody>
          </p:sp>
        </p:grpSp>
        <p:sp>
          <p:nvSpPr>
            <p:cNvPr id="26685" name="WordArt 641"/>
            <p:cNvSpPr>
              <a:spLocks noTextEdit="1"/>
            </p:cNvSpPr>
            <p:nvPr/>
          </p:nvSpPr>
          <p:spPr>
            <a:xfrm>
              <a:off x="291" y="3004"/>
              <a:ext cx="109" cy="15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6686" name="Line 644"/>
            <p:cNvSpPr/>
            <p:nvPr/>
          </p:nvSpPr>
          <p:spPr>
            <a:xfrm>
              <a:off x="774" y="3101"/>
              <a:ext cx="0" cy="36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26687" name="Group 685"/>
            <p:cNvGrpSpPr/>
            <p:nvPr/>
          </p:nvGrpSpPr>
          <p:grpSpPr>
            <a:xfrm>
              <a:off x="586" y="3493"/>
              <a:ext cx="322" cy="162"/>
              <a:chOff x="622" y="3475"/>
              <a:chExt cx="376" cy="198"/>
            </a:xfrm>
          </p:grpSpPr>
          <p:sp>
            <p:nvSpPr>
              <p:cNvPr id="26688" name="WordArt 649"/>
              <p:cNvSpPr>
                <a:spLocks noTextEdit="1"/>
              </p:cNvSpPr>
              <p:nvPr/>
            </p:nvSpPr>
            <p:spPr>
              <a:xfrm>
                <a:off x="622" y="3475"/>
                <a:ext cx="106" cy="18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6281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</a:t>
                </a:r>
              </a:p>
            </p:txBody>
          </p:sp>
          <p:grpSp>
            <p:nvGrpSpPr>
              <p:cNvPr id="26689" name="Group 650"/>
              <p:cNvGrpSpPr/>
              <p:nvPr/>
            </p:nvGrpSpPr>
            <p:grpSpPr>
              <a:xfrm>
                <a:off x="746" y="3548"/>
                <a:ext cx="102" cy="47"/>
                <a:chOff x="1965" y="2328"/>
                <a:chExt cx="301" cy="81"/>
              </a:xfrm>
            </p:grpSpPr>
            <p:sp>
              <p:nvSpPr>
                <p:cNvPr id="26690" name="Line 651"/>
                <p:cNvSpPr/>
                <p:nvPr/>
              </p:nvSpPr>
              <p:spPr>
                <a:xfrm>
                  <a:off x="1965" y="2328"/>
                  <a:ext cx="300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691" name="Line 652"/>
                <p:cNvSpPr/>
                <p:nvPr/>
              </p:nvSpPr>
              <p:spPr>
                <a:xfrm>
                  <a:off x="1966" y="2409"/>
                  <a:ext cx="300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6692" name="WordArt 653"/>
              <p:cNvSpPr>
                <a:spLocks noTextEdit="1"/>
              </p:cNvSpPr>
              <p:nvPr/>
            </p:nvSpPr>
            <p:spPr>
              <a:xfrm>
                <a:off x="901" y="3484"/>
                <a:ext cx="97" cy="18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</a:p>
            </p:txBody>
          </p:sp>
        </p:grpSp>
        <p:sp>
          <p:nvSpPr>
            <p:cNvPr id="26693" name="Line 684"/>
            <p:cNvSpPr/>
            <p:nvPr/>
          </p:nvSpPr>
          <p:spPr>
            <a:xfrm flipV="1">
              <a:off x="780" y="1410"/>
              <a:ext cx="0" cy="16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26694" name="Group 715"/>
            <p:cNvGrpSpPr/>
            <p:nvPr/>
          </p:nvGrpSpPr>
          <p:grpSpPr>
            <a:xfrm>
              <a:off x="551" y="2658"/>
              <a:ext cx="180" cy="151"/>
              <a:chOff x="2618" y="2381"/>
              <a:chExt cx="276" cy="182"/>
            </a:xfrm>
          </p:grpSpPr>
          <p:sp>
            <p:nvSpPr>
              <p:cNvPr id="26695" name="WordArt 716"/>
              <p:cNvSpPr>
                <a:spLocks noTextEdit="1"/>
              </p:cNvSpPr>
              <p:nvPr/>
            </p:nvSpPr>
            <p:spPr>
              <a:xfrm>
                <a:off x="2618" y="2381"/>
                <a:ext cx="190" cy="16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x</a:t>
                </a:r>
              </a:p>
            </p:txBody>
          </p:sp>
          <p:sp>
            <p:nvSpPr>
              <p:cNvPr id="26696" name="WordArt 717"/>
              <p:cNvSpPr>
                <a:spLocks noTextEdit="1"/>
              </p:cNvSpPr>
              <p:nvPr/>
            </p:nvSpPr>
            <p:spPr>
              <a:xfrm>
                <a:off x="2813" y="2458"/>
                <a:ext cx="81" cy="10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</a:p>
            </p:txBody>
          </p:sp>
        </p:grpSp>
        <p:sp>
          <p:nvSpPr>
            <p:cNvPr id="26697" name="Line 721"/>
            <p:cNvSpPr/>
            <p:nvPr/>
          </p:nvSpPr>
          <p:spPr>
            <a:xfrm>
              <a:off x="503" y="2937"/>
              <a:ext cx="2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</p:spPr>
        </p:sp>
      </p:grpSp>
      <p:grpSp>
        <p:nvGrpSpPr>
          <p:cNvPr id="28" name="Group 754"/>
          <p:cNvGrpSpPr/>
          <p:nvPr/>
        </p:nvGrpSpPr>
        <p:grpSpPr>
          <a:xfrm>
            <a:off x="1728788" y="2284413"/>
            <a:ext cx="1762125" cy="2424112"/>
            <a:chOff x="1097" y="1252"/>
            <a:chExt cx="1110" cy="1527"/>
          </a:xfrm>
        </p:grpSpPr>
        <p:sp>
          <p:nvSpPr>
            <p:cNvPr id="26699" name="WordArt 755"/>
            <p:cNvSpPr>
              <a:spLocks noTextEdit="1"/>
            </p:cNvSpPr>
            <p:nvPr/>
          </p:nvSpPr>
          <p:spPr>
            <a:xfrm>
              <a:off x="1107" y="2650"/>
              <a:ext cx="99" cy="12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6700" name="WordArt 756"/>
            <p:cNvSpPr>
              <a:spLocks noTextEdit="1"/>
            </p:cNvSpPr>
            <p:nvPr/>
          </p:nvSpPr>
          <p:spPr>
            <a:xfrm>
              <a:off x="1097" y="1252"/>
              <a:ext cx="104" cy="14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6701" name="WordArt 757"/>
            <p:cNvSpPr>
              <a:spLocks noTextEdit="1"/>
            </p:cNvSpPr>
            <p:nvPr/>
          </p:nvSpPr>
          <p:spPr>
            <a:xfrm>
              <a:off x="2067" y="1268"/>
              <a:ext cx="102" cy="12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6702" name="WordArt 758"/>
            <p:cNvSpPr>
              <a:spLocks noTextEdit="1"/>
            </p:cNvSpPr>
            <p:nvPr/>
          </p:nvSpPr>
          <p:spPr>
            <a:xfrm>
              <a:off x="2085" y="2571"/>
              <a:ext cx="122" cy="16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d</a:t>
              </a:r>
            </a:p>
          </p:txBody>
        </p:sp>
      </p:grpSp>
      <p:grpSp>
        <p:nvGrpSpPr>
          <p:cNvPr id="124665" name="Group 1155"/>
          <p:cNvGrpSpPr/>
          <p:nvPr/>
        </p:nvGrpSpPr>
        <p:grpSpPr>
          <a:xfrm>
            <a:off x="3943350" y="6450013"/>
            <a:ext cx="3451225" cy="273050"/>
            <a:chOff x="3049" y="3910"/>
            <a:chExt cx="2174" cy="149"/>
          </a:xfrm>
        </p:grpSpPr>
        <p:sp>
          <p:nvSpPr>
            <p:cNvPr id="26704" name="WordArt 1039"/>
            <p:cNvSpPr>
              <a:spLocks noTextEdit="1"/>
            </p:cNvSpPr>
            <p:nvPr/>
          </p:nvSpPr>
          <p:spPr>
            <a:xfrm>
              <a:off x="4337" y="3911"/>
              <a:ext cx="160" cy="14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解</a:t>
              </a:r>
            </a:p>
          </p:txBody>
        </p:sp>
        <p:grpSp>
          <p:nvGrpSpPr>
            <p:cNvPr id="26705" name="Group 1040"/>
            <p:cNvGrpSpPr/>
            <p:nvPr/>
          </p:nvGrpSpPr>
          <p:grpSpPr>
            <a:xfrm>
              <a:off x="3405" y="3921"/>
              <a:ext cx="902" cy="129"/>
              <a:chOff x="657" y="2456"/>
              <a:chExt cx="1457" cy="257"/>
            </a:xfrm>
          </p:grpSpPr>
          <p:grpSp>
            <p:nvGrpSpPr>
              <p:cNvPr id="26706" name="Group 1041"/>
              <p:cNvGrpSpPr/>
              <p:nvPr/>
            </p:nvGrpSpPr>
            <p:grpSpPr>
              <a:xfrm>
                <a:off x="1010" y="2555"/>
                <a:ext cx="155" cy="70"/>
                <a:chOff x="1358" y="2784"/>
                <a:chExt cx="369" cy="89"/>
              </a:xfrm>
            </p:grpSpPr>
            <p:sp>
              <p:nvSpPr>
                <p:cNvPr id="26707" name="Line 1042"/>
                <p:cNvSpPr/>
                <p:nvPr/>
              </p:nvSpPr>
              <p:spPr>
                <a:xfrm>
                  <a:off x="1358" y="2784"/>
                  <a:ext cx="369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6708" name="Line 1043"/>
                <p:cNvSpPr/>
                <p:nvPr/>
              </p:nvSpPr>
              <p:spPr>
                <a:xfrm>
                  <a:off x="1358" y="2873"/>
                  <a:ext cx="369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6709" name="Group 1044"/>
              <p:cNvGrpSpPr/>
              <p:nvPr/>
            </p:nvGrpSpPr>
            <p:grpSpPr>
              <a:xfrm>
                <a:off x="657" y="2473"/>
                <a:ext cx="295" cy="237"/>
                <a:chOff x="649" y="2564"/>
                <a:chExt cx="346" cy="349"/>
              </a:xfrm>
            </p:grpSpPr>
            <p:sp>
              <p:nvSpPr>
                <p:cNvPr id="26710" name="WordArt 1045"/>
                <p:cNvSpPr>
                  <a:spLocks noTextEdit="1"/>
                </p:cNvSpPr>
                <p:nvPr/>
              </p:nvSpPr>
              <p:spPr>
                <a:xfrm>
                  <a:off x="909" y="2752"/>
                  <a:ext cx="86" cy="16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60463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i</a:t>
                  </a:r>
                </a:p>
              </p:txBody>
            </p:sp>
            <p:grpSp>
              <p:nvGrpSpPr>
                <p:cNvPr id="26711" name="Group 1046"/>
                <p:cNvGrpSpPr/>
                <p:nvPr/>
              </p:nvGrpSpPr>
              <p:grpSpPr>
                <a:xfrm>
                  <a:off x="649" y="2564"/>
                  <a:ext cx="270" cy="346"/>
                  <a:chOff x="2407" y="1969"/>
                  <a:chExt cx="254" cy="293"/>
                </a:xfrm>
              </p:grpSpPr>
              <p:grpSp>
                <p:nvGrpSpPr>
                  <p:cNvPr id="26712" name="Group 1047"/>
                  <p:cNvGrpSpPr/>
                  <p:nvPr/>
                </p:nvGrpSpPr>
                <p:grpSpPr>
                  <a:xfrm>
                    <a:off x="2413" y="1978"/>
                    <a:ext cx="248" cy="284"/>
                    <a:chOff x="2799" y="1070"/>
                    <a:chExt cx="1235" cy="1528"/>
                  </a:xfrm>
                </p:grpSpPr>
                <p:sp>
                  <p:nvSpPr>
                    <p:cNvPr id="26713" name="Arc 1048"/>
                    <p:cNvSpPr/>
                    <p:nvPr/>
                  </p:nvSpPr>
                  <p:spPr>
                    <a:xfrm rot="-1415830">
                      <a:off x="2799" y="1711"/>
                      <a:ext cx="1061" cy="887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2419" h="43200" fill="none">
                          <a:moveTo>
                            <a:pt x="42419" y="27354"/>
                          </a:moveTo>
                          <a:cubicBezTo>
                            <a:pt x="39831" y="36716"/>
                            <a:pt x="3131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7497" y="-1"/>
                            <a:pt x="33138" y="2411"/>
                            <a:pt x="37213" y="6673"/>
                          </a:cubicBezTo>
                        </a:path>
                        <a:path w="42419" h="43200" stroke="0">
                          <a:moveTo>
                            <a:pt x="42419" y="27354"/>
                          </a:moveTo>
                          <a:cubicBezTo>
                            <a:pt x="39831" y="36716"/>
                            <a:pt x="3131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7497" y="-1"/>
                            <a:pt x="33138" y="2411"/>
                            <a:pt x="37213" y="6673"/>
                          </a:cubicBezTo>
                          <a:lnTo>
                            <a:pt x="21600" y="21600"/>
                          </a:lnTo>
                          <a:lnTo>
                            <a:pt x="42419" y="27354"/>
                          </a:lnTo>
                          <a:close/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6714" name="Arc 1049"/>
                    <p:cNvSpPr/>
                    <p:nvPr/>
                  </p:nvSpPr>
                  <p:spPr>
                    <a:xfrm rot="-1415830">
                      <a:off x="3159" y="1070"/>
                      <a:ext cx="875" cy="61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3200" h="41520" fill="none">
                          <a:moveTo>
                            <a:pt x="13248" y="41519"/>
                          </a:moveTo>
                          <a:cubicBezTo>
                            <a:pt x="5222" y="38155"/>
                            <a:pt x="0" y="30302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5698"/>
                            <a:pt x="42033" y="29713"/>
                            <a:pt x="39837" y="33174"/>
                          </a:cubicBezTo>
                        </a:path>
                        <a:path w="43200" h="41520" stroke="0">
                          <a:moveTo>
                            <a:pt x="13248" y="41519"/>
                          </a:moveTo>
                          <a:cubicBezTo>
                            <a:pt x="5222" y="38155"/>
                            <a:pt x="0" y="30302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5698"/>
                            <a:pt x="42033" y="29713"/>
                            <a:pt x="39837" y="33174"/>
                          </a:cubicBezTo>
                          <a:lnTo>
                            <a:pt x="21600" y="21600"/>
                          </a:lnTo>
                          <a:lnTo>
                            <a:pt x="13248" y="41519"/>
                          </a:lnTo>
                          <a:close/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6715" name="Arc 1050"/>
                    <p:cNvSpPr/>
                    <p:nvPr/>
                  </p:nvSpPr>
                  <p:spPr>
                    <a:xfrm rot="-1415830">
                      <a:off x="3576" y="1255"/>
                      <a:ext cx="412" cy="29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38956" h="43200" fill="none">
                          <a:moveTo>
                            <a:pt x="38956" y="34458"/>
                          </a:moveTo>
                          <a:cubicBezTo>
                            <a:pt x="34882" y="39956"/>
                            <a:pt x="2844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3795" y="-1"/>
                            <a:pt x="25979" y="334"/>
                            <a:pt x="28073" y="993"/>
                          </a:cubicBezTo>
                        </a:path>
                        <a:path w="38956" h="43200" stroke="0">
                          <a:moveTo>
                            <a:pt x="38956" y="34458"/>
                          </a:moveTo>
                          <a:cubicBezTo>
                            <a:pt x="34882" y="39956"/>
                            <a:pt x="2844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3795" y="-1"/>
                            <a:pt x="25979" y="334"/>
                            <a:pt x="28073" y="993"/>
                          </a:cubicBezTo>
                          <a:lnTo>
                            <a:pt x="21600" y="21600"/>
                          </a:lnTo>
                          <a:lnTo>
                            <a:pt x="38956" y="34458"/>
                          </a:lnTo>
                          <a:close/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6716" name="Arc 1051"/>
                    <p:cNvSpPr/>
                    <p:nvPr/>
                  </p:nvSpPr>
                  <p:spPr>
                    <a:xfrm rot="-1415830">
                      <a:off x="3083" y="1919"/>
                      <a:ext cx="776" cy="38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3200" h="30267" fill="none">
                          <a:moveTo>
                            <a:pt x="1815" y="30266"/>
                          </a:moveTo>
                          <a:cubicBezTo>
                            <a:pt x="618" y="27534"/>
                            <a:pt x="0" y="2458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3162"/>
                            <a:pt x="43030" y="24719"/>
                            <a:pt x="42694" y="26244"/>
                          </a:cubicBezTo>
                        </a:path>
                        <a:path w="43200" h="30267" stroke="0">
                          <a:moveTo>
                            <a:pt x="1815" y="30266"/>
                          </a:moveTo>
                          <a:cubicBezTo>
                            <a:pt x="618" y="27534"/>
                            <a:pt x="0" y="2458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3162"/>
                            <a:pt x="43030" y="24719"/>
                            <a:pt x="42694" y="26244"/>
                          </a:cubicBezTo>
                          <a:lnTo>
                            <a:pt x="21600" y="21600"/>
                          </a:lnTo>
                          <a:lnTo>
                            <a:pt x="1815" y="30266"/>
                          </a:lnTo>
                          <a:close/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26717" name="Group 1052"/>
                  <p:cNvGrpSpPr/>
                  <p:nvPr/>
                </p:nvGrpSpPr>
                <p:grpSpPr>
                  <a:xfrm>
                    <a:off x="2407" y="1969"/>
                    <a:ext cx="248" cy="284"/>
                    <a:chOff x="2799" y="1070"/>
                    <a:chExt cx="1235" cy="1528"/>
                  </a:xfrm>
                </p:grpSpPr>
                <p:sp>
                  <p:nvSpPr>
                    <p:cNvPr id="26718" name="Arc 1053"/>
                    <p:cNvSpPr/>
                    <p:nvPr/>
                  </p:nvSpPr>
                  <p:spPr>
                    <a:xfrm rot="-1415830">
                      <a:off x="2799" y="1711"/>
                      <a:ext cx="1061" cy="887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2419" h="43200" fill="none">
                          <a:moveTo>
                            <a:pt x="42419" y="27354"/>
                          </a:moveTo>
                          <a:cubicBezTo>
                            <a:pt x="39831" y="36716"/>
                            <a:pt x="3131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7497" y="-1"/>
                            <a:pt x="33138" y="2411"/>
                            <a:pt x="37213" y="6673"/>
                          </a:cubicBezTo>
                        </a:path>
                        <a:path w="42419" h="43200" stroke="0">
                          <a:moveTo>
                            <a:pt x="42419" y="27354"/>
                          </a:moveTo>
                          <a:cubicBezTo>
                            <a:pt x="39831" y="36716"/>
                            <a:pt x="3131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7497" y="-1"/>
                            <a:pt x="33138" y="2411"/>
                            <a:pt x="37213" y="6673"/>
                          </a:cubicBezTo>
                          <a:lnTo>
                            <a:pt x="21600" y="21600"/>
                          </a:lnTo>
                          <a:lnTo>
                            <a:pt x="42419" y="27354"/>
                          </a:lnTo>
                          <a:close/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6719" name="Arc 1054"/>
                    <p:cNvSpPr/>
                    <p:nvPr/>
                  </p:nvSpPr>
                  <p:spPr>
                    <a:xfrm rot="-1415830">
                      <a:off x="3159" y="1070"/>
                      <a:ext cx="875" cy="61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3200" h="41520" fill="none">
                          <a:moveTo>
                            <a:pt x="13248" y="41519"/>
                          </a:moveTo>
                          <a:cubicBezTo>
                            <a:pt x="5222" y="38155"/>
                            <a:pt x="0" y="30302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5698"/>
                            <a:pt x="42033" y="29713"/>
                            <a:pt x="39837" y="33174"/>
                          </a:cubicBezTo>
                        </a:path>
                        <a:path w="43200" h="41520" stroke="0">
                          <a:moveTo>
                            <a:pt x="13248" y="41519"/>
                          </a:moveTo>
                          <a:cubicBezTo>
                            <a:pt x="5222" y="38155"/>
                            <a:pt x="0" y="30302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5698"/>
                            <a:pt x="42033" y="29713"/>
                            <a:pt x="39837" y="33174"/>
                          </a:cubicBezTo>
                          <a:lnTo>
                            <a:pt x="21600" y="21600"/>
                          </a:lnTo>
                          <a:lnTo>
                            <a:pt x="13248" y="41519"/>
                          </a:lnTo>
                          <a:close/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6720" name="Arc 1055"/>
                    <p:cNvSpPr/>
                    <p:nvPr/>
                  </p:nvSpPr>
                  <p:spPr>
                    <a:xfrm rot="-1415830">
                      <a:off x="3576" y="1255"/>
                      <a:ext cx="412" cy="29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38956" h="43200" fill="none">
                          <a:moveTo>
                            <a:pt x="38956" y="34458"/>
                          </a:moveTo>
                          <a:cubicBezTo>
                            <a:pt x="34882" y="39956"/>
                            <a:pt x="2844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3795" y="-1"/>
                            <a:pt x="25979" y="334"/>
                            <a:pt x="28073" y="993"/>
                          </a:cubicBezTo>
                        </a:path>
                        <a:path w="38956" h="43200" stroke="0">
                          <a:moveTo>
                            <a:pt x="38956" y="34458"/>
                          </a:moveTo>
                          <a:cubicBezTo>
                            <a:pt x="34882" y="39956"/>
                            <a:pt x="2844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3795" y="-1"/>
                            <a:pt x="25979" y="334"/>
                            <a:pt x="28073" y="993"/>
                          </a:cubicBezTo>
                          <a:lnTo>
                            <a:pt x="21600" y="21600"/>
                          </a:lnTo>
                          <a:lnTo>
                            <a:pt x="38956" y="34458"/>
                          </a:lnTo>
                          <a:close/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6721" name="Arc 1056"/>
                    <p:cNvSpPr/>
                    <p:nvPr/>
                  </p:nvSpPr>
                  <p:spPr>
                    <a:xfrm rot="-1415830">
                      <a:off x="3083" y="1919"/>
                      <a:ext cx="776" cy="38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3200" h="30267" fill="none">
                          <a:moveTo>
                            <a:pt x="1815" y="30266"/>
                          </a:moveTo>
                          <a:cubicBezTo>
                            <a:pt x="618" y="27534"/>
                            <a:pt x="0" y="2458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3162"/>
                            <a:pt x="43030" y="24719"/>
                            <a:pt x="42694" y="26244"/>
                          </a:cubicBezTo>
                        </a:path>
                        <a:path w="43200" h="30267" stroke="0">
                          <a:moveTo>
                            <a:pt x="1815" y="30266"/>
                          </a:moveTo>
                          <a:cubicBezTo>
                            <a:pt x="618" y="27534"/>
                            <a:pt x="0" y="2458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3162"/>
                            <a:pt x="43030" y="24719"/>
                            <a:pt x="42694" y="26244"/>
                          </a:cubicBezTo>
                          <a:lnTo>
                            <a:pt x="21600" y="21600"/>
                          </a:lnTo>
                          <a:lnTo>
                            <a:pt x="1815" y="30266"/>
                          </a:lnTo>
                          <a:close/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sp>
            <p:nvSpPr>
              <p:cNvPr id="26722" name="WordArt 1057"/>
              <p:cNvSpPr>
                <a:spLocks noTextEdit="1"/>
              </p:cNvSpPr>
              <p:nvPr/>
            </p:nvSpPr>
            <p:spPr>
              <a:xfrm>
                <a:off x="1514" y="2475"/>
                <a:ext cx="148" cy="22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Symbol" panose="05050102010706020507" charset="0"/>
                    <a:ea typeface="Symbol" panose="05050102010706020507" charset="0"/>
                  </a:rPr>
                  <a:t>F</a:t>
                </a:r>
              </a:p>
            </p:txBody>
          </p:sp>
          <p:sp>
            <p:nvSpPr>
              <p:cNvPr id="26723" name="WordArt 1058"/>
              <p:cNvSpPr>
                <a:spLocks noTextEdit="1"/>
              </p:cNvSpPr>
              <p:nvPr/>
            </p:nvSpPr>
            <p:spPr>
              <a:xfrm>
                <a:off x="1344" y="2456"/>
                <a:ext cx="164" cy="23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64347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26724" name="WordArt 1059"/>
              <p:cNvSpPr>
                <a:spLocks noTextEdit="1"/>
              </p:cNvSpPr>
              <p:nvPr/>
            </p:nvSpPr>
            <p:spPr>
              <a:xfrm>
                <a:off x="1993" y="2457"/>
                <a:ext cx="121" cy="25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8764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</a:t>
                </a:r>
              </a:p>
            </p:txBody>
          </p:sp>
          <p:sp>
            <p:nvSpPr>
              <p:cNvPr id="26725" name="Line 1060"/>
              <p:cNvSpPr/>
              <p:nvPr/>
            </p:nvSpPr>
            <p:spPr>
              <a:xfrm>
                <a:off x="1227" y="2591"/>
                <a:ext cx="88" cy="0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726" name="Line 1061"/>
              <p:cNvSpPr/>
              <p:nvPr/>
            </p:nvSpPr>
            <p:spPr>
              <a:xfrm flipH="1">
                <a:off x="1689" y="2457"/>
                <a:ext cx="147" cy="25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727" name="WordArt 1062"/>
              <p:cNvSpPr>
                <a:spLocks noTextEdit="1"/>
              </p:cNvSpPr>
              <p:nvPr/>
            </p:nvSpPr>
            <p:spPr>
              <a:xfrm>
                <a:off x="1827" y="2474"/>
                <a:ext cx="164" cy="23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64347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</a:t>
                </a:r>
              </a:p>
            </p:txBody>
          </p:sp>
        </p:grpSp>
        <p:sp>
          <p:nvSpPr>
            <p:cNvPr id="26728" name="WordArt 1065"/>
            <p:cNvSpPr>
              <a:spLocks noTextEdit="1"/>
            </p:cNvSpPr>
            <p:nvPr/>
          </p:nvSpPr>
          <p:spPr>
            <a:xfrm>
              <a:off x="3049" y="3929"/>
              <a:ext cx="306" cy="13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与用</a:t>
              </a:r>
            </a:p>
          </p:txBody>
        </p:sp>
        <p:sp>
          <p:nvSpPr>
            <p:cNvPr id="26729" name="WordArt 1066"/>
            <p:cNvSpPr>
              <a:spLocks noTextEdit="1"/>
            </p:cNvSpPr>
            <p:nvPr/>
          </p:nvSpPr>
          <p:spPr>
            <a:xfrm>
              <a:off x="4529" y="3910"/>
              <a:ext cx="694" cy="14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的结果一致.</a:t>
              </a:r>
            </a:p>
          </p:txBody>
        </p:sp>
      </p:grpSp>
      <p:grpSp>
        <p:nvGrpSpPr>
          <p:cNvPr id="155652" name="Group 1224"/>
          <p:cNvGrpSpPr/>
          <p:nvPr/>
        </p:nvGrpSpPr>
        <p:grpSpPr>
          <a:xfrm>
            <a:off x="7694613" y="3200400"/>
            <a:ext cx="1281112" cy="1587500"/>
            <a:chOff x="4855" y="1845"/>
            <a:chExt cx="807" cy="1000"/>
          </a:xfrm>
        </p:grpSpPr>
        <p:grpSp>
          <p:nvGrpSpPr>
            <p:cNvPr id="26731" name="Group 1169"/>
            <p:cNvGrpSpPr/>
            <p:nvPr/>
          </p:nvGrpSpPr>
          <p:grpSpPr>
            <a:xfrm>
              <a:off x="4855" y="2292"/>
              <a:ext cx="359" cy="134"/>
              <a:chOff x="540" y="189"/>
              <a:chExt cx="616" cy="236"/>
            </a:xfrm>
          </p:grpSpPr>
          <p:grpSp>
            <p:nvGrpSpPr>
              <p:cNvPr id="26732" name="Group 1170"/>
              <p:cNvGrpSpPr/>
              <p:nvPr/>
            </p:nvGrpSpPr>
            <p:grpSpPr>
              <a:xfrm>
                <a:off x="540" y="189"/>
                <a:ext cx="187" cy="230"/>
                <a:chOff x="381" y="2879"/>
                <a:chExt cx="321" cy="351"/>
              </a:xfrm>
            </p:grpSpPr>
            <p:grpSp>
              <p:nvGrpSpPr>
                <p:cNvPr id="26733" name="Group 1171"/>
                <p:cNvGrpSpPr/>
                <p:nvPr/>
              </p:nvGrpSpPr>
              <p:grpSpPr>
                <a:xfrm>
                  <a:off x="381" y="2879"/>
                  <a:ext cx="270" cy="346"/>
                  <a:chOff x="2407" y="1969"/>
                  <a:chExt cx="254" cy="293"/>
                </a:xfrm>
              </p:grpSpPr>
              <p:grpSp>
                <p:nvGrpSpPr>
                  <p:cNvPr id="26734" name="Group 1172"/>
                  <p:cNvGrpSpPr/>
                  <p:nvPr/>
                </p:nvGrpSpPr>
                <p:grpSpPr>
                  <a:xfrm>
                    <a:off x="2413" y="1978"/>
                    <a:ext cx="248" cy="284"/>
                    <a:chOff x="2799" y="1070"/>
                    <a:chExt cx="1235" cy="1528"/>
                  </a:xfrm>
                </p:grpSpPr>
                <p:sp>
                  <p:nvSpPr>
                    <p:cNvPr id="26735" name="Arc 1173"/>
                    <p:cNvSpPr/>
                    <p:nvPr/>
                  </p:nvSpPr>
                  <p:spPr>
                    <a:xfrm rot="-1415830">
                      <a:off x="2799" y="1711"/>
                      <a:ext cx="1061" cy="887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2419" h="43200" fill="none">
                          <a:moveTo>
                            <a:pt x="42419" y="27354"/>
                          </a:moveTo>
                          <a:cubicBezTo>
                            <a:pt x="39831" y="36716"/>
                            <a:pt x="3131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7497" y="-1"/>
                            <a:pt x="33138" y="2411"/>
                            <a:pt x="37213" y="6673"/>
                          </a:cubicBezTo>
                        </a:path>
                        <a:path w="42419" h="43200" stroke="0">
                          <a:moveTo>
                            <a:pt x="42419" y="27354"/>
                          </a:moveTo>
                          <a:cubicBezTo>
                            <a:pt x="39831" y="36716"/>
                            <a:pt x="3131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7497" y="-1"/>
                            <a:pt x="33138" y="2411"/>
                            <a:pt x="37213" y="6673"/>
                          </a:cubicBezTo>
                          <a:lnTo>
                            <a:pt x="21600" y="21600"/>
                          </a:lnTo>
                          <a:lnTo>
                            <a:pt x="42419" y="27354"/>
                          </a:lnTo>
                          <a:close/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6736" name="Arc 1174"/>
                    <p:cNvSpPr/>
                    <p:nvPr/>
                  </p:nvSpPr>
                  <p:spPr>
                    <a:xfrm rot="-1415830">
                      <a:off x="3159" y="1070"/>
                      <a:ext cx="875" cy="61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3200" h="41520" fill="none">
                          <a:moveTo>
                            <a:pt x="13248" y="41519"/>
                          </a:moveTo>
                          <a:cubicBezTo>
                            <a:pt x="5222" y="38155"/>
                            <a:pt x="0" y="30302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5698"/>
                            <a:pt x="42033" y="29713"/>
                            <a:pt x="39837" y="33174"/>
                          </a:cubicBezTo>
                        </a:path>
                        <a:path w="43200" h="41520" stroke="0">
                          <a:moveTo>
                            <a:pt x="13248" y="41519"/>
                          </a:moveTo>
                          <a:cubicBezTo>
                            <a:pt x="5222" y="38155"/>
                            <a:pt x="0" y="30302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5698"/>
                            <a:pt x="42033" y="29713"/>
                            <a:pt x="39837" y="33174"/>
                          </a:cubicBezTo>
                          <a:lnTo>
                            <a:pt x="21600" y="21600"/>
                          </a:lnTo>
                          <a:lnTo>
                            <a:pt x="13248" y="41519"/>
                          </a:lnTo>
                          <a:close/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6737" name="Arc 1175"/>
                    <p:cNvSpPr/>
                    <p:nvPr/>
                  </p:nvSpPr>
                  <p:spPr>
                    <a:xfrm rot="-1415830">
                      <a:off x="3576" y="1255"/>
                      <a:ext cx="412" cy="29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38956" h="43200" fill="none">
                          <a:moveTo>
                            <a:pt x="38956" y="34458"/>
                          </a:moveTo>
                          <a:cubicBezTo>
                            <a:pt x="34882" y="39956"/>
                            <a:pt x="2844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3795" y="-1"/>
                            <a:pt x="25979" y="334"/>
                            <a:pt x="28073" y="993"/>
                          </a:cubicBezTo>
                        </a:path>
                        <a:path w="38956" h="43200" stroke="0">
                          <a:moveTo>
                            <a:pt x="38956" y="34458"/>
                          </a:moveTo>
                          <a:cubicBezTo>
                            <a:pt x="34882" y="39956"/>
                            <a:pt x="2844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3795" y="-1"/>
                            <a:pt x="25979" y="334"/>
                            <a:pt x="28073" y="993"/>
                          </a:cubicBezTo>
                          <a:lnTo>
                            <a:pt x="21600" y="21600"/>
                          </a:lnTo>
                          <a:lnTo>
                            <a:pt x="38956" y="34458"/>
                          </a:lnTo>
                          <a:close/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6738" name="Arc 1176"/>
                    <p:cNvSpPr/>
                    <p:nvPr/>
                  </p:nvSpPr>
                  <p:spPr>
                    <a:xfrm rot="-1415830">
                      <a:off x="3083" y="1919"/>
                      <a:ext cx="776" cy="38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3200" h="30267" fill="none">
                          <a:moveTo>
                            <a:pt x="1815" y="30266"/>
                          </a:moveTo>
                          <a:cubicBezTo>
                            <a:pt x="618" y="27534"/>
                            <a:pt x="0" y="2458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3162"/>
                            <a:pt x="43030" y="24719"/>
                            <a:pt x="42694" y="26244"/>
                          </a:cubicBezTo>
                        </a:path>
                        <a:path w="43200" h="30267" stroke="0">
                          <a:moveTo>
                            <a:pt x="1815" y="30266"/>
                          </a:moveTo>
                          <a:cubicBezTo>
                            <a:pt x="618" y="27534"/>
                            <a:pt x="0" y="2458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3162"/>
                            <a:pt x="43030" y="24719"/>
                            <a:pt x="42694" y="26244"/>
                          </a:cubicBezTo>
                          <a:lnTo>
                            <a:pt x="21600" y="21600"/>
                          </a:lnTo>
                          <a:lnTo>
                            <a:pt x="1815" y="30266"/>
                          </a:lnTo>
                          <a:close/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26739" name="Group 1177"/>
                  <p:cNvGrpSpPr/>
                  <p:nvPr/>
                </p:nvGrpSpPr>
                <p:grpSpPr>
                  <a:xfrm>
                    <a:off x="2407" y="1969"/>
                    <a:ext cx="248" cy="284"/>
                    <a:chOff x="2799" y="1070"/>
                    <a:chExt cx="1235" cy="1528"/>
                  </a:xfrm>
                </p:grpSpPr>
                <p:sp>
                  <p:nvSpPr>
                    <p:cNvPr id="26740" name="Arc 1178"/>
                    <p:cNvSpPr/>
                    <p:nvPr/>
                  </p:nvSpPr>
                  <p:spPr>
                    <a:xfrm rot="-1415830">
                      <a:off x="2799" y="1711"/>
                      <a:ext cx="1061" cy="887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2419" h="43200" fill="none">
                          <a:moveTo>
                            <a:pt x="42419" y="27354"/>
                          </a:moveTo>
                          <a:cubicBezTo>
                            <a:pt x="39831" y="36716"/>
                            <a:pt x="3131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7497" y="-1"/>
                            <a:pt x="33138" y="2411"/>
                            <a:pt x="37213" y="6673"/>
                          </a:cubicBezTo>
                        </a:path>
                        <a:path w="42419" h="43200" stroke="0">
                          <a:moveTo>
                            <a:pt x="42419" y="27354"/>
                          </a:moveTo>
                          <a:cubicBezTo>
                            <a:pt x="39831" y="36716"/>
                            <a:pt x="3131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7497" y="-1"/>
                            <a:pt x="33138" y="2411"/>
                            <a:pt x="37213" y="6673"/>
                          </a:cubicBezTo>
                          <a:lnTo>
                            <a:pt x="21600" y="21600"/>
                          </a:lnTo>
                          <a:lnTo>
                            <a:pt x="42419" y="27354"/>
                          </a:lnTo>
                          <a:close/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6741" name="Arc 1179"/>
                    <p:cNvSpPr/>
                    <p:nvPr/>
                  </p:nvSpPr>
                  <p:spPr>
                    <a:xfrm rot="-1415830">
                      <a:off x="3159" y="1070"/>
                      <a:ext cx="875" cy="61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3200" h="41520" fill="none">
                          <a:moveTo>
                            <a:pt x="13248" y="41519"/>
                          </a:moveTo>
                          <a:cubicBezTo>
                            <a:pt x="5222" y="38155"/>
                            <a:pt x="0" y="30302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5698"/>
                            <a:pt x="42033" y="29713"/>
                            <a:pt x="39837" y="33174"/>
                          </a:cubicBezTo>
                        </a:path>
                        <a:path w="43200" h="41520" stroke="0">
                          <a:moveTo>
                            <a:pt x="13248" y="41519"/>
                          </a:moveTo>
                          <a:cubicBezTo>
                            <a:pt x="5222" y="38155"/>
                            <a:pt x="0" y="30302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5698"/>
                            <a:pt x="42033" y="29713"/>
                            <a:pt x="39837" y="33174"/>
                          </a:cubicBezTo>
                          <a:lnTo>
                            <a:pt x="21600" y="21600"/>
                          </a:lnTo>
                          <a:lnTo>
                            <a:pt x="13248" y="41519"/>
                          </a:lnTo>
                          <a:close/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6742" name="Arc 1180"/>
                    <p:cNvSpPr/>
                    <p:nvPr/>
                  </p:nvSpPr>
                  <p:spPr>
                    <a:xfrm rot="-1415830">
                      <a:off x="3576" y="1255"/>
                      <a:ext cx="412" cy="29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38956" h="43200" fill="none">
                          <a:moveTo>
                            <a:pt x="38956" y="34458"/>
                          </a:moveTo>
                          <a:cubicBezTo>
                            <a:pt x="34882" y="39956"/>
                            <a:pt x="2844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3795" y="-1"/>
                            <a:pt x="25979" y="334"/>
                            <a:pt x="28073" y="993"/>
                          </a:cubicBezTo>
                        </a:path>
                        <a:path w="38956" h="43200" stroke="0">
                          <a:moveTo>
                            <a:pt x="38956" y="34458"/>
                          </a:moveTo>
                          <a:cubicBezTo>
                            <a:pt x="34882" y="39956"/>
                            <a:pt x="2844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3795" y="-1"/>
                            <a:pt x="25979" y="334"/>
                            <a:pt x="28073" y="993"/>
                          </a:cubicBezTo>
                          <a:lnTo>
                            <a:pt x="21600" y="21600"/>
                          </a:lnTo>
                          <a:lnTo>
                            <a:pt x="38956" y="34458"/>
                          </a:lnTo>
                          <a:close/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6743" name="Arc 1181"/>
                    <p:cNvSpPr/>
                    <p:nvPr/>
                  </p:nvSpPr>
                  <p:spPr>
                    <a:xfrm rot="-1415830">
                      <a:off x="3083" y="1919"/>
                      <a:ext cx="776" cy="38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3200" h="30267" fill="none">
                          <a:moveTo>
                            <a:pt x="1815" y="30266"/>
                          </a:moveTo>
                          <a:cubicBezTo>
                            <a:pt x="618" y="27534"/>
                            <a:pt x="0" y="2458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3162"/>
                            <a:pt x="43030" y="24719"/>
                            <a:pt x="42694" y="26244"/>
                          </a:cubicBezTo>
                        </a:path>
                        <a:path w="43200" h="30267" stroke="0">
                          <a:moveTo>
                            <a:pt x="1815" y="30266"/>
                          </a:moveTo>
                          <a:cubicBezTo>
                            <a:pt x="618" y="27534"/>
                            <a:pt x="0" y="2458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3162"/>
                            <a:pt x="43030" y="24719"/>
                            <a:pt x="42694" y="26244"/>
                          </a:cubicBezTo>
                          <a:lnTo>
                            <a:pt x="21600" y="21600"/>
                          </a:lnTo>
                          <a:lnTo>
                            <a:pt x="1815" y="30266"/>
                          </a:lnTo>
                          <a:close/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sp>
              <p:nvSpPr>
                <p:cNvPr id="26744" name="WordArt 1182"/>
                <p:cNvSpPr>
                  <a:spLocks noTextEdit="1"/>
                </p:cNvSpPr>
                <p:nvPr/>
              </p:nvSpPr>
              <p:spPr>
                <a:xfrm>
                  <a:off x="654" y="3061"/>
                  <a:ext cx="48" cy="16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i</a:t>
                  </a:r>
                </a:p>
              </p:txBody>
            </p:sp>
          </p:grpSp>
          <p:sp>
            <p:nvSpPr>
              <p:cNvPr id="26745" name="WordArt 1183"/>
              <p:cNvSpPr>
                <a:spLocks noTextEdit="1"/>
              </p:cNvSpPr>
              <p:nvPr/>
            </p:nvSpPr>
            <p:spPr>
              <a:xfrm>
                <a:off x="764" y="297"/>
                <a:ext cx="392" cy="12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动生</a:t>
                </a:r>
              </a:p>
            </p:txBody>
          </p:sp>
        </p:grpSp>
        <p:grpSp>
          <p:nvGrpSpPr>
            <p:cNvPr id="26746" name="Group 1184"/>
            <p:cNvGrpSpPr/>
            <p:nvPr/>
          </p:nvGrpSpPr>
          <p:grpSpPr>
            <a:xfrm>
              <a:off x="5313" y="2281"/>
              <a:ext cx="349" cy="135"/>
              <a:chOff x="3431" y="1848"/>
              <a:chExt cx="616" cy="253"/>
            </a:xfrm>
          </p:grpSpPr>
          <p:grpSp>
            <p:nvGrpSpPr>
              <p:cNvPr id="26747" name="Group 1185"/>
              <p:cNvGrpSpPr/>
              <p:nvPr/>
            </p:nvGrpSpPr>
            <p:grpSpPr>
              <a:xfrm>
                <a:off x="3431" y="1865"/>
                <a:ext cx="616" cy="236"/>
                <a:chOff x="540" y="189"/>
                <a:chExt cx="616" cy="236"/>
              </a:xfrm>
            </p:grpSpPr>
            <p:grpSp>
              <p:nvGrpSpPr>
                <p:cNvPr id="26748" name="Group 1186"/>
                <p:cNvGrpSpPr/>
                <p:nvPr/>
              </p:nvGrpSpPr>
              <p:grpSpPr>
                <a:xfrm>
                  <a:off x="540" y="189"/>
                  <a:ext cx="187" cy="230"/>
                  <a:chOff x="381" y="2879"/>
                  <a:chExt cx="321" cy="351"/>
                </a:xfrm>
              </p:grpSpPr>
              <p:grpSp>
                <p:nvGrpSpPr>
                  <p:cNvPr id="26749" name="Group 1187"/>
                  <p:cNvGrpSpPr/>
                  <p:nvPr/>
                </p:nvGrpSpPr>
                <p:grpSpPr>
                  <a:xfrm>
                    <a:off x="381" y="2879"/>
                    <a:ext cx="270" cy="346"/>
                    <a:chOff x="2407" y="1969"/>
                    <a:chExt cx="254" cy="293"/>
                  </a:xfrm>
                </p:grpSpPr>
                <p:grpSp>
                  <p:nvGrpSpPr>
                    <p:cNvPr id="26750" name="Group 1188"/>
                    <p:cNvGrpSpPr/>
                    <p:nvPr/>
                  </p:nvGrpSpPr>
                  <p:grpSpPr>
                    <a:xfrm>
                      <a:off x="2413" y="1978"/>
                      <a:ext cx="248" cy="284"/>
                      <a:chOff x="2799" y="1070"/>
                      <a:chExt cx="1235" cy="1528"/>
                    </a:xfrm>
                  </p:grpSpPr>
                  <p:sp>
                    <p:nvSpPr>
                      <p:cNvPr id="26751" name="Arc 1189"/>
                      <p:cNvSpPr/>
                      <p:nvPr/>
                    </p:nvSpPr>
                    <p:spPr>
                      <a:xfrm rot="-1415830">
                        <a:off x="2799" y="1711"/>
                        <a:ext cx="1061" cy="88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0" y="0"/>
                          </a:cxn>
                          <a:cxn ang="0">
                            <a:pos x="0" y="0"/>
                          </a:cxn>
                        </a:cxnLst>
                        <a:rect l="0" t="0" r="0" b="0"/>
                        <a:pathLst>
                          <a:path w="42419" h="43200" fill="none">
                            <a:moveTo>
                              <a:pt x="42419" y="27354"/>
                            </a:moveTo>
                            <a:cubicBezTo>
                              <a:pt x="39831" y="36716"/>
                              <a:pt x="31313" y="43199"/>
                              <a:pt x="21600" y="43200"/>
                            </a:cubicBezTo>
                            <a:cubicBezTo>
                              <a:pt x="9670" y="43200"/>
                              <a:pt x="0" y="33529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27497" y="-1"/>
                              <a:pt x="33138" y="2411"/>
                              <a:pt x="37213" y="6673"/>
                            </a:cubicBezTo>
                          </a:path>
                          <a:path w="42419" h="43200" stroke="0">
                            <a:moveTo>
                              <a:pt x="42419" y="27354"/>
                            </a:moveTo>
                            <a:cubicBezTo>
                              <a:pt x="39831" y="36716"/>
                              <a:pt x="31313" y="43199"/>
                              <a:pt x="21600" y="43200"/>
                            </a:cubicBezTo>
                            <a:cubicBezTo>
                              <a:pt x="9670" y="43200"/>
                              <a:pt x="0" y="33529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27497" y="-1"/>
                              <a:pt x="33138" y="2411"/>
                              <a:pt x="37213" y="6673"/>
                            </a:cubicBezTo>
                            <a:lnTo>
                              <a:pt x="21600" y="21600"/>
                            </a:lnTo>
                            <a:lnTo>
                              <a:pt x="42419" y="27354"/>
                            </a:lnTo>
                            <a:close/>
                          </a:path>
                        </a:pathLst>
                      </a:custGeom>
                      <a:noFill/>
                      <a:ln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6752" name="Arc 1190"/>
                      <p:cNvSpPr/>
                      <p:nvPr/>
                    </p:nvSpPr>
                    <p:spPr>
                      <a:xfrm rot="-1415830">
                        <a:off x="3159" y="1070"/>
                        <a:ext cx="875" cy="61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0" y="0"/>
                          </a:cxn>
                          <a:cxn ang="0">
                            <a:pos x="0" y="0"/>
                          </a:cxn>
                        </a:cxnLst>
                        <a:rect l="0" t="0" r="0" b="0"/>
                        <a:pathLst>
                          <a:path w="43200" h="41520" fill="none">
                            <a:moveTo>
                              <a:pt x="13248" y="41519"/>
                            </a:moveTo>
                            <a:cubicBezTo>
                              <a:pt x="5222" y="38155"/>
                              <a:pt x="0" y="30302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200" y="25698"/>
                              <a:pt x="42033" y="29713"/>
                              <a:pt x="39837" y="33174"/>
                            </a:cubicBezTo>
                          </a:path>
                          <a:path w="43200" h="41520" stroke="0">
                            <a:moveTo>
                              <a:pt x="13248" y="41519"/>
                            </a:moveTo>
                            <a:cubicBezTo>
                              <a:pt x="5222" y="38155"/>
                              <a:pt x="0" y="30302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200" y="25698"/>
                              <a:pt x="42033" y="29713"/>
                              <a:pt x="39837" y="33174"/>
                            </a:cubicBezTo>
                            <a:lnTo>
                              <a:pt x="21600" y="21600"/>
                            </a:lnTo>
                            <a:lnTo>
                              <a:pt x="13248" y="41519"/>
                            </a:lnTo>
                            <a:close/>
                          </a:path>
                        </a:pathLst>
                      </a:custGeom>
                      <a:noFill/>
                      <a:ln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6753" name="Arc 1191"/>
                      <p:cNvSpPr/>
                      <p:nvPr/>
                    </p:nvSpPr>
                    <p:spPr>
                      <a:xfrm rot="-1415830">
                        <a:off x="3576" y="1255"/>
                        <a:ext cx="412" cy="295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0" y="0"/>
                          </a:cxn>
                          <a:cxn ang="0">
                            <a:pos x="0" y="0"/>
                          </a:cxn>
                        </a:cxnLst>
                        <a:rect l="0" t="0" r="0" b="0"/>
                        <a:pathLst>
                          <a:path w="38956" h="43200" fill="none">
                            <a:moveTo>
                              <a:pt x="38956" y="34458"/>
                            </a:moveTo>
                            <a:cubicBezTo>
                              <a:pt x="34882" y="39956"/>
                              <a:pt x="28443" y="43199"/>
                              <a:pt x="21600" y="43200"/>
                            </a:cubicBezTo>
                            <a:cubicBezTo>
                              <a:pt x="9670" y="43200"/>
                              <a:pt x="0" y="33529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23795" y="-1"/>
                              <a:pt x="25979" y="334"/>
                              <a:pt x="28073" y="993"/>
                            </a:cubicBezTo>
                          </a:path>
                          <a:path w="38956" h="43200" stroke="0">
                            <a:moveTo>
                              <a:pt x="38956" y="34458"/>
                            </a:moveTo>
                            <a:cubicBezTo>
                              <a:pt x="34882" y="39956"/>
                              <a:pt x="28443" y="43199"/>
                              <a:pt x="21600" y="43200"/>
                            </a:cubicBezTo>
                            <a:cubicBezTo>
                              <a:pt x="9670" y="43200"/>
                              <a:pt x="0" y="33529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23795" y="-1"/>
                              <a:pt x="25979" y="334"/>
                              <a:pt x="28073" y="993"/>
                            </a:cubicBezTo>
                            <a:lnTo>
                              <a:pt x="21600" y="21600"/>
                            </a:lnTo>
                            <a:lnTo>
                              <a:pt x="38956" y="34458"/>
                            </a:lnTo>
                            <a:close/>
                          </a:path>
                        </a:pathLst>
                      </a:custGeom>
                      <a:noFill/>
                      <a:ln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6754" name="Arc 1192"/>
                      <p:cNvSpPr/>
                      <p:nvPr/>
                    </p:nvSpPr>
                    <p:spPr>
                      <a:xfrm rot="-1415830">
                        <a:off x="3083" y="1919"/>
                        <a:ext cx="776" cy="38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0" y="0"/>
                          </a:cxn>
                          <a:cxn ang="0">
                            <a:pos x="0" y="0"/>
                          </a:cxn>
                        </a:cxnLst>
                        <a:rect l="0" t="0" r="0" b="0"/>
                        <a:pathLst>
                          <a:path w="43200" h="30267" fill="none">
                            <a:moveTo>
                              <a:pt x="1815" y="30266"/>
                            </a:moveTo>
                            <a:cubicBezTo>
                              <a:pt x="618" y="27534"/>
                              <a:pt x="0" y="24583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200" y="23162"/>
                              <a:pt x="43030" y="24719"/>
                              <a:pt x="42694" y="26244"/>
                            </a:cubicBezTo>
                          </a:path>
                          <a:path w="43200" h="30267" stroke="0">
                            <a:moveTo>
                              <a:pt x="1815" y="30266"/>
                            </a:moveTo>
                            <a:cubicBezTo>
                              <a:pt x="618" y="27534"/>
                              <a:pt x="0" y="24583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200" y="23162"/>
                              <a:pt x="43030" y="24719"/>
                              <a:pt x="42694" y="26244"/>
                            </a:cubicBezTo>
                            <a:lnTo>
                              <a:pt x="21600" y="21600"/>
                            </a:lnTo>
                            <a:lnTo>
                              <a:pt x="1815" y="30266"/>
                            </a:lnTo>
                            <a:close/>
                          </a:path>
                        </a:pathLst>
                      </a:custGeom>
                      <a:noFill/>
                      <a:ln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26755" name="Group 1193"/>
                    <p:cNvGrpSpPr/>
                    <p:nvPr/>
                  </p:nvGrpSpPr>
                  <p:grpSpPr>
                    <a:xfrm>
                      <a:off x="2407" y="1969"/>
                      <a:ext cx="248" cy="284"/>
                      <a:chOff x="2799" y="1070"/>
                      <a:chExt cx="1235" cy="1528"/>
                    </a:xfrm>
                  </p:grpSpPr>
                  <p:sp>
                    <p:nvSpPr>
                      <p:cNvPr id="26756" name="Arc 1194"/>
                      <p:cNvSpPr/>
                      <p:nvPr/>
                    </p:nvSpPr>
                    <p:spPr>
                      <a:xfrm rot="-1415830">
                        <a:off x="2799" y="1711"/>
                        <a:ext cx="1061" cy="88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0" y="0"/>
                          </a:cxn>
                          <a:cxn ang="0">
                            <a:pos x="0" y="0"/>
                          </a:cxn>
                        </a:cxnLst>
                        <a:rect l="0" t="0" r="0" b="0"/>
                        <a:pathLst>
                          <a:path w="42419" h="43200" fill="none">
                            <a:moveTo>
                              <a:pt x="42419" y="27354"/>
                            </a:moveTo>
                            <a:cubicBezTo>
                              <a:pt x="39831" y="36716"/>
                              <a:pt x="31313" y="43199"/>
                              <a:pt x="21600" y="43200"/>
                            </a:cubicBezTo>
                            <a:cubicBezTo>
                              <a:pt x="9670" y="43200"/>
                              <a:pt x="0" y="33529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27497" y="-1"/>
                              <a:pt x="33138" y="2411"/>
                              <a:pt x="37213" y="6673"/>
                            </a:cubicBezTo>
                          </a:path>
                          <a:path w="42419" h="43200" stroke="0">
                            <a:moveTo>
                              <a:pt x="42419" y="27354"/>
                            </a:moveTo>
                            <a:cubicBezTo>
                              <a:pt x="39831" y="36716"/>
                              <a:pt x="31313" y="43199"/>
                              <a:pt x="21600" y="43200"/>
                            </a:cubicBezTo>
                            <a:cubicBezTo>
                              <a:pt x="9670" y="43200"/>
                              <a:pt x="0" y="33529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27497" y="-1"/>
                              <a:pt x="33138" y="2411"/>
                              <a:pt x="37213" y="6673"/>
                            </a:cubicBezTo>
                            <a:lnTo>
                              <a:pt x="21600" y="21600"/>
                            </a:lnTo>
                            <a:lnTo>
                              <a:pt x="42419" y="27354"/>
                            </a:lnTo>
                            <a:close/>
                          </a:path>
                        </a:pathLst>
                      </a:custGeom>
                      <a:noFill/>
                      <a:ln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6757" name="Arc 1195"/>
                      <p:cNvSpPr/>
                      <p:nvPr/>
                    </p:nvSpPr>
                    <p:spPr>
                      <a:xfrm rot="-1415830">
                        <a:off x="3159" y="1070"/>
                        <a:ext cx="875" cy="61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0" y="0"/>
                          </a:cxn>
                          <a:cxn ang="0">
                            <a:pos x="0" y="0"/>
                          </a:cxn>
                        </a:cxnLst>
                        <a:rect l="0" t="0" r="0" b="0"/>
                        <a:pathLst>
                          <a:path w="43200" h="41520" fill="none">
                            <a:moveTo>
                              <a:pt x="13248" y="41519"/>
                            </a:moveTo>
                            <a:cubicBezTo>
                              <a:pt x="5222" y="38155"/>
                              <a:pt x="0" y="30302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200" y="25698"/>
                              <a:pt x="42033" y="29713"/>
                              <a:pt x="39837" y="33174"/>
                            </a:cubicBezTo>
                          </a:path>
                          <a:path w="43200" h="41520" stroke="0">
                            <a:moveTo>
                              <a:pt x="13248" y="41519"/>
                            </a:moveTo>
                            <a:cubicBezTo>
                              <a:pt x="5222" y="38155"/>
                              <a:pt x="0" y="30302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200" y="25698"/>
                              <a:pt x="42033" y="29713"/>
                              <a:pt x="39837" y="33174"/>
                            </a:cubicBezTo>
                            <a:lnTo>
                              <a:pt x="21600" y="21600"/>
                            </a:lnTo>
                            <a:lnTo>
                              <a:pt x="13248" y="41519"/>
                            </a:lnTo>
                            <a:close/>
                          </a:path>
                        </a:pathLst>
                      </a:custGeom>
                      <a:noFill/>
                      <a:ln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6758" name="Arc 1196"/>
                      <p:cNvSpPr/>
                      <p:nvPr/>
                    </p:nvSpPr>
                    <p:spPr>
                      <a:xfrm rot="-1415830">
                        <a:off x="3576" y="1255"/>
                        <a:ext cx="412" cy="295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0" y="0"/>
                          </a:cxn>
                          <a:cxn ang="0">
                            <a:pos x="0" y="0"/>
                          </a:cxn>
                        </a:cxnLst>
                        <a:rect l="0" t="0" r="0" b="0"/>
                        <a:pathLst>
                          <a:path w="38956" h="43200" fill="none">
                            <a:moveTo>
                              <a:pt x="38956" y="34458"/>
                            </a:moveTo>
                            <a:cubicBezTo>
                              <a:pt x="34882" y="39956"/>
                              <a:pt x="28443" y="43199"/>
                              <a:pt x="21600" y="43200"/>
                            </a:cubicBezTo>
                            <a:cubicBezTo>
                              <a:pt x="9670" y="43200"/>
                              <a:pt x="0" y="33529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23795" y="-1"/>
                              <a:pt x="25979" y="334"/>
                              <a:pt x="28073" y="993"/>
                            </a:cubicBezTo>
                          </a:path>
                          <a:path w="38956" h="43200" stroke="0">
                            <a:moveTo>
                              <a:pt x="38956" y="34458"/>
                            </a:moveTo>
                            <a:cubicBezTo>
                              <a:pt x="34882" y="39956"/>
                              <a:pt x="28443" y="43199"/>
                              <a:pt x="21600" y="43200"/>
                            </a:cubicBezTo>
                            <a:cubicBezTo>
                              <a:pt x="9670" y="43200"/>
                              <a:pt x="0" y="33529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23795" y="-1"/>
                              <a:pt x="25979" y="334"/>
                              <a:pt x="28073" y="993"/>
                            </a:cubicBezTo>
                            <a:lnTo>
                              <a:pt x="21600" y="21600"/>
                            </a:lnTo>
                            <a:lnTo>
                              <a:pt x="38956" y="34458"/>
                            </a:lnTo>
                            <a:close/>
                          </a:path>
                        </a:pathLst>
                      </a:custGeom>
                      <a:noFill/>
                      <a:ln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6759" name="Arc 1197"/>
                      <p:cNvSpPr/>
                      <p:nvPr/>
                    </p:nvSpPr>
                    <p:spPr>
                      <a:xfrm rot="-1415830">
                        <a:off x="3083" y="1919"/>
                        <a:ext cx="776" cy="38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0" y="0"/>
                          </a:cxn>
                          <a:cxn ang="0">
                            <a:pos x="0" y="0"/>
                          </a:cxn>
                        </a:cxnLst>
                        <a:rect l="0" t="0" r="0" b="0"/>
                        <a:pathLst>
                          <a:path w="43200" h="30267" fill="none">
                            <a:moveTo>
                              <a:pt x="1815" y="30266"/>
                            </a:moveTo>
                            <a:cubicBezTo>
                              <a:pt x="618" y="27534"/>
                              <a:pt x="0" y="24583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200" y="23162"/>
                              <a:pt x="43030" y="24719"/>
                              <a:pt x="42694" y="26244"/>
                            </a:cubicBezTo>
                          </a:path>
                          <a:path w="43200" h="30267" stroke="0">
                            <a:moveTo>
                              <a:pt x="1815" y="30266"/>
                            </a:moveTo>
                            <a:cubicBezTo>
                              <a:pt x="618" y="27534"/>
                              <a:pt x="0" y="24583"/>
                              <a:pt x="0" y="21600"/>
                            </a:cubicBezTo>
                            <a:cubicBezTo>
                              <a:pt x="0" y="9670"/>
                              <a:pt x="9670" y="0"/>
                              <a:pt x="21600" y="0"/>
                            </a:cubicBezTo>
                            <a:cubicBezTo>
                              <a:pt x="33529" y="0"/>
                              <a:pt x="43200" y="9670"/>
                              <a:pt x="43200" y="21600"/>
                            </a:cubicBezTo>
                            <a:cubicBezTo>
                              <a:pt x="43200" y="23162"/>
                              <a:pt x="43030" y="24719"/>
                              <a:pt x="42694" y="26244"/>
                            </a:cubicBezTo>
                            <a:lnTo>
                              <a:pt x="21600" y="21600"/>
                            </a:lnTo>
                            <a:lnTo>
                              <a:pt x="1815" y="30266"/>
                            </a:lnTo>
                            <a:close/>
                          </a:path>
                        </a:pathLst>
                      </a:custGeom>
                      <a:noFill/>
                      <a:ln w="1905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  <p:sp>
                <p:nvSpPr>
                  <p:cNvPr id="26760" name="WordArt 1198"/>
                  <p:cNvSpPr>
                    <a:spLocks noTextEdit="1"/>
                  </p:cNvSpPr>
                  <p:nvPr/>
                </p:nvSpPr>
                <p:spPr>
                  <a:xfrm>
                    <a:off x="654" y="3061"/>
                    <a:ext cx="48" cy="169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i</a:t>
                    </a:r>
                  </a:p>
                </p:txBody>
              </p:sp>
            </p:grpSp>
            <p:sp>
              <p:nvSpPr>
                <p:cNvPr id="26761" name="WordArt 1199"/>
                <p:cNvSpPr>
                  <a:spLocks noTextEdit="1"/>
                </p:cNvSpPr>
                <p:nvPr/>
              </p:nvSpPr>
              <p:spPr>
                <a:xfrm>
                  <a:off x="764" y="297"/>
                  <a:ext cx="392" cy="12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>
                      <a:ln w="9525" cap="flat" cmpd="sng">
                        <a:solidFill>
                          <a:schemeClr val="tx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2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动生</a:t>
                  </a:r>
                </a:p>
              </p:txBody>
            </p:sp>
          </p:grpSp>
          <p:sp>
            <p:nvSpPr>
              <p:cNvPr id="26762" name="Freeform 1200"/>
              <p:cNvSpPr/>
              <p:nvPr/>
            </p:nvSpPr>
            <p:spPr>
              <a:xfrm>
                <a:off x="3602" y="1848"/>
                <a:ext cx="96" cy="9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88" h="384">
                    <a:moveTo>
                      <a:pt x="144" y="0"/>
                    </a:moveTo>
                    <a:lnTo>
                      <a:pt x="288" y="96"/>
                    </a:lnTo>
                    <a:lnTo>
                      <a:pt x="0" y="384"/>
                    </a:lnTo>
                    <a:lnTo>
                      <a:pt x="144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6763" name="Line 1201"/>
            <p:cNvSpPr/>
            <p:nvPr/>
          </p:nvSpPr>
          <p:spPr>
            <a:xfrm>
              <a:off x="4963" y="2180"/>
              <a:ext cx="202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764" name="Line 1202"/>
            <p:cNvSpPr/>
            <p:nvPr/>
          </p:nvSpPr>
          <p:spPr>
            <a:xfrm>
              <a:off x="5389" y="2166"/>
              <a:ext cx="202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765" name="Line 1203"/>
            <p:cNvSpPr/>
            <p:nvPr/>
          </p:nvSpPr>
          <p:spPr>
            <a:xfrm>
              <a:off x="5015" y="2550"/>
              <a:ext cx="100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766" name="Line 1204"/>
            <p:cNvSpPr/>
            <p:nvPr/>
          </p:nvSpPr>
          <p:spPr>
            <a:xfrm>
              <a:off x="5449" y="2546"/>
              <a:ext cx="100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767" name="Freeform 1206"/>
            <p:cNvSpPr/>
            <p:nvPr/>
          </p:nvSpPr>
          <p:spPr>
            <a:xfrm>
              <a:off x="5062" y="1944"/>
              <a:ext cx="430" cy="232"/>
            </a:xfrm>
            <a:custGeom>
              <a:avLst/>
              <a:gdLst/>
              <a:ahLst/>
              <a:cxnLst>
                <a:cxn ang="0">
                  <a:pos x="0" y="226"/>
                </a:cxn>
                <a:cxn ang="0">
                  <a:pos x="0" y="0"/>
                </a:cxn>
                <a:cxn ang="0">
                  <a:pos x="430" y="0"/>
                </a:cxn>
                <a:cxn ang="0">
                  <a:pos x="430" y="232"/>
                </a:cxn>
              </a:cxnLst>
              <a:rect l="0" t="0" r="0" b="0"/>
              <a:pathLst>
                <a:path w="430" h="232">
                  <a:moveTo>
                    <a:pt x="0" y="226"/>
                  </a:moveTo>
                  <a:lnTo>
                    <a:pt x="0" y="0"/>
                  </a:lnTo>
                  <a:lnTo>
                    <a:pt x="430" y="0"/>
                  </a:lnTo>
                  <a:lnTo>
                    <a:pt x="430" y="23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68" name="Freeform 1207"/>
            <p:cNvSpPr/>
            <p:nvPr/>
          </p:nvSpPr>
          <p:spPr>
            <a:xfrm flipV="1">
              <a:off x="5064" y="2544"/>
              <a:ext cx="430" cy="232"/>
            </a:xfrm>
            <a:custGeom>
              <a:avLst/>
              <a:gdLst/>
              <a:ahLst/>
              <a:cxnLst>
                <a:cxn ang="0">
                  <a:pos x="0" y="226"/>
                </a:cxn>
                <a:cxn ang="0">
                  <a:pos x="0" y="0"/>
                </a:cxn>
                <a:cxn ang="0">
                  <a:pos x="430" y="0"/>
                </a:cxn>
                <a:cxn ang="0">
                  <a:pos x="430" y="232"/>
                </a:cxn>
              </a:cxnLst>
              <a:rect l="0" t="0" r="0" b="0"/>
              <a:pathLst>
                <a:path w="430" h="232">
                  <a:moveTo>
                    <a:pt x="0" y="226"/>
                  </a:moveTo>
                  <a:lnTo>
                    <a:pt x="0" y="0"/>
                  </a:lnTo>
                  <a:lnTo>
                    <a:pt x="430" y="0"/>
                  </a:lnTo>
                  <a:lnTo>
                    <a:pt x="430" y="23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69" name="Line 1209"/>
            <p:cNvSpPr/>
            <p:nvPr/>
          </p:nvSpPr>
          <p:spPr>
            <a:xfrm flipH="1" flipV="1">
              <a:off x="5100" y="2220"/>
              <a:ext cx="0" cy="1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770" name="Line 1210"/>
            <p:cNvSpPr/>
            <p:nvPr/>
          </p:nvSpPr>
          <p:spPr>
            <a:xfrm flipV="1">
              <a:off x="5528" y="2444"/>
              <a:ext cx="0" cy="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771" name="Line 1211"/>
            <p:cNvSpPr/>
            <p:nvPr/>
          </p:nvSpPr>
          <p:spPr>
            <a:xfrm flipH="1" flipV="1">
              <a:off x="5522" y="2192"/>
              <a:ext cx="0" cy="1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772" name="Line 1212"/>
            <p:cNvSpPr/>
            <p:nvPr/>
          </p:nvSpPr>
          <p:spPr>
            <a:xfrm flipV="1">
              <a:off x="5094" y="2446"/>
              <a:ext cx="0" cy="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773" name="Line 1213"/>
            <p:cNvSpPr/>
            <p:nvPr/>
          </p:nvSpPr>
          <p:spPr>
            <a:xfrm>
              <a:off x="4971" y="2616"/>
              <a:ext cx="6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774" name="WordArt 1214"/>
            <p:cNvSpPr>
              <a:spLocks noTextEdit="1"/>
            </p:cNvSpPr>
            <p:nvPr/>
          </p:nvSpPr>
          <p:spPr>
            <a:xfrm>
              <a:off x="4974" y="2035"/>
              <a:ext cx="74" cy="7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26775" name="WordArt 1216"/>
            <p:cNvSpPr>
              <a:spLocks noTextEdit="1"/>
            </p:cNvSpPr>
            <p:nvPr/>
          </p:nvSpPr>
          <p:spPr>
            <a:xfrm>
              <a:off x="5508" y="2050"/>
              <a:ext cx="74" cy="7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26776" name="Line 1217"/>
            <p:cNvSpPr/>
            <p:nvPr/>
          </p:nvSpPr>
          <p:spPr>
            <a:xfrm>
              <a:off x="5538" y="2606"/>
              <a:ext cx="6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777" name="WordArt 1219"/>
            <p:cNvSpPr>
              <a:spLocks noTextEdit="1"/>
            </p:cNvSpPr>
            <p:nvPr/>
          </p:nvSpPr>
          <p:spPr>
            <a:xfrm>
              <a:off x="4983" y="2770"/>
              <a:ext cx="49" cy="6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6778" name="WordArt 1220"/>
            <p:cNvSpPr>
              <a:spLocks noTextEdit="1"/>
            </p:cNvSpPr>
            <p:nvPr/>
          </p:nvSpPr>
          <p:spPr>
            <a:xfrm>
              <a:off x="4999" y="1845"/>
              <a:ext cx="52" cy="7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6779" name="WordArt 1221"/>
            <p:cNvSpPr>
              <a:spLocks noTextEdit="1"/>
            </p:cNvSpPr>
            <p:nvPr/>
          </p:nvSpPr>
          <p:spPr>
            <a:xfrm>
              <a:off x="5505" y="1859"/>
              <a:ext cx="51" cy="6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6780" name="WordArt 1222"/>
            <p:cNvSpPr>
              <a:spLocks noTextEdit="1"/>
            </p:cNvSpPr>
            <p:nvPr/>
          </p:nvSpPr>
          <p:spPr>
            <a:xfrm>
              <a:off x="5516" y="2760"/>
              <a:ext cx="61" cy="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d</a:t>
              </a:r>
            </a:p>
          </p:txBody>
        </p:sp>
      </p:grpSp>
      <p:grpSp>
        <p:nvGrpSpPr>
          <p:cNvPr id="26781" name="组合 418"/>
          <p:cNvGrpSpPr/>
          <p:nvPr/>
        </p:nvGrpSpPr>
        <p:grpSpPr>
          <a:xfrm>
            <a:off x="250825" y="266700"/>
            <a:ext cx="3386138" cy="498475"/>
            <a:chOff x="709613" y="1452563"/>
            <a:chExt cx="3385185" cy="498475"/>
          </a:xfrm>
        </p:grpSpPr>
        <p:graphicFrame>
          <p:nvGraphicFramePr>
            <p:cNvPr id="26782" name="Object 404"/>
            <p:cNvGraphicFramePr>
              <a:graphicFrameLocks noChangeAspect="1"/>
            </p:cNvGraphicFramePr>
            <p:nvPr/>
          </p:nvGraphicFramePr>
          <p:xfrm>
            <a:off x="709613" y="1452563"/>
            <a:ext cx="1385887" cy="498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494665" imgH="177800" progId="Equation.DSMT4">
                    <p:embed/>
                  </p:oleObj>
                </mc:Choice>
                <mc:Fallback>
                  <p:oleObj r:id="rId3" imgW="494665" imgH="177800" progId="Equation.DSMT4">
                    <p:embed/>
                    <p:pic>
                      <p:nvPicPr>
                        <p:cNvPr id="0" name="图片 312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09613" y="1452563"/>
                          <a:ext cx="1385887" cy="4984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783" name="矩形 405"/>
            <p:cNvSpPr/>
            <p:nvPr/>
          </p:nvSpPr>
          <p:spPr>
            <a:xfrm>
              <a:off x="2071688" y="1452563"/>
              <a:ext cx="2023110" cy="4603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的应用举例</a:t>
              </a:r>
              <a:r>
                <a:rPr lang="en-US" altLang="zh-CN" sz="24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</a:p>
          </p:txBody>
        </p:sp>
      </p:grpSp>
      <p:graphicFrame>
        <p:nvGraphicFramePr>
          <p:cNvPr id="11" name="Object 51"/>
          <p:cNvGraphicFramePr>
            <a:graphicFrameLocks noChangeAspect="1"/>
          </p:cNvGraphicFramePr>
          <p:nvPr/>
        </p:nvGraphicFramePr>
        <p:xfrm>
          <a:off x="4221163" y="1473200"/>
          <a:ext cx="2787650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257300" imgH="444500" progId="Equation.DSMT4">
                  <p:embed/>
                </p:oleObj>
              </mc:Choice>
              <mc:Fallback>
                <p:oleObj r:id="rId5" imgW="1257300" imgH="444500" progId="Equation.DSMT4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21163" y="1473200"/>
                        <a:ext cx="2787650" cy="1052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1"/>
          <p:cNvGraphicFramePr>
            <a:graphicFrameLocks noChangeAspect="1"/>
          </p:cNvGraphicFramePr>
          <p:nvPr/>
        </p:nvGraphicFramePr>
        <p:xfrm>
          <a:off x="4097338" y="2782888"/>
          <a:ext cx="3322637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498600" imgH="444500" progId="Equation.DSMT4">
                  <p:embed/>
                </p:oleObj>
              </mc:Choice>
              <mc:Fallback>
                <p:oleObj r:id="rId7" imgW="1498600" imgH="444500" progId="Equation.DSMT4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97338" y="2782888"/>
                        <a:ext cx="3322637" cy="1052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51"/>
          <p:cNvGraphicFramePr>
            <a:graphicFrameLocks noChangeAspect="1"/>
          </p:cNvGraphicFramePr>
          <p:nvPr/>
        </p:nvGraphicFramePr>
        <p:xfrm>
          <a:off x="4295775" y="342900"/>
          <a:ext cx="1268413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584200" imgH="393700" progId="Equation.DSMT4">
                  <p:embed/>
                </p:oleObj>
              </mc:Choice>
              <mc:Fallback>
                <p:oleObj r:id="rId9" imgW="584200" imgH="393700" progId="Equation.DSMT4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95775" y="342900"/>
                        <a:ext cx="1268413" cy="912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51"/>
          <p:cNvGraphicFramePr>
            <a:graphicFrameLocks noChangeAspect="1"/>
          </p:cNvGraphicFramePr>
          <p:nvPr/>
        </p:nvGraphicFramePr>
        <p:xfrm>
          <a:off x="4144963" y="4803775"/>
          <a:ext cx="4618037" cy="152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298700" imgH="685800" progId="Equation.DSMT4">
                  <p:embed/>
                </p:oleObj>
              </mc:Choice>
              <mc:Fallback>
                <p:oleObj r:id="rId11" imgW="2298700" imgH="685800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144963" y="4803775"/>
                        <a:ext cx="4618037" cy="1525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/>
          <p:cNvSpPr txBox="1"/>
          <p:nvPr/>
        </p:nvSpPr>
        <p:spPr>
          <a:xfrm>
            <a:off x="4046538" y="3925888"/>
            <a:ext cx="3348037" cy="8302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在该回路中好比两个反向连接的电源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15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24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6" descr="羊皮纸"/>
          <p:cNvSpPr/>
          <p:nvPr/>
        </p:nvSpPr>
        <p:spPr>
          <a:xfrm>
            <a:off x="0" y="0"/>
            <a:ext cx="5022850" cy="1119188"/>
          </a:xfrm>
          <a:prstGeom prst="rect">
            <a:avLst/>
          </a:prstGeom>
          <a:blipFill rotWithShape="0">
            <a:blip r:embed="rId2"/>
          </a:blipFill>
          <a:ln w="9525" cap="flat" cmpd="sng">
            <a:solidFill>
              <a:srgbClr val="FFFF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0" name="Rectangle 27" descr="羊皮纸"/>
          <p:cNvSpPr/>
          <p:nvPr/>
        </p:nvSpPr>
        <p:spPr>
          <a:xfrm>
            <a:off x="0" y="6684963"/>
            <a:ext cx="9144000" cy="173037"/>
          </a:xfrm>
          <a:prstGeom prst="rect">
            <a:avLst/>
          </a:prstGeom>
          <a:blipFill rotWithShape="0">
            <a:blip r:embed="rId2"/>
          </a:blipFill>
          <a:ln w="9525" cap="flat" cmpd="sng">
            <a:solidFill>
              <a:srgbClr val="FFFF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2"/>
          <p:cNvGrpSpPr/>
          <p:nvPr/>
        </p:nvGrpSpPr>
        <p:grpSpPr>
          <a:xfrm>
            <a:off x="6237288" y="647700"/>
            <a:ext cx="1960562" cy="2995613"/>
            <a:chOff x="3920" y="1139"/>
            <a:chExt cx="1235" cy="1887"/>
          </a:xfrm>
        </p:grpSpPr>
        <p:sp>
          <p:nvSpPr>
            <p:cNvPr id="27652" name="AutoShape 3"/>
            <p:cNvSpPr/>
            <p:nvPr/>
          </p:nvSpPr>
          <p:spPr>
            <a:xfrm flipV="1">
              <a:off x="4160" y="1750"/>
              <a:ext cx="672" cy="1056"/>
            </a:xfrm>
            <a:prstGeom prst="rtTriangle">
              <a:avLst/>
            </a:prstGeom>
            <a:noFill/>
            <a:ln w="38100" cap="flat" cmpd="sng">
              <a:solidFill>
                <a:srgbClr val="000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53" name="Text Box 4"/>
            <p:cNvSpPr txBox="1"/>
            <p:nvPr/>
          </p:nvSpPr>
          <p:spPr>
            <a:xfrm>
              <a:off x="3957" y="2699"/>
              <a:ext cx="4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54" name="Text Box 5"/>
            <p:cNvSpPr txBox="1"/>
            <p:nvPr/>
          </p:nvSpPr>
          <p:spPr>
            <a:xfrm>
              <a:off x="3920" y="1508"/>
              <a:ext cx="4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7655" name="Text Box 6"/>
            <p:cNvSpPr txBox="1"/>
            <p:nvPr/>
          </p:nvSpPr>
          <p:spPr>
            <a:xfrm>
              <a:off x="4723" y="1423"/>
              <a:ext cx="4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27656" name="Arc 7"/>
            <p:cNvSpPr/>
            <p:nvPr/>
          </p:nvSpPr>
          <p:spPr>
            <a:xfrm>
              <a:off x="3986" y="2018"/>
              <a:ext cx="285" cy="15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43200" h="38467" fill="none">
                  <a:moveTo>
                    <a:pt x="36228" y="975"/>
                  </a:moveTo>
                  <a:cubicBezTo>
                    <a:pt x="40671" y="5064"/>
                    <a:pt x="43200" y="10828"/>
                    <a:pt x="43200" y="16867"/>
                  </a:cubicBezTo>
                  <a:cubicBezTo>
                    <a:pt x="43200" y="28796"/>
                    <a:pt x="33529" y="38467"/>
                    <a:pt x="21600" y="38467"/>
                  </a:cubicBezTo>
                  <a:cubicBezTo>
                    <a:pt x="9670" y="38467"/>
                    <a:pt x="0" y="28796"/>
                    <a:pt x="0" y="16867"/>
                  </a:cubicBezTo>
                  <a:cubicBezTo>
                    <a:pt x="-1" y="10305"/>
                    <a:pt x="2982" y="4099"/>
                    <a:pt x="8106" y="-1"/>
                  </a:cubicBezTo>
                </a:path>
                <a:path w="43200" h="38467" stroke="0">
                  <a:moveTo>
                    <a:pt x="36228" y="975"/>
                  </a:moveTo>
                  <a:cubicBezTo>
                    <a:pt x="40671" y="5064"/>
                    <a:pt x="43200" y="10828"/>
                    <a:pt x="43200" y="16867"/>
                  </a:cubicBezTo>
                  <a:cubicBezTo>
                    <a:pt x="43200" y="28796"/>
                    <a:pt x="33529" y="38467"/>
                    <a:pt x="21600" y="38467"/>
                  </a:cubicBezTo>
                  <a:cubicBezTo>
                    <a:pt x="9670" y="38467"/>
                    <a:pt x="0" y="28796"/>
                    <a:pt x="0" y="16867"/>
                  </a:cubicBezTo>
                  <a:cubicBezTo>
                    <a:pt x="-1" y="10305"/>
                    <a:pt x="2982" y="4099"/>
                    <a:pt x="8106" y="-1"/>
                  </a:cubicBezTo>
                  <a:lnTo>
                    <a:pt x="21600" y="16867"/>
                  </a:lnTo>
                  <a:lnTo>
                    <a:pt x="36228" y="975"/>
                  </a:lnTo>
                  <a:close/>
                </a:path>
              </a:pathLst>
            </a:custGeom>
            <a:noFill/>
            <a:ln w="38100" cap="flat" cmpd="sng">
              <a:solidFill>
                <a:srgbClr val="000099"/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57" name="Text Box 8"/>
            <p:cNvSpPr txBox="1"/>
            <p:nvPr/>
          </p:nvSpPr>
          <p:spPr>
            <a:xfrm>
              <a:off x="4127" y="1735"/>
              <a:ext cx="5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</a:t>
              </a:r>
            </a:p>
          </p:txBody>
        </p:sp>
        <p:sp>
          <p:nvSpPr>
            <p:cNvPr id="27658" name="Line 9"/>
            <p:cNvSpPr/>
            <p:nvPr/>
          </p:nvSpPr>
          <p:spPr>
            <a:xfrm flipV="1">
              <a:off x="3920" y="1510"/>
              <a:ext cx="0" cy="1344"/>
            </a:xfrm>
            <a:prstGeom prst="line">
              <a:avLst/>
            </a:prstGeom>
            <a:ln w="349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7659" name="Line 10"/>
            <p:cNvSpPr/>
            <p:nvPr/>
          </p:nvSpPr>
          <p:spPr>
            <a:xfrm flipV="1">
              <a:off x="4976" y="1510"/>
              <a:ext cx="0" cy="1344"/>
            </a:xfrm>
            <a:prstGeom prst="line">
              <a:avLst/>
            </a:prstGeom>
            <a:ln w="349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7660" name="Line 11"/>
            <p:cNvSpPr/>
            <p:nvPr/>
          </p:nvSpPr>
          <p:spPr>
            <a:xfrm flipV="1">
              <a:off x="4448" y="1510"/>
              <a:ext cx="0" cy="1344"/>
            </a:xfrm>
            <a:prstGeom prst="line">
              <a:avLst/>
            </a:prstGeom>
            <a:ln w="349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27661" name="Object 12"/>
            <p:cNvGraphicFramePr>
              <a:graphicFrameLocks noChangeAspect="1"/>
            </p:cNvGraphicFramePr>
            <p:nvPr/>
          </p:nvGraphicFramePr>
          <p:xfrm>
            <a:off x="4269" y="1139"/>
            <a:ext cx="340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52400" imgH="190500" progId="Equation.3">
                    <p:embed/>
                  </p:oleObj>
                </mc:Choice>
                <mc:Fallback>
                  <p:oleObj r:id="rId3" imgW="152400" imgH="190500" progId="Equation.3">
                    <p:embed/>
                    <p:pic>
                      <p:nvPicPr>
                        <p:cNvPr id="0" name="图片 313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269" y="1139"/>
                          <a:ext cx="340" cy="3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33" name="Text Box 13"/>
          <p:cNvSpPr txBox="1"/>
          <p:nvPr/>
        </p:nvSpPr>
        <p:spPr>
          <a:xfrm>
            <a:off x="58738" y="1014413"/>
            <a:ext cx="4964112" cy="11985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如图，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abc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为金属框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边长为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 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两点间的电势差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-V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=? </a:t>
            </a:r>
          </a:p>
        </p:txBody>
      </p:sp>
      <p:sp>
        <p:nvSpPr>
          <p:cNvPr id="224270" name="Text Box 14"/>
          <p:cNvSpPr txBox="1"/>
          <p:nvPr/>
        </p:nvSpPr>
        <p:spPr>
          <a:xfrm>
            <a:off x="117475" y="2352675"/>
            <a:ext cx="48450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解：整个三角金属框的电动势为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224272" name="Object 16"/>
          <p:cNvGraphicFramePr>
            <a:graphicFrameLocks noChangeAspect="1"/>
          </p:cNvGraphicFramePr>
          <p:nvPr/>
        </p:nvGraphicFramePr>
        <p:xfrm>
          <a:off x="509588" y="2867025"/>
          <a:ext cx="1316037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558800" imgH="279400" progId="Equation.3">
                  <p:embed/>
                </p:oleObj>
              </mc:Choice>
              <mc:Fallback>
                <p:oleObj r:id="rId5" imgW="558800" imgH="27940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9588" y="2867025"/>
                        <a:ext cx="1316037" cy="658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73" name="Object 17"/>
          <p:cNvGraphicFramePr>
            <a:graphicFrameLocks noChangeAspect="1"/>
          </p:cNvGraphicFramePr>
          <p:nvPr/>
        </p:nvGraphicFramePr>
        <p:xfrm>
          <a:off x="509588" y="3617913"/>
          <a:ext cx="223520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002665" imgH="508000" progId="Equation.3">
                  <p:embed/>
                </p:oleObj>
              </mc:Choice>
              <mc:Fallback>
                <p:oleObj r:id="rId7" imgW="1002665" imgH="508000" progId="Equation.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9588" y="3617913"/>
                        <a:ext cx="2235200" cy="987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74" name="Object 18"/>
          <p:cNvGraphicFramePr>
            <a:graphicFrameLocks noChangeAspect="1"/>
          </p:cNvGraphicFramePr>
          <p:nvPr/>
        </p:nvGraphicFramePr>
        <p:xfrm>
          <a:off x="433388" y="4637088"/>
          <a:ext cx="2174875" cy="102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914400" imgH="405765" progId="Equation.3">
                  <p:embed/>
                </p:oleObj>
              </mc:Choice>
              <mc:Fallback>
                <p:oleObj r:id="rId9" imgW="914400" imgH="405765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3388" y="4637088"/>
                        <a:ext cx="2174875" cy="1027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75" name="Object 19"/>
          <p:cNvGraphicFramePr>
            <a:graphicFrameLocks noChangeAspect="1"/>
          </p:cNvGraphicFramePr>
          <p:nvPr/>
        </p:nvGraphicFramePr>
        <p:xfrm>
          <a:off x="584200" y="5632450"/>
          <a:ext cx="302895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143000" imgH="393700" progId="Equation.3">
                  <p:embed/>
                </p:oleObj>
              </mc:Choice>
              <mc:Fallback>
                <p:oleObj r:id="rId11" imgW="1143000" imgH="393700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84200" y="5632450"/>
                        <a:ext cx="3028950" cy="911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0"/>
          <p:cNvGrpSpPr/>
          <p:nvPr/>
        </p:nvGrpSpPr>
        <p:grpSpPr>
          <a:xfrm>
            <a:off x="6777038" y="2268538"/>
            <a:ext cx="914400" cy="990600"/>
            <a:chOff x="4269" y="2075"/>
            <a:chExt cx="576" cy="624"/>
          </a:xfrm>
        </p:grpSpPr>
        <p:sp>
          <p:nvSpPr>
            <p:cNvPr id="27669" name="Line 21"/>
            <p:cNvSpPr/>
            <p:nvPr/>
          </p:nvSpPr>
          <p:spPr>
            <a:xfrm flipV="1">
              <a:off x="4269" y="2103"/>
              <a:ext cx="425" cy="59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27670" name="Object 22"/>
            <p:cNvGraphicFramePr>
              <a:graphicFrameLocks noChangeAspect="1"/>
            </p:cNvGraphicFramePr>
            <p:nvPr/>
          </p:nvGraphicFramePr>
          <p:xfrm>
            <a:off x="4536" y="2075"/>
            <a:ext cx="309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215900" imgH="228600" progId="Equation.3">
                    <p:embed/>
                  </p:oleObj>
                </mc:Choice>
                <mc:Fallback>
                  <p:oleObj r:id="rId13" imgW="215900" imgH="228600" progId="Equation.3">
                    <p:embed/>
                    <p:pic>
                      <p:nvPicPr>
                        <p:cNvPr id="0" name="图片 3136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536" y="2075"/>
                          <a:ext cx="309" cy="3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3"/>
          <p:cNvGrpSpPr/>
          <p:nvPr/>
        </p:nvGrpSpPr>
        <p:grpSpPr>
          <a:xfrm>
            <a:off x="6732588" y="1087438"/>
            <a:ext cx="854075" cy="519112"/>
            <a:chOff x="2597" y="2614"/>
            <a:chExt cx="538" cy="327"/>
          </a:xfrm>
        </p:grpSpPr>
        <p:sp>
          <p:nvSpPr>
            <p:cNvPr id="27672" name="Line 24"/>
            <p:cNvSpPr/>
            <p:nvPr/>
          </p:nvSpPr>
          <p:spPr>
            <a:xfrm>
              <a:off x="2597" y="2897"/>
              <a:ext cx="538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27673" name="Object 25"/>
            <p:cNvGraphicFramePr>
              <a:graphicFrameLocks noChangeAspect="1"/>
            </p:cNvGraphicFramePr>
            <p:nvPr/>
          </p:nvGraphicFramePr>
          <p:xfrm>
            <a:off x="2844" y="2614"/>
            <a:ext cx="291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203200" imgH="228600" progId="Equation.3">
                    <p:embed/>
                  </p:oleObj>
                </mc:Choice>
                <mc:Fallback>
                  <p:oleObj r:id="rId15" imgW="203200" imgH="228600" progId="Equation.3">
                    <p:embed/>
                    <p:pic>
                      <p:nvPicPr>
                        <p:cNvPr id="0" name="图片 3139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844" y="2614"/>
                          <a:ext cx="291" cy="3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27"/>
          <p:cNvGrpSpPr/>
          <p:nvPr/>
        </p:nvGrpSpPr>
        <p:grpSpPr>
          <a:xfrm>
            <a:off x="425450" y="122238"/>
            <a:ext cx="3717925" cy="974725"/>
            <a:chOff x="390526" y="1150294"/>
            <a:chExt cx="3718652" cy="975342"/>
          </a:xfrm>
        </p:grpSpPr>
        <p:graphicFrame>
          <p:nvGraphicFramePr>
            <p:cNvPr id="27675" name="Object 28"/>
            <p:cNvGraphicFramePr>
              <a:graphicFrameLocks noChangeAspect="1"/>
            </p:cNvGraphicFramePr>
            <p:nvPr/>
          </p:nvGraphicFramePr>
          <p:xfrm>
            <a:off x="390526" y="1150294"/>
            <a:ext cx="1790700" cy="975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7" imgW="723900" imgH="393700" progId="Equation.DSMT4">
                    <p:embed/>
                  </p:oleObj>
                </mc:Choice>
                <mc:Fallback>
                  <p:oleObj r:id="rId17" imgW="723900" imgH="393700" progId="Equation.DSMT4">
                    <p:embed/>
                    <p:pic>
                      <p:nvPicPr>
                        <p:cNvPr id="0" name="图片 3142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90526" y="1150294"/>
                          <a:ext cx="1790700" cy="9753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76" name="矩形 29"/>
            <p:cNvSpPr/>
            <p:nvPr/>
          </p:nvSpPr>
          <p:spPr>
            <a:xfrm>
              <a:off x="2181246" y="1443215"/>
              <a:ext cx="1927932" cy="4606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的应用举例</a:t>
              </a:r>
              <a:r>
                <a:rPr lang="en-US" altLang="zh-CN" sz="24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1</a:t>
              </a: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098800" y="3852863"/>
            <a:ext cx="154305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0" hangingPunct="0"/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端电势高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098800" y="4918075"/>
            <a:ext cx="154305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0" hangingPunct="0"/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端电势高</a:t>
            </a:r>
          </a:p>
        </p:txBody>
      </p:sp>
      <p:grpSp>
        <p:nvGrpSpPr>
          <p:cNvPr id="11" name="组合 10"/>
          <p:cNvGrpSpPr/>
          <p:nvPr/>
        </p:nvGrpSpPr>
        <p:grpSpPr>
          <a:xfrm rot="-5400000">
            <a:off x="6927850" y="3911600"/>
            <a:ext cx="371475" cy="973138"/>
            <a:chOff x="7835" y="6730"/>
            <a:chExt cx="584" cy="2571"/>
          </a:xfrm>
        </p:grpSpPr>
        <p:cxnSp>
          <p:nvCxnSpPr>
            <p:cNvPr id="27680" name="直接连接符 7"/>
            <p:cNvCxnSpPr/>
            <p:nvPr/>
          </p:nvCxnSpPr>
          <p:spPr>
            <a:xfrm>
              <a:off x="8126" y="6730"/>
              <a:ext cx="0" cy="119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81" name="直接连接符 8"/>
            <p:cNvCxnSpPr/>
            <p:nvPr/>
          </p:nvCxnSpPr>
          <p:spPr>
            <a:xfrm>
              <a:off x="7965" y="7910"/>
              <a:ext cx="320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82" name="直接连接符 9"/>
            <p:cNvCxnSpPr/>
            <p:nvPr/>
          </p:nvCxnSpPr>
          <p:spPr>
            <a:xfrm>
              <a:off x="7835" y="8103"/>
              <a:ext cx="585" cy="15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83" name="直接连接符 11"/>
            <p:cNvCxnSpPr/>
            <p:nvPr/>
          </p:nvCxnSpPr>
          <p:spPr>
            <a:xfrm>
              <a:off x="8128" y="8103"/>
              <a:ext cx="0" cy="119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" name="组合 12"/>
          <p:cNvGrpSpPr/>
          <p:nvPr/>
        </p:nvGrpSpPr>
        <p:grpSpPr>
          <a:xfrm rot="1860000">
            <a:off x="6956425" y="4259263"/>
            <a:ext cx="371475" cy="1911350"/>
            <a:chOff x="7808" y="6730"/>
            <a:chExt cx="585" cy="2571"/>
          </a:xfrm>
        </p:grpSpPr>
        <p:cxnSp>
          <p:nvCxnSpPr>
            <p:cNvPr id="27685" name="直接连接符 13"/>
            <p:cNvCxnSpPr/>
            <p:nvPr/>
          </p:nvCxnSpPr>
          <p:spPr>
            <a:xfrm>
              <a:off x="8126" y="6730"/>
              <a:ext cx="0" cy="119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86" name="直接连接符 14"/>
            <p:cNvCxnSpPr/>
            <p:nvPr/>
          </p:nvCxnSpPr>
          <p:spPr>
            <a:xfrm>
              <a:off x="7920" y="8093"/>
              <a:ext cx="320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87" name="直接连接符 15"/>
            <p:cNvCxnSpPr/>
            <p:nvPr/>
          </p:nvCxnSpPr>
          <p:spPr>
            <a:xfrm>
              <a:off x="7808" y="7905"/>
              <a:ext cx="585" cy="15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88" name="直接连接符 16"/>
            <p:cNvCxnSpPr/>
            <p:nvPr/>
          </p:nvCxnSpPr>
          <p:spPr>
            <a:xfrm>
              <a:off x="8128" y="8103"/>
              <a:ext cx="0" cy="119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18" name="对象 17"/>
          <p:cNvGraphicFramePr/>
          <p:nvPr/>
        </p:nvGraphicFramePr>
        <p:xfrm>
          <a:off x="6937375" y="4514850"/>
          <a:ext cx="3937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203200" imgH="228600" progId="Equation.DSMT4">
                  <p:embed/>
                </p:oleObj>
              </mc:Choice>
              <mc:Fallback>
                <p:oleObj r:id="rId19" imgW="203200" imgH="228600" progId="Equation.DSMT4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937375" y="4514850"/>
                        <a:ext cx="393700" cy="433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/>
          <p:nvPr/>
        </p:nvGraphicFramePr>
        <p:xfrm>
          <a:off x="7451725" y="5129213"/>
          <a:ext cx="501650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203200" imgH="228600" progId="Equation.DSMT4">
                  <p:embed/>
                </p:oleObj>
              </mc:Choice>
              <mc:Fallback>
                <p:oleObj r:id="rId21" imgW="203200" imgH="228600" progId="Equation.DSMT4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451725" y="5129213"/>
                        <a:ext cx="501650" cy="547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直接连接符 21"/>
          <p:cNvCxnSpPr/>
          <p:nvPr/>
        </p:nvCxnSpPr>
        <p:spPr>
          <a:xfrm>
            <a:off x="6657975" y="4419600"/>
            <a:ext cx="23813" cy="16129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224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3" grpId="0"/>
      <p:bldP spid="224270" grpId="0" build="p"/>
      <p:bldP spid="6" grpId="0"/>
      <p:bldP spid="6" grpId="1"/>
      <p:bldP spid="7" grpId="0"/>
      <p:bldP spid="7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9" descr="羊皮纸"/>
          <p:cNvSpPr/>
          <p:nvPr/>
        </p:nvSpPr>
        <p:spPr>
          <a:xfrm>
            <a:off x="0" y="0"/>
            <a:ext cx="9144000" cy="1085850"/>
          </a:xfrm>
          <a:prstGeom prst="rect">
            <a:avLst/>
          </a:prstGeom>
          <a:blipFill rotWithShape="0">
            <a:blip r:embed="rId2"/>
          </a:blipFill>
          <a:ln w="9525" cap="flat" cmpd="sng">
            <a:solidFill>
              <a:srgbClr val="FFFF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4" name="Rectangle 30" descr="羊皮纸"/>
          <p:cNvSpPr/>
          <p:nvPr/>
        </p:nvSpPr>
        <p:spPr>
          <a:xfrm>
            <a:off x="0" y="6684963"/>
            <a:ext cx="9144000" cy="173037"/>
          </a:xfrm>
          <a:prstGeom prst="rect">
            <a:avLst/>
          </a:prstGeom>
          <a:blipFill rotWithShape="0">
            <a:blip r:embed="rId2"/>
          </a:blipFill>
          <a:ln w="9525" cap="flat" cmpd="sng">
            <a:solidFill>
              <a:srgbClr val="FFFF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7" name="Rectangle 2"/>
          <p:cNvSpPr/>
          <p:nvPr/>
        </p:nvSpPr>
        <p:spPr>
          <a:xfrm>
            <a:off x="0" y="1190625"/>
            <a:ext cx="9144000" cy="12001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长度为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导体棒在均匀磁场中绕垂直于棒的轴转动，角速度为</a:t>
            </a:r>
            <a:r>
              <a:rPr lang="el-GR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ω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，磁场与转轴平行，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到转轴的距离为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到转轴距离的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倍，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与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点的电势哪个高？电势差为多少？ </a:t>
            </a:r>
          </a:p>
        </p:txBody>
      </p:sp>
      <p:grpSp>
        <p:nvGrpSpPr>
          <p:cNvPr id="28676" name="Group 3"/>
          <p:cNvGrpSpPr/>
          <p:nvPr/>
        </p:nvGrpSpPr>
        <p:grpSpPr>
          <a:xfrm>
            <a:off x="5651500" y="2887663"/>
            <a:ext cx="2700338" cy="2695575"/>
            <a:chOff x="3560" y="1819"/>
            <a:chExt cx="1701" cy="1698"/>
          </a:xfrm>
        </p:grpSpPr>
        <p:sp>
          <p:nvSpPr>
            <p:cNvPr id="28677" name="Line 4"/>
            <p:cNvSpPr/>
            <p:nvPr/>
          </p:nvSpPr>
          <p:spPr>
            <a:xfrm flipH="1" flipV="1">
              <a:off x="3901" y="2160"/>
              <a:ext cx="0" cy="492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arrow" w="sm" len="med"/>
            </a:ln>
          </p:spPr>
        </p:sp>
        <p:grpSp>
          <p:nvGrpSpPr>
            <p:cNvPr id="28678" name="Group 5"/>
            <p:cNvGrpSpPr/>
            <p:nvPr/>
          </p:nvGrpSpPr>
          <p:grpSpPr>
            <a:xfrm>
              <a:off x="3560" y="1819"/>
              <a:ext cx="1701" cy="1698"/>
              <a:chOff x="3305" y="1650"/>
              <a:chExt cx="1701" cy="1698"/>
            </a:xfrm>
          </p:grpSpPr>
          <p:sp>
            <p:nvSpPr>
              <p:cNvPr id="28679" name="Rectangle 6"/>
              <p:cNvSpPr/>
              <p:nvPr/>
            </p:nvSpPr>
            <p:spPr>
              <a:xfrm>
                <a:off x="3542" y="2554"/>
                <a:ext cx="1227" cy="36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80" name="Line 7"/>
              <p:cNvSpPr/>
              <p:nvPr/>
            </p:nvSpPr>
            <p:spPr>
              <a:xfrm flipH="1">
                <a:off x="4372" y="1763"/>
                <a:ext cx="11" cy="1458"/>
              </a:xfrm>
              <a:prstGeom prst="line">
                <a:avLst/>
              </a:prstGeom>
              <a:ln w="22225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28681" name="Text Box 8"/>
              <p:cNvSpPr txBox="1"/>
              <p:nvPr/>
            </p:nvSpPr>
            <p:spPr>
              <a:xfrm>
                <a:off x="4014" y="1650"/>
                <a:ext cx="348" cy="30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pPr algn="just"/>
                <a:r>
                  <a:rPr lang="en-US" altLang="zh-CN" b="1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  <a:endParaRPr lang="en-US" altLang="zh-CN" sz="4400" b="1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82" name="Text Box 9"/>
              <p:cNvSpPr txBox="1"/>
              <p:nvPr/>
            </p:nvSpPr>
            <p:spPr>
              <a:xfrm>
                <a:off x="3986" y="3039"/>
                <a:ext cx="567" cy="30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pPr algn="just"/>
                <a:r>
                  <a:rPr lang="en-US" altLang="zh-CN" b="1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  <a:r>
                  <a:rPr lang="en-US" altLang="zh-CN" sz="2800" b="1" i="1" dirty="0">
                    <a:latin typeface="Symbol" panose="05050102010706020507" pitchFamily="18" charset="2"/>
                    <a:ea typeface="楷体_GB2312" pitchFamily="49" charset="-122"/>
                  </a:rPr>
                  <a:t>′</a:t>
                </a:r>
              </a:p>
            </p:txBody>
          </p:sp>
          <p:sp>
            <p:nvSpPr>
              <p:cNvPr id="28683" name="Text Box 10"/>
              <p:cNvSpPr txBox="1"/>
              <p:nvPr/>
            </p:nvSpPr>
            <p:spPr>
              <a:xfrm>
                <a:off x="4650" y="2582"/>
                <a:ext cx="35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pPr algn="just"/>
                <a:r>
                  <a:rPr lang="en-US" altLang="zh-CN" sz="2800" b="1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 sz="4800" b="1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84" name="Text Box 11"/>
              <p:cNvSpPr txBox="1"/>
              <p:nvPr/>
            </p:nvSpPr>
            <p:spPr>
              <a:xfrm>
                <a:off x="3305" y="2544"/>
                <a:ext cx="35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pPr algn="just"/>
                <a:r>
                  <a:rPr lang="en-US" altLang="zh-CN" sz="2800" b="1" i="1" dirty="0"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  <a:endParaRPr lang="en-US" altLang="zh-CN" sz="4800" b="1" i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8685" name="Line 12"/>
              <p:cNvSpPr/>
              <p:nvPr/>
            </p:nvSpPr>
            <p:spPr>
              <a:xfrm flipH="1" flipV="1">
                <a:off x="4666" y="1962"/>
                <a:ext cx="0" cy="492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arrow" w="sm" len="med"/>
              </a:ln>
            </p:spPr>
          </p:sp>
          <p:graphicFrame>
            <p:nvGraphicFramePr>
              <p:cNvPr id="28686" name="Object 13"/>
              <p:cNvGraphicFramePr>
                <a:graphicFrameLocks noChangeAspect="1"/>
              </p:cNvGraphicFramePr>
              <p:nvPr/>
            </p:nvGraphicFramePr>
            <p:xfrm>
              <a:off x="4694" y="1848"/>
              <a:ext cx="202" cy="2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3" imgW="177800" imgH="241300" progId="Equation.3">
                      <p:embed/>
                    </p:oleObj>
                  </mc:Choice>
                  <mc:Fallback>
                    <p:oleObj r:id="rId3" imgW="177800" imgH="241300" progId="Equation.3">
                      <p:embed/>
                      <p:pic>
                        <p:nvPicPr>
                          <p:cNvPr id="0" name="图片 3144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4694" y="1848"/>
                            <a:ext cx="202" cy="27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8687" name="Freeform 14"/>
              <p:cNvSpPr/>
              <p:nvPr/>
            </p:nvSpPr>
            <p:spPr>
              <a:xfrm>
                <a:off x="4269" y="2245"/>
                <a:ext cx="237" cy="3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49" y="0"/>
                  </a:cxn>
                  <a:cxn ang="0">
                    <a:pos x="838" y="0"/>
                  </a:cxn>
                  <a:cxn ang="0">
                    <a:pos x="1298" y="0"/>
                  </a:cxn>
                </a:cxnLst>
                <a:rect l="0" t="0" r="0" b="0"/>
                <a:pathLst>
                  <a:path w="200" h="98">
                    <a:moveTo>
                      <a:pt x="0" y="0"/>
                    </a:moveTo>
                    <a:cubicBezTo>
                      <a:pt x="24" y="33"/>
                      <a:pt x="48" y="66"/>
                      <a:pt x="70" y="81"/>
                    </a:cubicBezTo>
                    <a:cubicBezTo>
                      <a:pt x="92" y="96"/>
                      <a:pt x="108" y="98"/>
                      <a:pt x="130" y="90"/>
                    </a:cubicBezTo>
                    <a:cubicBezTo>
                      <a:pt x="152" y="82"/>
                      <a:pt x="176" y="56"/>
                      <a:pt x="200" y="30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8688" name="Object 15"/>
              <p:cNvGraphicFramePr>
                <a:graphicFrameLocks noChangeAspect="1"/>
              </p:cNvGraphicFramePr>
              <p:nvPr/>
            </p:nvGraphicFramePr>
            <p:xfrm>
              <a:off x="3957" y="2103"/>
              <a:ext cx="254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5" imgW="177800" imgH="165100" progId="Equation.3">
                      <p:embed/>
                    </p:oleObj>
                  </mc:Choice>
                  <mc:Fallback>
                    <p:oleObj r:id="rId5" imgW="177800" imgH="165100" progId="Equation.3">
                      <p:embed/>
                      <p:pic>
                        <p:nvPicPr>
                          <p:cNvPr id="0" name="图片 3143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3957" y="2103"/>
                            <a:ext cx="254" cy="2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8689" name="Line 16"/>
            <p:cNvSpPr/>
            <p:nvPr/>
          </p:nvSpPr>
          <p:spPr>
            <a:xfrm flipH="1" flipV="1">
              <a:off x="4921" y="2812"/>
              <a:ext cx="0" cy="492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arrow" w="sm" len="med"/>
            </a:ln>
          </p:spPr>
        </p:sp>
        <p:sp>
          <p:nvSpPr>
            <p:cNvPr id="28690" name="Line 17"/>
            <p:cNvSpPr/>
            <p:nvPr/>
          </p:nvSpPr>
          <p:spPr>
            <a:xfrm flipH="1" flipV="1">
              <a:off x="3929" y="2840"/>
              <a:ext cx="0" cy="492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arrow" w="sm" len="med"/>
            </a:ln>
          </p:spPr>
        </p:sp>
      </p:grpSp>
      <p:grpSp>
        <p:nvGrpSpPr>
          <p:cNvPr id="4" name="Group 18"/>
          <p:cNvGrpSpPr/>
          <p:nvPr/>
        </p:nvGrpSpPr>
        <p:grpSpPr>
          <a:xfrm>
            <a:off x="5607050" y="3878263"/>
            <a:ext cx="2811463" cy="474662"/>
            <a:chOff x="3532" y="2443"/>
            <a:chExt cx="1771" cy="299"/>
          </a:xfrm>
        </p:grpSpPr>
        <p:sp>
          <p:nvSpPr>
            <p:cNvPr id="28692" name="Line 19"/>
            <p:cNvSpPr/>
            <p:nvPr/>
          </p:nvSpPr>
          <p:spPr>
            <a:xfrm>
              <a:off x="4638" y="2670"/>
              <a:ext cx="397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8693" name="Line 20"/>
            <p:cNvSpPr/>
            <p:nvPr/>
          </p:nvSpPr>
          <p:spPr>
            <a:xfrm flipH="1">
              <a:off x="3787" y="2670"/>
              <a:ext cx="794" cy="1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28694" name="Object 21"/>
            <p:cNvGraphicFramePr>
              <a:graphicFrameLocks noChangeAspect="1"/>
            </p:cNvGraphicFramePr>
            <p:nvPr/>
          </p:nvGraphicFramePr>
          <p:xfrm>
            <a:off x="3532" y="2472"/>
            <a:ext cx="225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190500" imgH="228600" progId="Equation.3">
                    <p:embed/>
                  </p:oleObj>
                </mc:Choice>
                <mc:Fallback>
                  <p:oleObj r:id="rId7" imgW="190500" imgH="228600" progId="Equation.3">
                    <p:embed/>
                    <p:pic>
                      <p:nvPicPr>
                        <p:cNvPr id="0" name="图片 314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532" y="2472"/>
                          <a:ext cx="225" cy="270"/>
                        </a:xfrm>
                        <a:prstGeom prst="rect">
                          <a:avLst/>
                        </a:prstGeom>
                        <a:solidFill>
                          <a:srgbClr val="FF0000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5" name="Object 22"/>
            <p:cNvGraphicFramePr>
              <a:graphicFrameLocks noChangeAspect="1"/>
            </p:cNvGraphicFramePr>
            <p:nvPr/>
          </p:nvGraphicFramePr>
          <p:xfrm>
            <a:off x="5063" y="2443"/>
            <a:ext cx="240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203200" imgH="228600" progId="Equation.3">
                    <p:embed/>
                  </p:oleObj>
                </mc:Choice>
                <mc:Fallback>
                  <p:oleObj r:id="rId9" imgW="203200" imgH="228600" progId="Equation.3">
                    <p:embed/>
                    <p:pic>
                      <p:nvPicPr>
                        <p:cNvPr id="0" name="图片 314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063" y="2443"/>
                          <a:ext cx="240" cy="270"/>
                        </a:xfrm>
                        <a:prstGeom prst="rect">
                          <a:avLst/>
                        </a:prstGeom>
                        <a:solidFill>
                          <a:srgbClr val="FF0000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5303" name="Object 23"/>
          <p:cNvGraphicFramePr>
            <a:graphicFrameLocks noChangeAspect="1"/>
          </p:cNvGraphicFramePr>
          <p:nvPr/>
        </p:nvGraphicFramePr>
        <p:xfrm>
          <a:off x="722313" y="2600325"/>
          <a:ext cx="334486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866900" imgH="495300" progId="Equation.3">
                  <p:embed/>
                </p:oleObj>
              </mc:Choice>
              <mc:Fallback>
                <p:oleObj r:id="rId11" imgW="1866900" imgH="495300" progId="Equation.3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22313" y="2600325"/>
                        <a:ext cx="3344862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04" name="Object 24"/>
          <p:cNvGraphicFramePr>
            <a:graphicFrameLocks noChangeAspect="1"/>
          </p:cNvGraphicFramePr>
          <p:nvPr/>
        </p:nvGraphicFramePr>
        <p:xfrm>
          <a:off x="725488" y="3670300"/>
          <a:ext cx="3482975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803400" imgH="495300" progId="Equation.3">
                  <p:embed/>
                </p:oleObj>
              </mc:Choice>
              <mc:Fallback>
                <p:oleObj r:id="rId13" imgW="1803400" imgH="495300" progId="Equation.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25488" y="3670300"/>
                        <a:ext cx="3482975" cy="958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05" name="Object 25"/>
          <p:cNvGraphicFramePr>
            <a:graphicFrameLocks noChangeAspect="1"/>
          </p:cNvGraphicFramePr>
          <p:nvPr/>
        </p:nvGraphicFramePr>
        <p:xfrm>
          <a:off x="735013" y="4810125"/>
          <a:ext cx="3057525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586865" imgH="393700" progId="Equation.DSMT4">
                  <p:embed/>
                </p:oleObj>
              </mc:Choice>
              <mc:Fallback>
                <p:oleObj r:id="rId15" imgW="1586865" imgH="393700" progId="Equation.DSMT4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35013" y="4810125"/>
                        <a:ext cx="3057525" cy="758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06" name="Object 26"/>
          <p:cNvGraphicFramePr>
            <a:graphicFrameLocks noChangeAspect="1"/>
          </p:cNvGraphicFramePr>
          <p:nvPr/>
        </p:nvGraphicFramePr>
        <p:xfrm>
          <a:off x="868363" y="5697538"/>
          <a:ext cx="1930400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850265" imgH="393700" progId="Equation.DSMT4">
                  <p:embed/>
                </p:oleObj>
              </mc:Choice>
              <mc:Fallback>
                <p:oleObj r:id="rId17" imgW="850265" imgH="393700" progId="Equation.DSMT4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68363" y="5697538"/>
                        <a:ext cx="1930400" cy="893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07" name="Object 27"/>
          <p:cNvGraphicFramePr>
            <a:graphicFrameLocks noChangeAspect="1"/>
          </p:cNvGraphicFramePr>
          <p:nvPr/>
        </p:nvGraphicFramePr>
        <p:xfrm>
          <a:off x="6367463" y="5803900"/>
          <a:ext cx="2125662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1269365" imgH="406400" progId="Equation.DSMT4">
                  <p:embed/>
                </p:oleObj>
              </mc:Choice>
              <mc:Fallback>
                <p:oleObj r:id="rId19" imgW="1269365" imgH="406400" progId="Equation.DSMT4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367463" y="5803900"/>
                        <a:ext cx="2125662" cy="681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08" name="Text Box 28"/>
          <p:cNvSpPr txBox="1"/>
          <p:nvPr/>
        </p:nvSpPr>
        <p:spPr>
          <a:xfrm>
            <a:off x="4302125" y="5949950"/>
            <a:ext cx="2205038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点电势高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5" name="组合 30"/>
          <p:cNvGrpSpPr/>
          <p:nvPr/>
        </p:nvGrpSpPr>
        <p:grpSpPr>
          <a:xfrm>
            <a:off x="133350" y="152400"/>
            <a:ext cx="4056063" cy="974725"/>
            <a:chOff x="390526" y="1150294"/>
            <a:chExt cx="4055743" cy="975342"/>
          </a:xfrm>
        </p:grpSpPr>
        <p:graphicFrame>
          <p:nvGraphicFramePr>
            <p:cNvPr id="28703" name="Object 31"/>
            <p:cNvGraphicFramePr>
              <a:graphicFrameLocks noChangeAspect="1"/>
            </p:cNvGraphicFramePr>
            <p:nvPr/>
          </p:nvGraphicFramePr>
          <p:xfrm>
            <a:off x="390526" y="1150294"/>
            <a:ext cx="1790700" cy="975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1" imgW="723900" imgH="393700" progId="Equation.DSMT4">
                    <p:embed/>
                  </p:oleObj>
                </mc:Choice>
                <mc:Fallback>
                  <p:oleObj r:id="rId21" imgW="723900" imgH="393700" progId="Equation.DSMT4">
                    <p:embed/>
                    <p:pic>
                      <p:nvPicPr>
                        <p:cNvPr id="0" name="图片 3152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90526" y="1150294"/>
                          <a:ext cx="1790700" cy="9753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04" name="矩形 32"/>
            <p:cNvSpPr/>
            <p:nvPr/>
          </p:nvSpPr>
          <p:spPr>
            <a:xfrm>
              <a:off x="2308716" y="1474857"/>
              <a:ext cx="2137553" cy="46066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sz="24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的</a:t>
              </a:r>
              <a:r>
                <a:rPr lang="zh-CN" altLang="en-US" sz="24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应用举例</a:t>
              </a:r>
              <a:r>
                <a:rPr lang="en-US" altLang="zh-CN" sz="24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2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25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25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2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7" grpId="0"/>
      <p:bldP spid="22530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文本框 287784"/>
          <p:cNvSpPr txBox="1"/>
          <p:nvPr/>
        </p:nvSpPr>
        <p:spPr>
          <a:xfrm>
            <a:off x="152400" y="1314450"/>
            <a:ext cx="4814888" cy="34147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无限长载流直导体通有电流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，方向向上。导线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ab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垂直于直导线且两者在同一平面内，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距直导线的距离分别为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，导线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ab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以速度</a:t>
            </a:r>
            <a:r>
              <a:rPr lang="en-US" altLang="zh-CN" sz="2400" b="1" i="1" dirty="0">
                <a:solidFill>
                  <a:srgbClr val="000000"/>
                </a:solidFill>
                <a:latin typeface="Book Antiqua" panose="02040602050305030304" charset="0"/>
                <a:ea typeface="宋体" panose="02010600030101010101" pitchFamily="2" charset="-122"/>
              </a:rPr>
              <a:t>v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在平面内向上运动，求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ab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两端的电势差。</a:t>
            </a:r>
          </a:p>
        </p:txBody>
      </p:sp>
      <p:sp>
        <p:nvSpPr>
          <p:cNvPr id="29698" name="文本框 287785"/>
          <p:cNvSpPr txBox="1"/>
          <p:nvPr/>
        </p:nvSpPr>
        <p:spPr>
          <a:xfrm>
            <a:off x="250825" y="404813"/>
            <a:ext cx="4500563" cy="519112"/>
          </a:xfrm>
          <a:prstGeom prst="rect">
            <a:avLst/>
          </a:prstGeom>
          <a:noFill/>
          <a:ln w="38100">
            <a:noFill/>
          </a:ln>
          <a:effectLst>
            <a:prstShdw prst="shdw17" dist="17961" dir="2699999">
              <a:srgbClr val="647A82"/>
            </a:prstShdw>
          </a:effectLst>
        </p:spPr>
        <p:txBody>
          <a:bodyPr anchor="t" anchorCtr="0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非均匀磁场  导体平动</a:t>
            </a:r>
          </a:p>
        </p:txBody>
      </p:sp>
      <p:grpSp>
        <p:nvGrpSpPr>
          <p:cNvPr id="29699" name="组合 7"/>
          <p:cNvGrpSpPr/>
          <p:nvPr/>
        </p:nvGrpSpPr>
        <p:grpSpPr>
          <a:xfrm>
            <a:off x="5345113" y="1314450"/>
            <a:ext cx="3230562" cy="4692650"/>
            <a:chOff x="8417" y="2070"/>
            <a:chExt cx="5087" cy="7390"/>
          </a:xfrm>
        </p:grpSpPr>
        <p:grpSp>
          <p:nvGrpSpPr>
            <p:cNvPr id="29700" name="组合 287786"/>
            <p:cNvGrpSpPr/>
            <p:nvPr/>
          </p:nvGrpSpPr>
          <p:grpSpPr>
            <a:xfrm>
              <a:off x="8417" y="2070"/>
              <a:ext cx="3944" cy="7390"/>
              <a:chOff x="3419" y="714"/>
              <a:chExt cx="1577" cy="2956"/>
            </a:xfrm>
          </p:grpSpPr>
          <p:sp>
            <p:nvSpPr>
              <p:cNvPr id="29701" name="圆柱形 287757"/>
              <p:cNvSpPr/>
              <p:nvPr/>
            </p:nvSpPr>
            <p:spPr>
              <a:xfrm flipH="1">
                <a:off x="3473" y="1366"/>
                <a:ext cx="93" cy="1968"/>
              </a:xfrm>
              <a:prstGeom prst="can">
                <a:avLst>
                  <a:gd name="adj" fmla="val 40949"/>
                </a:avLst>
              </a:prstGeom>
              <a:gradFill rotWithShape="0">
                <a:gsLst>
                  <a:gs pos="0">
                    <a:srgbClr val="7C9496"/>
                  </a:gs>
                  <a:gs pos="50000">
                    <a:srgbClr val="BBE0E3"/>
                  </a:gs>
                  <a:gs pos="100000">
                    <a:srgbClr val="7C9496"/>
                  </a:gs>
                </a:gsLst>
                <a:lin ang="0" scaled="1"/>
                <a:tileRect/>
              </a:gra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eaLnBrk="0" hangingPunc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02" name="直接连接符 287758"/>
              <p:cNvSpPr/>
              <p:nvPr/>
            </p:nvSpPr>
            <p:spPr>
              <a:xfrm flipV="1">
                <a:off x="3515" y="1508"/>
                <a:ext cx="0" cy="624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29703" name="直接连接符 287759"/>
              <p:cNvSpPr/>
              <p:nvPr/>
            </p:nvSpPr>
            <p:spPr>
              <a:xfrm>
                <a:off x="3473" y="3334"/>
                <a:ext cx="0" cy="336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dash"/>
                <a:round/>
                <a:headEnd type="none" w="sm" len="lg"/>
                <a:tailEnd type="none" w="sm" len="lg"/>
              </a:ln>
            </p:spPr>
          </p:sp>
          <p:sp>
            <p:nvSpPr>
              <p:cNvPr id="29704" name="直接连接符 287760"/>
              <p:cNvSpPr/>
              <p:nvPr/>
            </p:nvSpPr>
            <p:spPr>
              <a:xfrm>
                <a:off x="3566" y="3334"/>
                <a:ext cx="0" cy="336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dash"/>
                <a:round/>
                <a:headEnd type="none" w="sm" len="lg"/>
                <a:tailEnd type="none" w="sm" len="lg"/>
              </a:ln>
            </p:spPr>
          </p:sp>
          <p:sp>
            <p:nvSpPr>
              <p:cNvPr id="29705" name="直接连接符 287761"/>
              <p:cNvSpPr/>
              <p:nvPr/>
            </p:nvSpPr>
            <p:spPr>
              <a:xfrm>
                <a:off x="3566" y="1078"/>
                <a:ext cx="0" cy="336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sm" len="lg"/>
              </a:ln>
            </p:spPr>
          </p:sp>
          <p:sp>
            <p:nvSpPr>
              <p:cNvPr id="29706" name="直接连接符 287762"/>
              <p:cNvSpPr/>
              <p:nvPr/>
            </p:nvSpPr>
            <p:spPr>
              <a:xfrm>
                <a:off x="3473" y="1078"/>
                <a:ext cx="0" cy="336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sm" len="lg"/>
              </a:ln>
            </p:spPr>
          </p:sp>
          <p:sp>
            <p:nvSpPr>
              <p:cNvPr id="29707" name="矩形 287769"/>
              <p:cNvSpPr/>
              <p:nvPr/>
            </p:nvSpPr>
            <p:spPr>
              <a:xfrm>
                <a:off x="3853" y="2382"/>
                <a:ext cx="1143" cy="57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eaLnBrk="0" hangingPunc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08" name="直接连接符 287770"/>
              <p:cNvSpPr/>
              <p:nvPr/>
            </p:nvSpPr>
            <p:spPr>
              <a:xfrm flipV="1">
                <a:off x="3560" y="2556"/>
                <a:ext cx="312" cy="0"/>
              </a:xfrm>
              <a:prstGeom prst="line">
                <a:avLst/>
              </a:prstGeom>
              <a:ln w="22225" cap="flat" cmpd="sng">
                <a:solidFill>
                  <a:srgbClr val="FF00FF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sp>
          <p:sp>
            <p:nvSpPr>
              <p:cNvPr id="29709" name="直接连接符 287771"/>
              <p:cNvSpPr/>
              <p:nvPr/>
            </p:nvSpPr>
            <p:spPr>
              <a:xfrm flipV="1">
                <a:off x="3556" y="3038"/>
                <a:ext cx="1430" cy="0"/>
              </a:xfrm>
              <a:prstGeom prst="line">
                <a:avLst/>
              </a:prstGeom>
              <a:ln w="22225" cap="flat" cmpd="sng">
                <a:solidFill>
                  <a:srgbClr val="FF00FF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sp>
          <p:sp>
            <p:nvSpPr>
              <p:cNvPr id="29710" name="直接连接符 287774"/>
              <p:cNvSpPr/>
              <p:nvPr/>
            </p:nvSpPr>
            <p:spPr>
              <a:xfrm flipH="1" flipV="1">
                <a:off x="4986" y="2443"/>
                <a:ext cx="0" cy="680"/>
              </a:xfrm>
              <a:prstGeom prst="line">
                <a:avLst/>
              </a:prstGeom>
              <a:ln w="22225" cap="flat" cmpd="sng">
                <a:solidFill>
                  <a:srgbClr val="000000"/>
                </a:solidFill>
                <a:prstDash val="dash"/>
                <a:round/>
                <a:headEnd type="none" w="sm" len="sm"/>
                <a:tailEnd type="none" w="sm" len="sm"/>
              </a:ln>
            </p:spPr>
          </p:sp>
          <p:sp>
            <p:nvSpPr>
              <p:cNvPr id="29711" name="直接连接符 287777"/>
              <p:cNvSpPr/>
              <p:nvPr/>
            </p:nvSpPr>
            <p:spPr>
              <a:xfrm>
                <a:off x="4376" y="1787"/>
                <a:ext cx="0" cy="595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round/>
                <a:headEnd type="arrow" w="med" len="lg"/>
                <a:tailEnd type="none" w="med" len="med"/>
              </a:ln>
            </p:spPr>
          </p:sp>
          <p:graphicFrame>
            <p:nvGraphicFramePr>
              <p:cNvPr id="29712" name="对象 287778"/>
              <p:cNvGraphicFramePr/>
              <p:nvPr/>
            </p:nvGraphicFramePr>
            <p:xfrm>
              <a:off x="4238" y="1446"/>
              <a:ext cx="221" cy="3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" imgW="152400" imgH="215900" progId="Equation.3">
                      <p:embed/>
                    </p:oleObj>
                  </mc:Choice>
                  <mc:Fallback>
                    <p:oleObj r:id="rId2" imgW="152400" imgH="215900" progId="Equation.3">
                      <p:embed/>
                      <p:pic>
                        <p:nvPicPr>
                          <p:cNvPr id="0" name="图片 3154"/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4238" y="1446"/>
                            <a:ext cx="221" cy="32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713" name="对象 287780"/>
              <p:cNvGraphicFramePr/>
              <p:nvPr/>
            </p:nvGraphicFramePr>
            <p:xfrm>
              <a:off x="4271" y="3112"/>
              <a:ext cx="220" cy="3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4" imgW="139700" imgH="215900" progId="Equation.3">
                      <p:embed/>
                    </p:oleObj>
                  </mc:Choice>
                  <mc:Fallback>
                    <p:oleObj r:id="rId4" imgW="139700" imgH="215900" progId="Equation.3">
                      <p:embed/>
                      <p:pic>
                        <p:nvPicPr>
                          <p:cNvPr id="0" name="图片 3155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4271" y="3112"/>
                            <a:ext cx="220" cy="35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714" name="对象 287781"/>
              <p:cNvGraphicFramePr/>
              <p:nvPr/>
            </p:nvGraphicFramePr>
            <p:xfrm>
              <a:off x="3419" y="714"/>
              <a:ext cx="190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6" imgW="127000" imgH="164465" progId="Equation.3">
                      <p:embed/>
                    </p:oleObj>
                  </mc:Choice>
                  <mc:Fallback>
                    <p:oleObj r:id="rId6" imgW="127000" imgH="164465" progId="Equation.3">
                      <p:embed/>
                      <p:pic>
                        <p:nvPicPr>
                          <p:cNvPr id="0" name="图片 3163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3419" y="714"/>
                            <a:ext cx="190" cy="25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715" name="直接连接符 287782"/>
              <p:cNvSpPr/>
              <p:nvPr/>
            </p:nvSpPr>
            <p:spPr>
              <a:xfrm flipH="1" flipV="1">
                <a:off x="3858" y="2443"/>
                <a:ext cx="0" cy="363"/>
              </a:xfrm>
              <a:prstGeom prst="line">
                <a:avLst/>
              </a:prstGeom>
              <a:ln w="22225" cap="flat" cmpd="sng">
                <a:solidFill>
                  <a:srgbClr val="000000"/>
                </a:solidFill>
                <a:prstDash val="dash"/>
                <a:round/>
                <a:headEnd type="none" w="sm" len="sm"/>
                <a:tailEnd type="none" w="sm" len="sm"/>
              </a:ln>
            </p:spPr>
          </p:sp>
        </p:grpSp>
        <p:graphicFrame>
          <p:nvGraphicFramePr>
            <p:cNvPr id="29716" name="对象 1"/>
            <p:cNvGraphicFramePr/>
            <p:nvPr/>
          </p:nvGraphicFramePr>
          <p:xfrm>
            <a:off x="8928" y="6766"/>
            <a:ext cx="446" cy="8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431800" imgH="462280" progId="Equation.DSMT4">
                    <p:embed/>
                  </p:oleObj>
                </mc:Choice>
                <mc:Fallback>
                  <p:oleObj r:id="rId8" imgW="431800" imgH="462280" progId="Equation.DSMT4">
                    <p:embed/>
                    <p:pic>
                      <p:nvPicPr>
                        <p:cNvPr id="0" name="图片 3157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8928" y="6766"/>
                          <a:ext cx="446" cy="8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7" name="对象 3"/>
            <p:cNvGraphicFramePr/>
            <p:nvPr/>
          </p:nvGraphicFramePr>
          <p:xfrm>
            <a:off x="9354" y="5433"/>
            <a:ext cx="761" cy="7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356870" imgH="353060" progId="Equation.DSMT4">
                    <p:embed/>
                  </p:oleObj>
                </mc:Choice>
                <mc:Fallback>
                  <p:oleObj r:id="rId10" imgW="356870" imgH="353060" progId="Equation.DSMT4">
                    <p:embed/>
                    <p:pic>
                      <p:nvPicPr>
                        <p:cNvPr id="0" name="图片 3156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9354" y="5433"/>
                          <a:ext cx="761" cy="75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8" name="对象 5"/>
            <p:cNvGraphicFramePr/>
            <p:nvPr/>
          </p:nvGraphicFramePr>
          <p:xfrm>
            <a:off x="11171" y="5111"/>
            <a:ext cx="2333" cy="1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433705" imgH="393065" progId="Equation.DSMT4">
                    <p:embed/>
                  </p:oleObj>
                </mc:Choice>
                <mc:Fallback>
                  <p:oleObj r:id="rId12" imgW="433705" imgH="393065" progId="Equation.DSMT4">
                    <p:embed/>
                    <p:pic>
                      <p:nvPicPr>
                        <p:cNvPr id="0" name="图片 3158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1171" y="5111"/>
                          <a:ext cx="2333" cy="137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252955"/>
          <p:cNvGrpSpPr/>
          <p:nvPr/>
        </p:nvGrpSpPr>
        <p:grpSpPr>
          <a:xfrm>
            <a:off x="412750" y="441325"/>
            <a:ext cx="4495800" cy="522288"/>
            <a:chOff x="385" y="1848"/>
            <a:chExt cx="2832" cy="329"/>
          </a:xfrm>
        </p:grpSpPr>
        <p:sp>
          <p:nvSpPr>
            <p:cNvPr id="30722" name="文本框 252956"/>
            <p:cNvSpPr txBox="1"/>
            <p:nvPr/>
          </p:nvSpPr>
          <p:spPr>
            <a:xfrm>
              <a:off x="385" y="1848"/>
              <a:ext cx="283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解</a:t>
              </a:r>
              <a:r>
                <a:rPr lang="zh-CN" altLang="en-US" sz="28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ab</a:t>
              </a:r>
              <a:r>
                <a:rPr lang="zh-CN" altLang="en-US" sz="28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上任一线元</a:t>
              </a:r>
            </a:p>
          </p:txBody>
        </p:sp>
        <p:graphicFrame>
          <p:nvGraphicFramePr>
            <p:cNvPr id="30723" name="对象 252957"/>
            <p:cNvGraphicFramePr/>
            <p:nvPr/>
          </p:nvGraphicFramePr>
          <p:xfrm>
            <a:off x="2221" y="1848"/>
            <a:ext cx="336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54000" imgH="254000" progId="Equation.3">
                    <p:embed/>
                  </p:oleObj>
                </mc:Choice>
                <mc:Fallback>
                  <p:oleObj r:id="rId2" imgW="254000" imgH="254000" progId="Equation.3">
                    <p:embed/>
                    <p:pic>
                      <p:nvPicPr>
                        <p:cNvPr id="0" name="图片 3164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221" y="1848"/>
                          <a:ext cx="336" cy="30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2960" name="对象 252959"/>
          <p:cNvGraphicFramePr/>
          <p:nvPr/>
        </p:nvGraphicFramePr>
        <p:xfrm>
          <a:off x="808038" y="4125913"/>
          <a:ext cx="2779712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91565" imgH="431800" progId="Equation.3">
                  <p:embed/>
                </p:oleObj>
              </mc:Choice>
              <mc:Fallback>
                <p:oleObj r:id="rId4" imgW="1091565" imgH="431800" progId="Equation.3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08038" y="4125913"/>
                        <a:ext cx="2779712" cy="1000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/>
          <p:nvPr/>
        </p:nvGraphicFramePr>
        <p:xfrm>
          <a:off x="793750" y="1125538"/>
          <a:ext cx="2973388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320165" imgH="342900" progId="Equation.DSMT4">
                  <p:embed/>
                </p:oleObj>
              </mc:Choice>
              <mc:Fallback>
                <p:oleObj r:id="rId6" imgW="1320165" imgH="342900" progId="Equation.DSMT4">
                  <p:embed/>
                  <p:pic>
                    <p:nvPicPr>
                      <p:cNvPr id="0" name="图片 316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93750" y="1125538"/>
                        <a:ext cx="2973388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26" name="组合 13"/>
          <p:cNvGrpSpPr/>
          <p:nvPr/>
        </p:nvGrpSpPr>
        <p:grpSpPr>
          <a:xfrm>
            <a:off x="5635625" y="373063"/>
            <a:ext cx="2592388" cy="4692650"/>
            <a:chOff x="8405" y="1147"/>
            <a:chExt cx="4081" cy="7390"/>
          </a:xfrm>
        </p:grpSpPr>
        <p:grpSp>
          <p:nvGrpSpPr>
            <p:cNvPr id="30727" name="组合 252952"/>
            <p:cNvGrpSpPr/>
            <p:nvPr/>
          </p:nvGrpSpPr>
          <p:grpSpPr>
            <a:xfrm>
              <a:off x="9397" y="2040"/>
              <a:ext cx="810" cy="1475"/>
              <a:chOff x="3901" y="1638"/>
              <a:chExt cx="324" cy="590"/>
            </a:xfrm>
          </p:grpSpPr>
          <p:graphicFrame>
            <p:nvGraphicFramePr>
              <p:cNvPr id="30728" name="对象 252953"/>
              <p:cNvGraphicFramePr/>
              <p:nvPr/>
            </p:nvGraphicFramePr>
            <p:xfrm>
              <a:off x="3945" y="1638"/>
              <a:ext cx="242" cy="2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8" imgW="177800" imgH="240665" progId="Equation.3">
                      <p:embed/>
                    </p:oleObj>
                  </mc:Choice>
                  <mc:Fallback>
                    <p:oleObj r:id="rId8" imgW="177800" imgH="240665" progId="Equation.3">
                      <p:embed/>
                      <p:pic>
                        <p:nvPicPr>
                          <p:cNvPr id="0" name="图片 3159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945" y="1638"/>
                            <a:ext cx="242" cy="28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29" name="对象 252954"/>
              <p:cNvGraphicFramePr/>
              <p:nvPr/>
            </p:nvGraphicFramePr>
            <p:xfrm>
              <a:off x="3901" y="1933"/>
              <a:ext cx="324" cy="2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0" imgW="190500" imgH="203200" progId="Equation.3">
                      <p:embed/>
                    </p:oleObj>
                  </mc:Choice>
                  <mc:Fallback>
                    <p:oleObj r:id="rId10" imgW="190500" imgH="203200" progId="Equation.3">
                      <p:embed/>
                      <p:pic>
                        <p:nvPicPr>
                          <p:cNvPr id="0" name="图片 3160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3901" y="1933"/>
                            <a:ext cx="324" cy="29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0730" name="组合 252960"/>
            <p:cNvGrpSpPr/>
            <p:nvPr/>
          </p:nvGrpSpPr>
          <p:grpSpPr>
            <a:xfrm>
              <a:off x="8405" y="1147"/>
              <a:ext cx="4067" cy="7390"/>
              <a:chOff x="1718" y="544"/>
              <a:chExt cx="1627" cy="2956"/>
            </a:xfrm>
          </p:grpSpPr>
          <p:sp>
            <p:nvSpPr>
              <p:cNvPr id="30731" name="圆柱形 252961"/>
              <p:cNvSpPr/>
              <p:nvPr/>
            </p:nvSpPr>
            <p:spPr>
              <a:xfrm flipH="1">
                <a:off x="1774" y="1196"/>
                <a:ext cx="96" cy="1968"/>
              </a:xfrm>
              <a:prstGeom prst="can">
                <a:avLst>
                  <a:gd name="adj" fmla="val 39671"/>
                </a:avLst>
              </a:prstGeom>
              <a:gradFill rotWithShape="0">
                <a:gsLst>
                  <a:gs pos="0">
                    <a:srgbClr val="7C9496"/>
                  </a:gs>
                  <a:gs pos="50000">
                    <a:srgbClr val="BBE0E3"/>
                  </a:gs>
                  <a:gs pos="100000">
                    <a:srgbClr val="7C9496"/>
                  </a:gs>
                </a:gsLst>
                <a:lin ang="0" scaled="1"/>
                <a:tileRect/>
              </a:gra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eaLnBrk="0" hangingPunc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32" name="直接连接符 252962"/>
              <p:cNvSpPr/>
              <p:nvPr/>
            </p:nvSpPr>
            <p:spPr>
              <a:xfrm flipV="1">
                <a:off x="1817" y="1338"/>
                <a:ext cx="0" cy="624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30733" name="直接连接符 252963"/>
              <p:cNvSpPr/>
              <p:nvPr/>
            </p:nvSpPr>
            <p:spPr>
              <a:xfrm>
                <a:off x="1774" y="3164"/>
                <a:ext cx="0" cy="336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dash"/>
                <a:round/>
                <a:headEnd type="none" w="sm" len="lg"/>
                <a:tailEnd type="none" w="sm" len="lg"/>
              </a:ln>
            </p:spPr>
          </p:sp>
          <p:sp>
            <p:nvSpPr>
              <p:cNvPr id="30734" name="直接连接符 252964"/>
              <p:cNvSpPr/>
              <p:nvPr/>
            </p:nvSpPr>
            <p:spPr>
              <a:xfrm>
                <a:off x="1870" y="3164"/>
                <a:ext cx="0" cy="336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dash"/>
                <a:round/>
                <a:headEnd type="none" w="sm" len="lg"/>
                <a:tailEnd type="none" w="sm" len="lg"/>
              </a:ln>
            </p:spPr>
          </p:sp>
          <p:sp>
            <p:nvSpPr>
              <p:cNvPr id="30735" name="直接连接符 252965"/>
              <p:cNvSpPr/>
              <p:nvPr/>
            </p:nvSpPr>
            <p:spPr>
              <a:xfrm>
                <a:off x="1870" y="908"/>
                <a:ext cx="0" cy="336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sm" len="lg"/>
              </a:ln>
            </p:spPr>
          </p:sp>
          <p:sp>
            <p:nvSpPr>
              <p:cNvPr id="30736" name="直接连接符 252966"/>
              <p:cNvSpPr/>
              <p:nvPr/>
            </p:nvSpPr>
            <p:spPr>
              <a:xfrm>
                <a:off x="1774" y="908"/>
                <a:ext cx="0" cy="336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sm" len="lg"/>
              </a:ln>
            </p:spPr>
          </p:sp>
          <p:sp>
            <p:nvSpPr>
              <p:cNvPr id="30737" name="矩形 252967"/>
              <p:cNvSpPr/>
              <p:nvPr/>
            </p:nvSpPr>
            <p:spPr>
              <a:xfrm>
                <a:off x="2166" y="2212"/>
                <a:ext cx="1179" cy="57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eaLnBrk="0" hangingPunc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38" name="直接连接符 252968"/>
              <p:cNvSpPr/>
              <p:nvPr/>
            </p:nvSpPr>
            <p:spPr>
              <a:xfrm flipV="1">
                <a:off x="1859" y="2443"/>
                <a:ext cx="308" cy="8"/>
              </a:xfrm>
              <a:prstGeom prst="line">
                <a:avLst/>
              </a:prstGeom>
              <a:ln w="22225" cap="flat" cmpd="sng">
                <a:solidFill>
                  <a:srgbClr val="FF00FF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sp>
          <p:sp>
            <p:nvSpPr>
              <p:cNvPr id="30739" name="直接连接符 252969"/>
              <p:cNvSpPr/>
              <p:nvPr/>
            </p:nvSpPr>
            <p:spPr>
              <a:xfrm flipV="1">
                <a:off x="1859" y="2869"/>
                <a:ext cx="1475" cy="0"/>
              </a:xfrm>
              <a:prstGeom prst="line">
                <a:avLst/>
              </a:prstGeom>
              <a:ln w="22225" cap="flat" cmpd="sng">
                <a:solidFill>
                  <a:srgbClr val="FF00FF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sp>
          <p:sp>
            <p:nvSpPr>
              <p:cNvPr id="30740" name="直接连接符 252971"/>
              <p:cNvSpPr/>
              <p:nvPr/>
            </p:nvSpPr>
            <p:spPr>
              <a:xfrm flipH="1" flipV="1">
                <a:off x="3334" y="2273"/>
                <a:ext cx="0" cy="680"/>
              </a:xfrm>
              <a:prstGeom prst="line">
                <a:avLst/>
              </a:prstGeom>
              <a:ln w="22225" cap="flat" cmpd="sng">
                <a:solidFill>
                  <a:srgbClr val="000000"/>
                </a:solidFill>
                <a:prstDash val="dash"/>
                <a:round/>
                <a:headEnd type="none" w="sm" len="sm"/>
                <a:tailEnd type="none" w="sm" len="sm"/>
              </a:ln>
            </p:spPr>
          </p:sp>
          <p:sp>
            <p:nvSpPr>
              <p:cNvPr id="30741" name="直接连接符 252974"/>
              <p:cNvSpPr/>
              <p:nvPr/>
            </p:nvSpPr>
            <p:spPr>
              <a:xfrm>
                <a:off x="2705" y="1617"/>
                <a:ext cx="0" cy="595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round/>
                <a:headEnd type="arrow" w="med" len="lg"/>
                <a:tailEnd type="none" w="med" len="med"/>
              </a:ln>
            </p:spPr>
          </p:sp>
          <p:graphicFrame>
            <p:nvGraphicFramePr>
              <p:cNvPr id="30742" name="对象 252975"/>
              <p:cNvGraphicFramePr/>
              <p:nvPr/>
            </p:nvGraphicFramePr>
            <p:xfrm>
              <a:off x="2563" y="1276"/>
              <a:ext cx="228" cy="3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2" imgW="152400" imgH="215900" progId="Equation.3">
                      <p:embed/>
                    </p:oleObj>
                  </mc:Choice>
                  <mc:Fallback>
                    <p:oleObj r:id="rId12" imgW="152400" imgH="215900" progId="Equation.3">
                      <p:embed/>
                      <p:pic>
                        <p:nvPicPr>
                          <p:cNvPr id="0" name="图片 3166"/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2563" y="1276"/>
                            <a:ext cx="228" cy="32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43" name="对象 252976"/>
              <p:cNvGraphicFramePr/>
              <p:nvPr/>
            </p:nvGraphicFramePr>
            <p:xfrm>
              <a:off x="2597" y="2886"/>
              <a:ext cx="227" cy="3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4" imgW="139700" imgH="215900" progId="Equation.3">
                      <p:embed/>
                    </p:oleObj>
                  </mc:Choice>
                  <mc:Fallback>
                    <p:oleObj r:id="rId14" imgW="139700" imgH="215900" progId="Equation.3">
                      <p:embed/>
                      <p:pic>
                        <p:nvPicPr>
                          <p:cNvPr id="0" name="图片 3161"/>
                          <p:cNvPicPr/>
                          <p:nvPr/>
                        </p:nvPicPr>
                        <p:blipFill>
                          <a:blip r:embed="rId15"/>
                          <a:stretch>
                            <a:fillRect/>
                          </a:stretch>
                        </p:blipFill>
                        <p:spPr>
                          <a:xfrm>
                            <a:off x="2597" y="2886"/>
                            <a:ext cx="227" cy="35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44" name="对象 252977"/>
              <p:cNvGraphicFramePr/>
              <p:nvPr/>
            </p:nvGraphicFramePr>
            <p:xfrm>
              <a:off x="1718" y="544"/>
              <a:ext cx="196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6" imgW="127000" imgH="164465" progId="Equation.3">
                      <p:embed/>
                    </p:oleObj>
                  </mc:Choice>
                  <mc:Fallback>
                    <p:oleObj r:id="rId16" imgW="127000" imgH="164465" progId="Equation.3">
                      <p:embed/>
                      <p:pic>
                        <p:nvPicPr>
                          <p:cNvPr id="0" name="图片 3167"/>
                          <p:cNvPicPr/>
                          <p:nvPr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1718" y="544"/>
                            <a:ext cx="196" cy="25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0745" name="直接连接符 252978"/>
              <p:cNvSpPr/>
              <p:nvPr/>
            </p:nvSpPr>
            <p:spPr>
              <a:xfrm flipH="1" flipV="1">
                <a:off x="2171" y="2273"/>
                <a:ext cx="0" cy="340"/>
              </a:xfrm>
              <a:prstGeom prst="line">
                <a:avLst/>
              </a:prstGeom>
              <a:ln w="22225" cap="flat" cmpd="sng">
                <a:solidFill>
                  <a:srgbClr val="000000"/>
                </a:solidFill>
                <a:prstDash val="dash"/>
                <a:round/>
                <a:headEnd type="none" w="sm" len="sm"/>
                <a:tailEnd type="none" w="sm" len="sm"/>
              </a:ln>
            </p:spPr>
          </p:sp>
        </p:grpSp>
        <p:grpSp>
          <p:nvGrpSpPr>
            <p:cNvPr id="30746" name="组合 252981"/>
            <p:cNvGrpSpPr/>
            <p:nvPr/>
          </p:nvGrpSpPr>
          <p:grpSpPr>
            <a:xfrm>
              <a:off x="10460" y="5400"/>
              <a:ext cx="870" cy="992"/>
              <a:chOff x="4184" y="2160"/>
              <a:chExt cx="348" cy="397"/>
            </a:xfrm>
          </p:grpSpPr>
          <p:sp>
            <p:nvSpPr>
              <p:cNvPr id="30747" name="直接连接符 252979"/>
              <p:cNvSpPr/>
              <p:nvPr/>
            </p:nvSpPr>
            <p:spPr>
              <a:xfrm>
                <a:off x="4241" y="2160"/>
                <a:ext cx="255" cy="0"/>
              </a:xfrm>
              <a:prstGeom prst="line">
                <a:avLst/>
              </a:prstGeom>
              <a:ln w="5715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graphicFrame>
            <p:nvGraphicFramePr>
              <p:cNvPr id="30748" name="对象 252980"/>
              <p:cNvGraphicFramePr/>
              <p:nvPr/>
            </p:nvGraphicFramePr>
            <p:xfrm>
              <a:off x="4184" y="2188"/>
              <a:ext cx="348" cy="3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8" imgW="203200" imgH="215900" progId="Equation.3">
                      <p:embed/>
                    </p:oleObj>
                  </mc:Choice>
                  <mc:Fallback>
                    <p:oleObj r:id="rId18" imgW="203200" imgH="215900" progId="Equation.3">
                      <p:embed/>
                      <p:pic>
                        <p:nvPicPr>
                          <p:cNvPr id="0" name="图片 3172"/>
                          <p:cNvPicPr/>
                          <p:nvPr/>
                        </p:nvPicPr>
                        <p:blipFill>
                          <a:blip r:embed="rId19"/>
                          <a:stretch>
                            <a:fillRect/>
                          </a:stretch>
                        </p:blipFill>
                        <p:spPr>
                          <a:xfrm>
                            <a:off x="4184" y="2188"/>
                            <a:ext cx="348" cy="36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0749" name="对象 7"/>
            <p:cNvGraphicFramePr/>
            <p:nvPr/>
          </p:nvGraphicFramePr>
          <p:xfrm>
            <a:off x="9196" y="4485"/>
            <a:ext cx="684" cy="7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320675" imgH="391795" progId="Equation.DSMT4">
                    <p:embed/>
                  </p:oleObj>
                </mc:Choice>
                <mc:Fallback>
                  <p:oleObj r:id="rId20" imgW="320675" imgH="391795" progId="Equation.DSMT4">
                    <p:embed/>
                    <p:pic>
                      <p:nvPicPr>
                        <p:cNvPr id="0" name="图片 3171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9196" y="4485"/>
                          <a:ext cx="684" cy="7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0" name="对象 9"/>
            <p:cNvGraphicFramePr/>
            <p:nvPr/>
          </p:nvGraphicFramePr>
          <p:xfrm>
            <a:off x="11866" y="4328"/>
            <a:ext cx="620" cy="9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2" imgW="223520" imgH="391795" progId="Equation.DSMT4">
                    <p:embed/>
                  </p:oleObj>
                </mc:Choice>
                <mc:Fallback>
                  <p:oleObj r:id="rId22" imgW="223520" imgH="391795" progId="Equation.DSMT4">
                    <p:embed/>
                    <p:pic>
                      <p:nvPicPr>
                        <p:cNvPr id="0" name="图片 3175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11866" y="4328"/>
                          <a:ext cx="620" cy="9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1" name="对象 11"/>
            <p:cNvGraphicFramePr/>
            <p:nvPr/>
          </p:nvGraphicFramePr>
          <p:xfrm>
            <a:off x="8934" y="6189"/>
            <a:ext cx="456" cy="6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4" imgW="114300" imgH="228600" progId="Equation.DSMT4">
                    <p:embed/>
                  </p:oleObj>
                </mc:Choice>
                <mc:Fallback>
                  <p:oleObj r:id="rId24" imgW="114300" imgH="228600" progId="Equation.DSMT4">
                    <p:embed/>
                    <p:pic>
                      <p:nvPicPr>
                        <p:cNvPr id="0" name="图片 3173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8934" y="6189"/>
                          <a:ext cx="456" cy="6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/>
          <p:cNvGrpSpPr/>
          <p:nvPr/>
        </p:nvGrpSpPr>
        <p:grpSpPr>
          <a:xfrm>
            <a:off x="725488" y="5302250"/>
            <a:ext cx="3868737" cy="658813"/>
            <a:chOff x="1215" y="8157"/>
            <a:chExt cx="6093" cy="1038"/>
          </a:xfrm>
        </p:grpSpPr>
        <p:sp>
          <p:nvSpPr>
            <p:cNvPr id="30753" name="文本框 252935"/>
            <p:cNvSpPr txBox="1"/>
            <p:nvPr/>
          </p:nvSpPr>
          <p:spPr>
            <a:xfrm>
              <a:off x="3198" y="8273"/>
              <a:ext cx="4110" cy="81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方向由</a:t>
              </a: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zh-CN" altLang="en-US" sz="28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指向</a:t>
              </a: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30754" name="对象 14"/>
            <p:cNvGraphicFramePr/>
            <p:nvPr/>
          </p:nvGraphicFramePr>
          <p:xfrm>
            <a:off x="1215" y="8157"/>
            <a:ext cx="1840" cy="1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6" imgW="720725" imgH="528955" progId="Equation.DSMT4">
                    <p:embed/>
                  </p:oleObj>
                </mc:Choice>
                <mc:Fallback>
                  <p:oleObj r:id="rId26" imgW="720725" imgH="528955" progId="Equation.DSMT4">
                    <p:embed/>
                    <p:pic>
                      <p:nvPicPr>
                        <p:cNvPr id="0" name="图片 3174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1215" y="8157"/>
                          <a:ext cx="1840" cy="10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" name="对象 1"/>
          <p:cNvGraphicFramePr/>
          <p:nvPr/>
        </p:nvGraphicFramePr>
        <p:xfrm>
          <a:off x="808038" y="2028825"/>
          <a:ext cx="3575050" cy="201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8" imgW="1587500" imgH="838200" progId="Equation.DSMT4">
                  <p:embed/>
                </p:oleObj>
              </mc:Choice>
              <mc:Fallback>
                <p:oleObj r:id="rId28" imgW="1587500" imgH="838200" progId="Equation.DSMT4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808038" y="2028825"/>
                        <a:ext cx="3575050" cy="2017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5" name="组合 22"/>
          <p:cNvGrpSpPr/>
          <p:nvPr/>
        </p:nvGrpSpPr>
        <p:grpSpPr>
          <a:xfrm>
            <a:off x="6127750" y="3665538"/>
            <a:ext cx="2135188" cy="2012950"/>
            <a:chOff x="1202801" y="2819458"/>
            <a:chExt cx="2295153" cy="2186605"/>
          </a:xfrm>
        </p:grpSpPr>
        <p:sp>
          <p:nvSpPr>
            <p:cNvPr id="22" name="椭圆 21"/>
            <p:cNvSpPr/>
            <p:nvPr/>
          </p:nvSpPr>
          <p:spPr>
            <a:xfrm>
              <a:off x="1286417" y="2819458"/>
              <a:ext cx="2090380" cy="2112453"/>
            </a:xfrm>
            <a:prstGeom prst="ellipse">
              <a:avLst/>
            </a:prstGeom>
            <a:noFill/>
            <a:ln w="38100">
              <a:solidFill>
                <a:srgbClr val="00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31747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02801" y="3926063"/>
              <a:ext cx="2295153" cy="1080000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1748" name="文本框 287784"/>
          <p:cNvSpPr txBox="1"/>
          <p:nvPr/>
        </p:nvSpPr>
        <p:spPr>
          <a:xfrm>
            <a:off x="206375" y="214313"/>
            <a:ext cx="8504238" cy="1752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无限长载流直导体通有电流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，方向向上。半径为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的半圆形导线与直电流共面，半圆以速度</a:t>
            </a:r>
            <a:r>
              <a:rPr lang="en-US" altLang="zh-CN" sz="2400" b="1" i="1" dirty="0">
                <a:solidFill>
                  <a:srgbClr val="000000"/>
                </a:solidFill>
                <a:latin typeface="Book Antiqua" panose="02040602050305030304" charset="0"/>
                <a:ea typeface="宋体" panose="02010600030101010101" pitchFamily="2" charset="-122"/>
              </a:rPr>
              <a:t>v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运动，</a:t>
            </a:r>
            <a:r>
              <a:rPr lang="en-US" altLang="zh-CN" sz="2400" b="1" i="1" dirty="0">
                <a:solidFill>
                  <a:srgbClr val="000000"/>
                </a:solidFill>
                <a:latin typeface="Book Antiqua" panose="02040602050305030304" charset="0"/>
                <a:ea typeface="宋体" panose="02010600030101010101" pitchFamily="2" charset="-122"/>
              </a:rPr>
              <a:t>v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的方向与电流方向相同，求半圆两端的电势差。</a:t>
            </a:r>
          </a:p>
        </p:txBody>
      </p:sp>
      <p:sp>
        <p:nvSpPr>
          <p:cNvPr id="31749" name="圆柱形 287757"/>
          <p:cNvSpPr/>
          <p:nvPr/>
        </p:nvSpPr>
        <p:spPr>
          <a:xfrm flipH="1">
            <a:off x="5637213" y="3211513"/>
            <a:ext cx="138112" cy="2674937"/>
          </a:xfrm>
          <a:prstGeom prst="can">
            <a:avLst>
              <a:gd name="adj" fmla="val 40796"/>
            </a:avLst>
          </a:prstGeom>
          <a:gradFill rotWithShape="0">
            <a:gsLst>
              <a:gs pos="0">
                <a:srgbClr val="7C9496"/>
              </a:gs>
              <a:gs pos="50000">
                <a:srgbClr val="BBE0E3"/>
              </a:gs>
              <a:gs pos="100000">
                <a:srgbClr val="7C9496"/>
              </a:gs>
            </a:gsLst>
            <a:lin ang="0" scaled="1"/>
            <a:tileRect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50" name="直接连接符 287758"/>
          <p:cNvSpPr/>
          <p:nvPr/>
        </p:nvSpPr>
        <p:spPr>
          <a:xfrm flipV="1">
            <a:off x="5699125" y="3403600"/>
            <a:ext cx="0" cy="849313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31751" name="直接连接符 287759"/>
          <p:cNvSpPr/>
          <p:nvPr/>
        </p:nvSpPr>
        <p:spPr>
          <a:xfrm>
            <a:off x="5637213" y="5886450"/>
            <a:ext cx="0" cy="457200"/>
          </a:xfrm>
          <a:prstGeom prst="line">
            <a:avLst/>
          </a:prstGeom>
          <a:ln w="9525" cap="flat" cmpd="sng">
            <a:solidFill>
              <a:srgbClr val="000000"/>
            </a:solidFill>
            <a:prstDash val="dash"/>
            <a:round/>
            <a:headEnd type="none" w="sm" len="lg"/>
            <a:tailEnd type="none" w="sm" len="lg"/>
          </a:ln>
        </p:spPr>
      </p:sp>
      <p:sp>
        <p:nvSpPr>
          <p:cNvPr id="31752" name="直接连接符 287760"/>
          <p:cNvSpPr/>
          <p:nvPr/>
        </p:nvSpPr>
        <p:spPr>
          <a:xfrm>
            <a:off x="5775325" y="5886450"/>
            <a:ext cx="0" cy="457200"/>
          </a:xfrm>
          <a:prstGeom prst="line">
            <a:avLst/>
          </a:prstGeom>
          <a:ln w="9525" cap="flat" cmpd="sng">
            <a:solidFill>
              <a:srgbClr val="000000"/>
            </a:solidFill>
            <a:prstDash val="dash"/>
            <a:round/>
            <a:headEnd type="none" w="sm" len="lg"/>
            <a:tailEnd type="none" w="sm" len="lg"/>
          </a:ln>
        </p:spPr>
      </p:sp>
      <p:sp>
        <p:nvSpPr>
          <p:cNvPr id="31753" name="直接连接符 287761"/>
          <p:cNvSpPr/>
          <p:nvPr/>
        </p:nvSpPr>
        <p:spPr>
          <a:xfrm>
            <a:off x="5775325" y="2819400"/>
            <a:ext cx="0" cy="457200"/>
          </a:xfrm>
          <a:prstGeom prst="line">
            <a:avLst/>
          </a:prstGeom>
          <a:ln w="9525" cap="flat" cmpd="sng">
            <a:solidFill>
              <a:srgbClr val="000000"/>
            </a:solidFill>
            <a:prstDash val="dash"/>
            <a:round/>
            <a:headEnd type="none" w="med" len="med"/>
            <a:tailEnd type="none" w="sm" len="lg"/>
          </a:ln>
        </p:spPr>
      </p:sp>
      <p:sp>
        <p:nvSpPr>
          <p:cNvPr id="31754" name="直接连接符 287762"/>
          <p:cNvSpPr/>
          <p:nvPr/>
        </p:nvSpPr>
        <p:spPr>
          <a:xfrm>
            <a:off x="5637213" y="2819400"/>
            <a:ext cx="0" cy="457200"/>
          </a:xfrm>
          <a:prstGeom prst="line">
            <a:avLst/>
          </a:prstGeom>
          <a:ln w="9525" cap="flat" cmpd="sng">
            <a:solidFill>
              <a:srgbClr val="000000"/>
            </a:solidFill>
            <a:prstDash val="dash"/>
            <a:round/>
            <a:headEnd type="none" w="med" len="med"/>
            <a:tailEnd type="none" w="sm" len="lg"/>
          </a:ln>
        </p:spPr>
      </p:sp>
      <p:sp>
        <p:nvSpPr>
          <p:cNvPr id="31755" name="直接连接符 287770"/>
          <p:cNvSpPr/>
          <p:nvPr/>
        </p:nvSpPr>
        <p:spPr>
          <a:xfrm flipV="1">
            <a:off x="5775325" y="4635500"/>
            <a:ext cx="460375" cy="0"/>
          </a:xfrm>
          <a:prstGeom prst="line">
            <a:avLst/>
          </a:prstGeom>
          <a:ln w="22225" cap="flat" cmpd="sng">
            <a:solidFill>
              <a:srgbClr val="FF00FF"/>
            </a:solidFill>
            <a:prstDash val="solid"/>
            <a:round/>
            <a:headEnd type="triangle" w="med" len="med"/>
            <a:tailEnd type="triangle" w="med" len="med"/>
          </a:ln>
        </p:spPr>
      </p:sp>
      <p:sp>
        <p:nvSpPr>
          <p:cNvPr id="17419" name="直接连接符 287777"/>
          <p:cNvSpPr>
            <a:spLocks noChangeShapeType="1"/>
          </p:cNvSpPr>
          <p:nvPr/>
        </p:nvSpPr>
        <p:spPr bwMode="auto">
          <a:xfrm>
            <a:off x="7124700" y="2735263"/>
            <a:ext cx="0" cy="808038"/>
          </a:xfrm>
          <a:prstGeom prst="line">
            <a:avLst/>
          </a:prstGeom>
          <a:noFill/>
          <a:ln w="38100">
            <a:solidFill>
              <a:schemeClr val="accent5">
                <a:lumMod val="50000"/>
              </a:schemeClr>
            </a:solidFill>
            <a:round/>
            <a:headEnd type="arrow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1757" name="对象 287778"/>
          <p:cNvGraphicFramePr/>
          <p:nvPr/>
        </p:nvGraphicFramePr>
        <p:xfrm>
          <a:off x="7272338" y="2798763"/>
          <a:ext cx="32702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52400" imgH="215900" progId="Equation.3">
                  <p:embed/>
                </p:oleObj>
              </mc:Choice>
              <mc:Fallback>
                <p:oleObj r:id="rId3" imgW="152400" imgH="215900" progId="Equation.3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72338" y="2798763"/>
                        <a:ext cx="327025" cy="439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8" name="对象 287781"/>
          <p:cNvGraphicFramePr/>
          <p:nvPr/>
        </p:nvGraphicFramePr>
        <p:xfrm>
          <a:off x="5383213" y="2813050"/>
          <a:ext cx="280987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27000" imgH="164465" progId="Equation.3">
                  <p:embed/>
                </p:oleObj>
              </mc:Choice>
              <mc:Fallback>
                <p:oleObj r:id="rId5" imgW="127000" imgH="164465" progId="Equation.3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83213" y="2813050"/>
                        <a:ext cx="280987" cy="346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9" name="对象 23"/>
          <p:cNvGraphicFramePr/>
          <p:nvPr/>
        </p:nvGraphicFramePr>
        <p:xfrm>
          <a:off x="5813425" y="4192588"/>
          <a:ext cx="6302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39700" imgH="177800" progId="Equation.3">
                  <p:embed/>
                </p:oleObj>
              </mc:Choice>
              <mc:Fallback>
                <p:oleObj r:id="rId7" imgW="139700" imgH="177800" progId="Equation.3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13425" y="4192588"/>
                        <a:ext cx="630238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0" name="直接连接符 248934"/>
          <p:cNvSpPr/>
          <p:nvPr/>
        </p:nvSpPr>
        <p:spPr>
          <a:xfrm flipV="1">
            <a:off x="7124700" y="3921125"/>
            <a:ext cx="701675" cy="755650"/>
          </a:xfrm>
          <a:prstGeom prst="line">
            <a:avLst/>
          </a:prstGeom>
          <a:ln w="19050" cap="flat" cmpd="sng">
            <a:solidFill>
              <a:srgbClr val="008000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31761" name="矩形 248935"/>
          <p:cNvSpPr/>
          <p:nvPr/>
        </p:nvSpPr>
        <p:spPr>
          <a:xfrm>
            <a:off x="7542213" y="4149725"/>
            <a:ext cx="430212" cy="52387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lstStyle/>
          <a:p>
            <a:pPr eaLnBrk="0" hangingPunct="0"/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28" name="文本框 253953"/>
          <p:cNvSpPr txBox="1"/>
          <p:nvPr/>
        </p:nvSpPr>
        <p:spPr>
          <a:xfrm>
            <a:off x="358775" y="2074863"/>
            <a:ext cx="3524250" cy="533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解：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作辅助直线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ab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6135688" y="4659313"/>
            <a:ext cx="2230437" cy="522287"/>
            <a:chOff x="6135247" y="4659488"/>
            <a:chExt cx="2231090" cy="522541"/>
          </a:xfrm>
        </p:grpSpPr>
        <p:sp>
          <p:nvSpPr>
            <p:cNvPr id="31764" name="矩形 287769"/>
            <p:cNvSpPr/>
            <p:nvPr/>
          </p:nvSpPr>
          <p:spPr>
            <a:xfrm>
              <a:off x="6206337" y="4659488"/>
              <a:ext cx="1944000" cy="36000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1765" name="对象 24"/>
            <p:cNvGraphicFramePr/>
            <p:nvPr/>
          </p:nvGraphicFramePr>
          <p:xfrm>
            <a:off x="6135247" y="4822029"/>
            <a:ext cx="324000" cy="360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27000" imgH="139700" progId="Equation.3">
                    <p:embed/>
                  </p:oleObj>
                </mc:Choice>
                <mc:Fallback>
                  <p:oleObj r:id="rId9" imgW="127000" imgH="139700" progId="Equation.3">
                    <p:embed/>
                    <p:pic>
                      <p:nvPicPr>
                        <p:cNvPr id="0" name="图片 317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135247" y="4822029"/>
                          <a:ext cx="324000" cy="3600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6" name="对象 28"/>
            <p:cNvGraphicFramePr/>
            <p:nvPr/>
          </p:nvGraphicFramePr>
          <p:xfrm>
            <a:off x="7934337" y="4770501"/>
            <a:ext cx="432000" cy="396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127000" imgH="177165" progId="Equation.3">
                    <p:embed/>
                  </p:oleObj>
                </mc:Choice>
                <mc:Fallback>
                  <p:oleObj r:id="rId11" imgW="127000" imgH="177165" progId="Equation.3">
                    <p:embed/>
                    <p:pic>
                      <p:nvPicPr>
                        <p:cNvPr id="0" name="图片 3178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934337" y="4770501"/>
                          <a:ext cx="432000" cy="3960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" name="文本框 253953"/>
          <p:cNvSpPr txBox="1"/>
          <p:nvPr/>
        </p:nvSpPr>
        <p:spPr>
          <a:xfrm>
            <a:off x="473075" y="2801938"/>
            <a:ext cx="4733925" cy="9779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直线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ab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上的动生电动势，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等于半圆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ab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上的动生电动势</a:t>
            </a:r>
          </a:p>
        </p:txBody>
      </p:sp>
      <p:sp>
        <p:nvSpPr>
          <p:cNvPr id="33" name="文本框 253953"/>
          <p:cNvSpPr txBox="1"/>
          <p:nvPr/>
        </p:nvSpPr>
        <p:spPr>
          <a:xfrm>
            <a:off x="549275" y="3971925"/>
            <a:ext cx="2719388" cy="5334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与上例题方法相同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2" grpId="0"/>
      <p:bldP spid="3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文本框 3"/>
          <p:cNvSpPr txBox="1"/>
          <p:nvPr/>
        </p:nvSpPr>
        <p:spPr>
          <a:xfrm>
            <a:off x="539750" y="116205"/>
            <a:ext cx="8089900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80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讨论题：</a:t>
            </a:r>
            <a:r>
              <a:rPr lang="en-US" altLang="zh-CN" sz="1800"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1800">
                <a:latin typeface="Verdana" panose="020B0604030504040204" pitchFamily="34" charset="0"/>
                <a:ea typeface="宋体" panose="02010600030101010101" pitchFamily="2" charset="-122"/>
              </a:rPr>
              <a:t>讨论以下几种情况，如何选择合适的辅助线求动生电动势？</a:t>
            </a:r>
            <a:endParaRPr lang="zh-CN" altLang="en-US" sz="1800">
              <a:solidFill>
                <a:srgbClr val="0000FF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21506" name="Group 859"/>
          <p:cNvGrpSpPr/>
          <p:nvPr/>
        </p:nvGrpSpPr>
        <p:grpSpPr>
          <a:xfrm>
            <a:off x="1471613" y="779780"/>
            <a:ext cx="1881187" cy="2325688"/>
            <a:chOff x="408" y="1335"/>
            <a:chExt cx="2094" cy="2599"/>
          </a:xfrm>
        </p:grpSpPr>
        <p:grpSp>
          <p:nvGrpSpPr>
            <p:cNvPr id="21507" name="Group 474"/>
            <p:cNvGrpSpPr/>
            <p:nvPr/>
          </p:nvGrpSpPr>
          <p:grpSpPr>
            <a:xfrm>
              <a:off x="408" y="1488"/>
              <a:ext cx="2094" cy="2083"/>
              <a:chOff x="422" y="1510"/>
              <a:chExt cx="2348" cy="2367"/>
            </a:xfrm>
          </p:grpSpPr>
          <p:grpSp>
            <p:nvGrpSpPr>
              <p:cNvPr id="21508" name="Group 475"/>
              <p:cNvGrpSpPr/>
              <p:nvPr/>
            </p:nvGrpSpPr>
            <p:grpSpPr>
              <a:xfrm>
                <a:off x="422" y="1510"/>
                <a:ext cx="2347" cy="1056"/>
                <a:chOff x="422" y="1510"/>
                <a:chExt cx="2347" cy="1056"/>
              </a:xfrm>
            </p:grpSpPr>
            <p:grpSp>
              <p:nvGrpSpPr>
                <p:cNvPr id="21509" name="Group 476"/>
                <p:cNvGrpSpPr/>
                <p:nvPr/>
              </p:nvGrpSpPr>
              <p:grpSpPr>
                <a:xfrm>
                  <a:off x="422" y="1524"/>
                  <a:ext cx="1044" cy="1042"/>
                  <a:chOff x="2039" y="1769"/>
                  <a:chExt cx="1044" cy="1042"/>
                </a:xfrm>
              </p:grpSpPr>
              <p:grpSp>
                <p:nvGrpSpPr>
                  <p:cNvPr id="21510" name="Group 477"/>
                  <p:cNvGrpSpPr/>
                  <p:nvPr/>
                </p:nvGrpSpPr>
                <p:grpSpPr>
                  <a:xfrm>
                    <a:off x="2039" y="1774"/>
                    <a:ext cx="388" cy="1037"/>
                    <a:chOff x="2039" y="1774"/>
                    <a:chExt cx="388" cy="1037"/>
                  </a:xfrm>
                </p:grpSpPr>
                <p:sp>
                  <p:nvSpPr>
                    <p:cNvPr id="21511" name="Oval 478"/>
                    <p:cNvSpPr/>
                    <p:nvPr>
                      <p:custDataLst>
                        <p:tags r:id="rId140"/>
                      </p:custDataLst>
                    </p:nvPr>
                  </p:nvSpPr>
                  <p:spPr>
                    <a:xfrm>
                      <a:off x="2039" y="1778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12" name="Oval 479"/>
                    <p:cNvSpPr/>
                    <p:nvPr>
                      <p:custDataLst>
                        <p:tags r:id="rId141"/>
                      </p:custDataLst>
                    </p:nvPr>
                  </p:nvSpPr>
                  <p:spPr>
                    <a:xfrm>
                      <a:off x="2371" y="2110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13" name="Oval 480"/>
                    <p:cNvSpPr/>
                    <p:nvPr>
                      <p:custDataLst>
                        <p:tags r:id="rId142"/>
                      </p:custDataLst>
                    </p:nvPr>
                  </p:nvSpPr>
                  <p:spPr>
                    <a:xfrm>
                      <a:off x="2042" y="2104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14" name="Oval 481"/>
                    <p:cNvSpPr/>
                    <p:nvPr>
                      <p:custDataLst>
                        <p:tags r:id="rId143"/>
                      </p:custDataLst>
                    </p:nvPr>
                  </p:nvSpPr>
                  <p:spPr>
                    <a:xfrm>
                      <a:off x="2358" y="1774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15" name="Oval 482"/>
                    <p:cNvSpPr/>
                    <p:nvPr>
                      <p:custDataLst>
                        <p:tags r:id="rId144"/>
                      </p:custDataLst>
                    </p:nvPr>
                  </p:nvSpPr>
                  <p:spPr>
                    <a:xfrm>
                      <a:off x="2049" y="2429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16" name="Oval 483"/>
                    <p:cNvSpPr/>
                    <p:nvPr>
                      <p:custDataLst>
                        <p:tags r:id="rId145"/>
                      </p:custDataLst>
                    </p:nvPr>
                  </p:nvSpPr>
                  <p:spPr>
                    <a:xfrm>
                      <a:off x="2367" y="2753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17" name="Oval 484"/>
                    <p:cNvSpPr/>
                    <p:nvPr>
                      <p:custDataLst>
                        <p:tags r:id="rId146"/>
                      </p:custDataLst>
                    </p:nvPr>
                  </p:nvSpPr>
                  <p:spPr>
                    <a:xfrm>
                      <a:off x="2044" y="2755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18" name="Oval 485"/>
                    <p:cNvSpPr/>
                    <p:nvPr>
                      <p:custDataLst>
                        <p:tags r:id="rId147"/>
                      </p:custDataLst>
                    </p:nvPr>
                  </p:nvSpPr>
                  <p:spPr>
                    <a:xfrm>
                      <a:off x="2368" y="2425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21519" name="Group 486"/>
                  <p:cNvGrpSpPr/>
                  <p:nvPr/>
                </p:nvGrpSpPr>
                <p:grpSpPr>
                  <a:xfrm>
                    <a:off x="2695" y="1769"/>
                    <a:ext cx="388" cy="1037"/>
                    <a:chOff x="2039" y="1774"/>
                    <a:chExt cx="388" cy="1037"/>
                  </a:xfrm>
                </p:grpSpPr>
                <p:sp>
                  <p:nvSpPr>
                    <p:cNvPr id="21520" name="Oval 487"/>
                    <p:cNvSpPr/>
                    <p:nvPr>
                      <p:custDataLst>
                        <p:tags r:id="rId132"/>
                      </p:custDataLst>
                    </p:nvPr>
                  </p:nvSpPr>
                  <p:spPr>
                    <a:xfrm>
                      <a:off x="2039" y="1778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21" name="Oval 488"/>
                    <p:cNvSpPr/>
                    <p:nvPr>
                      <p:custDataLst>
                        <p:tags r:id="rId133"/>
                      </p:custDataLst>
                    </p:nvPr>
                  </p:nvSpPr>
                  <p:spPr>
                    <a:xfrm>
                      <a:off x="2371" y="2110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22" name="Oval 489"/>
                    <p:cNvSpPr/>
                    <p:nvPr>
                      <p:custDataLst>
                        <p:tags r:id="rId134"/>
                      </p:custDataLst>
                    </p:nvPr>
                  </p:nvSpPr>
                  <p:spPr>
                    <a:xfrm>
                      <a:off x="2042" y="2104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23" name="Oval 490"/>
                    <p:cNvSpPr/>
                    <p:nvPr>
                      <p:custDataLst>
                        <p:tags r:id="rId135"/>
                      </p:custDataLst>
                    </p:nvPr>
                  </p:nvSpPr>
                  <p:spPr>
                    <a:xfrm>
                      <a:off x="2358" y="1774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24" name="Oval 491"/>
                    <p:cNvSpPr/>
                    <p:nvPr>
                      <p:custDataLst>
                        <p:tags r:id="rId136"/>
                      </p:custDataLst>
                    </p:nvPr>
                  </p:nvSpPr>
                  <p:spPr>
                    <a:xfrm>
                      <a:off x="2049" y="2429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25" name="Oval 492"/>
                    <p:cNvSpPr/>
                    <p:nvPr>
                      <p:custDataLst>
                        <p:tags r:id="rId137"/>
                      </p:custDataLst>
                    </p:nvPr>
                  </p:nvSpPr>
                  <p:spPr>
                    <a:xfrm>
                      <a:off x="2367" y="2753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26" name="Oval 493"/>
                    <p:cNvSpPr/>
                    <p:nvPr>
                      <p:custDataLst>
                        <p:tags r:id="rId138"/>
                      </p:custDataLst>
                    </p:nvPr>
                  </p:nvSpPr>
                  <p:spPr>
                    <a:xfrm>
                      <a:off x="2044" y="2755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27" name="Oval 494"/>
                    <p:cNvSpPr/>
                    <p:nvPr>
                      <p:custDataLst>
                        <p:tags r:id="rId139"/>
                      </p:custDataLst>
                    </p:nvPr>
                  </p:nvSpPr>
                  <p:spPr>
                    <a:xfrm>
                      <a:off x="2368" y="2425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</p:grpSp>
            <p:grpSp>
              <p:nvGrpSpPr>
                <p:cNvPr id="21528" name="Group 495"/>
                <p:cNvGrpSpPr/>
                <p:nvPr/>
              </p:nvGrpSpPr>
              <p:grpSpPr>
                <a:xfrm>
                  <a:off x="1725" y="1510"/>
                  <a:ext cx="1044" cy="1042"/>
                  <a:chOff x="2039" y="1769"/>
                  <a:chExt cx="1044" cy="1042"/>
                </a:xfrm>
              </p:grpSpPr>
              <p:grpSp>
                <p:nvGrpSpPr>
                  <p:cNvPr id="21529" name="Group 496"/>
                  <p:cNvGrpSpPr/>
                  <p:nvPr/>
                </p:nvGrpSpPr>
                <p:grpSpPr>
                  <a:xfrm>
                    <a:off x="2039" y="1774"/>
                    <a:ext cx="388" cy="1037"/>
                    <a:chOff x="2039" y="1774"/>
                    <a:chExt cx="388" cy="1037"/>
                  </a:xfrm>
                </p:grpSpPr>
                <p:sp>
                  <p:nvSpPr>
                    <p:cNvPr id="21530" name="Oval 497"/>
                    <p:cNvSpPr/>
                    <p:nvPr>
                      <p:custDataLst>
                        <p:tags r:id="rId124"/>
                      </p:custDataLst>
                    </p:nvPr>
                  </p:nvSpPr>
                  <p:spPr>
                    <a:xfrm>
                      <a:off x="2039" y="1778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31" name="Oval 498"/>
                    <p:cNvSpPr/>
                    <p:nvPr>
                      <p:custDataLst>
                        <p:tags r:id="rId125"/>
                      </p:custDataLst>
                    </p:nvPr>
                  </p:nvSpPr>
                  <p:spPr>
                    <a:xfrm>
                      <a:off x="2371" y="2110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32" name="Oval 499"/>
                    <p:cNvSpPr/>
                    <p:nvPr>
                      <p:custDataLst>
                        <p:tags r:id="rId126"/>
                      </p:custDataLst>
                    </p:nvPr>
                  </p:nvSpPr>
                  <p:spPr>
                    <a:xfrm>
                      <a:off x="2042" y="2104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33" name="Oval 500"/>
                    <p:cNvSpPr/>
                    <p:nvPr>
                      <p:custDataLst>
                        <p:tags r:id="rId127"/>
                      </p:custDataLst>
                    </p:nvPr>
                  </p:nvSpPr>
                  <p:spPr>
                    <a:xfrm>
                      <a:off x="2358" y="1774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34" name="Oval 501"/>
                    <p:cNvSpPr/>
                    <p:nvPr>
                      <p:custDataLst>
                        <p:tags r:id="rId128"/>
                      </p:custDataLst>
                    </p:nvPr>
                  </p:nvSpPr>
                  <p:spPr>
                    <a:xfrm>
                      <a:off x="2049" y="2429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35" name="Oval 502"/>
                    <p:cNvSpPr/>
                    <p:nvPr>
                      <p:custDataLst>
                        <p:tags r:id="rId129"/>
                      </p:custDataLst>
                    </p:nvPr>
                  </p:nvSpPr>
                  <p:spPr>
                    <a:xfrm>
                      <a:off x="2367" y="2753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36" name="Oval 503"/>
                    <p:cNvSpPr/>
                    <p:nvPr>
                      <p:custDataLst>
                        <p:tags r:id="rId130"/>
                      </p:custDataLst>
                    </p:nvPr>
                  </p:nvSpPr>
                  <p:spPr>
                    <a:xfrm>
                      <a:off x="2044" y="2755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37" name="Oval 504"/>
                    <p:cNvSpPr/>
                    <p:nvPr>
                      <p:custDataLst>
                        <p:tags r:id="rId131"/>
                      </p:custDataLst>
                    </p:nvPr>
                  </p:nvSpPr>
                  <p:spPr>
                    <a:xfrm>
                      <a:off x="2368" y="2425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21538" name="Group 505"/>
                  <p:cNvGrpSpPr/>
                  <p:nvPr/>
                </p:nvGrpSpPr>
                <p:grpSpPr>
                  <a:xfrm>
                    <a:off x="2695" y="1769"/>
                    <a:ext cx="388" cy="1037"/>
                    <a:chOff x="2039" y="1774"/>
                    <a:chExt cx="388" cy="1037"/>
                  </a:xfrm>
                </p:grpSpPr>
                <p:sp>
                  <p:nvSpPr>
                    <p:cNvPr id="21539" name="Oval 506"/>
                    <p:cNvSpPr/>
                    <p:nvPr>
                      <p:custDataLst>
                        <p:tags r:id="rId116"/>
                      </p:custDataLst>
                    </p:nvPr>
                  </p:nvSpPr>
                  <p:spPr>
                    <a:xfrm>
                      <a:off x="2039" y="1778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40" name="Oval 507"/>
                    <p:cNvSpPr/>
                    <p:nvPr>
                      <p:custDataLst>
                        <p:tags r:id="rId117"/>
                      </p:custDataLst>
                    </p:nvPr>
                  </p:nvSpPr>
                  <p:spPr>
                    <a:xfrm>
                      <a:off x="2371" y="2110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41" name="Oval 508"/>
                    <p:cNvSpPr/>
                    <p:nvPr>
                      <p:custDataLst>
                        <p:tags r:id="rId118"/>
                      </p:custDataLst>
                    </p:nvPr>
                  </p:nvSpPr>
                  <p:spPr>
                    <a:xfrm>
                      <a:off x="2042" y="2104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42" name="Oval 509"/>
                    <p:cNvSpPr/>
                    <p:nvPr>
                      <p:custDataLst>
                        <p:tags r:id="rId119"/>
                      </p:custDataLst>
                    </p:nvPr>
                  </p:nvSpPr>
                  <p:spPr>
                    <a:xfrm>
                      <a:off x="2358" y="1774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43" name="Oval 510"/>
                    <p:cNvSpPr/>
                    <p:nvPr>
                      <p:custDataLst>
                        <p:tags r:id="rId120"/>
                      </p:custDataLst>
                    </p:nvPr>
                  </p:nvSpPr>
                  <p:spPr>
                    <a:xfrm>
                      <a:off x="2049" y="2429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44" name="Oval 511"/>
                    <p:cNvSpPr/>
                    <p:nvPr>
                      <p:custDataLst>
                        <p:tags r:id="rId121"/>
                      </p:custDataLst>
                    </p:nvPr>
                  </p:nvSpPr>
                  <p:spPr>
                    <a:xfrm>
                      <a:off x="2367" y="2753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45" name="Oval 512"/>
                    <p:cNvSpPr/>
                    <p:nvPr>
                      <p:custDataLst>
                        <p:tags r:id="rId122"/>
                      </p:custDataLst>
                    </p:nvPr>
                  </p:nvSpPr>
                  <p:spPr>
                    <a:xfrm>
                      <a:off x="2044" y="2755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46" name="Oval 513"/>
                    <p:cNvSpPr/>
                    <p:nvPr>
                      <p:custDataLst>
                        <p:tags r:id="rId123"/>
                      </p:custDataLst>
                    </p:nvPr>
                  </p:nvSpPr>
                  <p:spPr>
                    <a:xfrm>
                      <a:off x="2368" y="2425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</p:grpSp>
          </p:grpSp>
          <p:grpSp>
            <p:nvGrpSpPr>
              <p:cNvPr id="21547" name="Group 514"/>
              <p:cNvGrpSpPr/>
              <p:nvPr/>
            </p:nvGrpSpPr>
            <p:grpSpPr>
              <a:xfrm>
                <a:off x="423" y="2821"/>
                <a:ext cx="2347" cy="1056"/>
                <a:chOff x="422" y="1510"/>
                <a:chExt cx="2347" cy="1056"/>
              </a:xfrm>
            </p:grpSpPr>
            <p:grpSp>
              <p:nvGrpSpPr>
                <p:cNvPr id="21548" name="Group 515"/>
                <p:cNvGrpSpPr/>
                <p:nvPr/>
              </p:nvGrpSpPr>
              <p:grpSpPr>
                <a:xfrm>
                  <a:off x="422" y="1524"/>
                  <a:ext cx="1044" cy="1042"/>
                  <a:chOff x="2039" y="1769"/>
                  <a:chExt cx="1044" cy="1042"/>
                </a:xfrm>
              </p:grpSpPr>
              <p:grpSp>
                <p:nvGrpSpPr>
                  <p:cNvPr id="21549" name="Group 516"/>
                  <p:cNvGrpSpPr/>
                  <p:nvPr/>
                </p:nvGrpSpPr>
                <p:grpSpPr>
                  <a:xfrm>
                    <a:off x="2039" y="1774"/>
                    <a:ext cx="388" cy="1037"/>
                    <a:chOff x="2039" y="1774"/>
                    <a:chExt cx="388" cy="1037"/>
                  </a:xfrm>
                </p:grpSpPr>
                <p:sp>
                  <p:nvSpPr>
                    <p:cNvPr id="21550" name="Oval 517"/>
                    <p:cNvSpPr/>
                    <p:nvPr>
                      <p:custDataLst>
                        <p:tags r:id="rId108"/>
                      </p:custDataLst>
                    </p:nvPr>
                  </p:nvSpPr>
                  <p:spPr>
                    <a:xfrm>
                      <a:off x="2039" y="1778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51" name="Oval 518"/>
                    <p:cNvSpPr/>
                    <p:nvPr>
                      <p:custDataLst>
                        <p:tags r:id="rId109"/>
                      </p:custDataLst>
                    </p:nvPr>
                  </p:nvSpPr>
                  <p:spPr>
                    <a:xfrm>
                      <a:off x="2371" y="2110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52" name="Oval 519"/>
                    <p:cNvSpPr/>
                    <p:nvPr>
                      <p:custDataLst>
                        <p:tags r:id="rId110"/>
                      </p:custDataLst>
                    </p:nvPr>
                  </p:nvSpPr>
                  <p:spPr>
                    <a:xfrm>
                      <a:off x="2042" y="2104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53" name="Oval 520"/>
                    <p:cNvSpPr/>
                    <p:nvPr>
                      <p:custDataLst>
                        <p:tags r:id="rId111"/>
                      </p:custDataLst>
                    </p:nvPr>
                  </p:nvSpPr>
                  <p:spPr>
                    <a:xfrm>
                      <a:off x="2358" y="1774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54" name="Oval 521"/>
                    <p:cNvSpPr/>
                    <p:nvPr>
                      <p:custDataLst>
                        <p:tags r:id="rId112"/>
                      </p:custDataLst>
                    </p:nvPr>
                  </p:nvSpPr>
                  <p:spPr>
                    <a:xfrm>
                      <a:off x="2049" y="2429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55" name="Oval 522"/>
                    <p:cNvSpPr/>
                    <p:nvPr>
                      <p:custDataLst>
                        <p:tags r:id="rId113"/>
                      </p:custDataLst>
                    </p:nvPr>
                  </p:nvSpPr>
                  <p:spPr>
                    <a:xfrm>
                      <a:off x="2367" y="2753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56" name="Oval 523"/>
                    <p:cNvSpPr/>
                    <p:nvPr>
                      <p:custDataLst>
                        <p:tags r:id="rId114"/>
                      </p:custDataLst>
                    </p:nvPr>
                  </p:nvSpPr>
                  <p:spPr>
                    <a:xfrm>
                      <a:off x="2044" y="2755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57" name="Oval 524"/>
                    <p:cNvSpPr/>
                    <p:nvPr>
                      <p:custDataLst>
                        <p:tags r:id="rId115"/>
                      </p:custDataLst>
                    </p:nvPr>
                  </p:nvSpPr>
                  <p:spPr>
                    <a:xfrm>
                      <a:off x="2368" y="2425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21558" name="Group 525"/>
                  <p:cNvGrpSpPr/>
                  <p:nvPr/>
                </p:nvGrpSpPr>
                <p:grpSpPr>
                  <a:xfrm>
                    <a:off x="2695" y="1769"/>
                    <a:ext cx="388" cy="1037"/>
                    <a:chOff x="2039" y="1774"/>
                    <a:chExt cx="388" cy="1037"/>
                  </a:xfrm>
                </p:grpSpPr>
                <p:sp>
                  <p:nvSpPr>
                    <p:cNvPr id="21559" name="Oval 526"/>
                    <p:cNvSpPr/>
                    <p:nvPr>
                      <p:custDataLst>
                        <p:tags r:id="rId100"/>
                      </p:custDataLst>
                    </p:nvPr>
                  </p:nvSpPr>
                  <p:spPr>
                    <a:xfrm>
                      <a:off x="2039" y="1778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60" name="Oval 527"/>
                    <p:cNvSpPr/>
                    <p:nvPr>
                      <p:custDataLst>
                        <p:tags r:id="rId101"/>
                      </p:custDataLst>
                    </p:nvPr>
                  </p:nvSpPr>
                  <p:spPr>
                    <a:xfrm>
                      <a:off x="2371" y="2110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61" name="Oval 528"/>
                    <p:cNvSpPr/>
                    <p:nvPr>
                      <p:custDataLst>
                        <p:tags r:id="rId102"/>
                      </p:custDataLst>
                    </p:nvPr>
                  </p:nvSpPr>
                  <p:spPr>
                    <a:xfrm>
                      <a:off x="2042" y="2104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62" name="Oval 529"/>
                    <p:cNvSpPr/>
                    <p:nvPr>
                      <p:custDataLst>
                        <p:tags r:id="rId103"/>
                      </p:custDataLst>
                    </p:nvPr>
                  </p:nvSpPr>
                  <p:spPr>
                    <a:xfrm>
                      <a:off x="2358" y="1774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63" name="Oval 530"/>
                    <p:cNvSpPr/>
                    <p:nvPr>
                      <p:custDataLst>
                        <p:tags r:id="rId104"/>
                      </p:custDataLst>
                    </p:nvPr>
                  </p:nvSpPr>
                  <p:spPr>
                    <a:xfrm>
                      <a:off x="2049" y="2429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64" name="Oval 531"/>
                    <p:cNvSpPr/>
                    <p:nvPr>
                      <p:custDataLst>
                        <p:tags r:id="rId105"/>
                      </p:custDataLst>
                    </p:nvPr>
                  </p:nvSpPr>
                  <p:spPr>
                    <a:xfrm>
                      <a:off x="2367" y="2753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65" name="Oval 532"/>
                    <p:cNvSpPr/>
                    <p:nvPr>
                      <p:custDataLst>
                        <p:tags r:id="rId106"/>
                      </p:custDataLst>
                    </p:nvPr>
                  </p:nvSpPr>
                  <p:spPr>
                    <a:xfrm>
                      <a:off x="2044" y="2755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66" name="Oval 533"/>
                    <p:cNvSpPr/>
                    <p:nvPr>
                      <p:custDataLst>
                        <p:tags r:id="rId107"/>
                      </p:custDataLst>
                    </p:nvPr>
                  </p:nvSpPr>
                  <p:spPr>
                    <a:xfrm>
                      <a:off x="2368" y="2425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</p:grpSp>
            <p:grpSp>
              <p:nvGrpSpPr>
                <p:cNvPr id="21567" name="Group 534"/>
                <p:cNvGrpSpPr/>
                <p:nvPr/>
              </p:nvGrpSpPr>
              <p:grpSpPr>
                <a:xfrm>
                  <a:off x="1725" y="1510"/>
                  <a:ext cx="1044" cy="1042"/>
                  <a:chOff x="2039" y="1769"/>
                  <a:chExt cx="1044" cy="1042"/>
                </a:xfrm>
              </p:grpSpPr>
              <p:grpSp>
                <p:nvGrpSpPr>
                  <p:cNvPr id="21568" name="Group 535"/>
                  <p:cNvGrpSpPr/>
                  <p:nvPr/>
                </p:nvGrpSpPr>
                <p:grpSpPr>
                  <a:xfrm>
                    <a:off x="2039" y="1774"/>
                    <a:ext cx="388" cy="1037"/>
                    <a:chOff x="2039" y="1774"/>
                    <a:chExt cx="388" cy="1037"/>
                  </a:xfrm>
                </p:grpSpPr>
                <p:sp>
                  <p:nvSpPr>
                    <p:cNvPr id="21569" name="Oval 536"/>
                    <p:cNvSpPr/>
                    <p:nvPr>
                      <p:custDataLst>
                        <p:tags r:id="rId92"/>
                      </p:custDataLst>
                    </p:nvPr>
                  </p:nvSpPr>
                  <p:spPr>
                    <a:xfrm>
                      <a:off x="2039" y="1778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70" name="Oval 537"/>
                    <p:cNvSpPr/>
                    <p:nvPr>
                      <p:custDataLst>
                        <p:tags r:id="rId93"/>
                      </p:custDataLst>
                    </p:nvPr>
                  </p:nvSpPr>
                  <p:spPr>
                    <a:xfrm>
                      <a:off x="2371" y="2110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71" name="Oval 538"/>
                    <p:cNvSpPr/>
                    <p:nvPr>
                      <p:custDataLst>
                        <p:tags r:id="rId94"/>
                      </p:custDataLst>
                    </p:nvPr>
                  </p:nvSpPr>
                  <p:spPr>
                    <a:xfrm>
                      <a:off x="2042" y="2104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72" name="Oval 539"/>
                    <p:cNvSpPr/>
                    <p:nvPr>
                      <p:custDataLst>
                        <p:tags r:id="rId95"/>
                      </p:custDataLst>
                    </p:nvPr>
                  </p:nvSpPr>
                  <p:spPr>
                    <a:xfrm>
                      <a:off x="2358" y="1774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73" name="Oval 540"/>
                    <p:cNvSpPr/>
                    <p:nvPr>
                      <p:custDataLst>
                        <p:tags r:id="rId96"/>
                      </p:custDataLst>
                    </p:nvPr>
                  </p:nvSpPr>
                  <p:spPr>
                    <a:xfrm>
                      <a:off x="2049" y="2429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74" name="Oval 541"/>
                    <p:cNvSpPr/>
                    <p:nvPr>
                      <p:custDataLst>
                        <p:tags r:id="rId97"/>
                      </p:custDataLst>
                    </p:nvPr>
                  </p:nvSpPr>
                  <p:spPr>
                    <a:xfrm>
                      <a:off x="2367" y="2753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75" name="Oval 542"/>
                    <p:cNvSpPr/>
                    <p:nvPr>
                      <p:custDataLst>
                        <p:tags r:id="rId98"/>
                      </p:custDataLst>
                    </p:nvPr>
                  </p:nvSpPr>
                  <p:spPr>
                    <a:xfrm>
                      <a:off x="2044" y="2755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76" name="Oval 543"/>
                    <p:cNvSpPr/>
                    <p:nvPr>
                      <p:custDataLst>
                        <p:tags r:id="rId99"/>
                      </p:custDataLst>
                    </p:nvPr>
                  </p:nvSpPr>
                  <p:spPr>
                    <a:xfrm>
                      <a:off x="2368" y="2425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21577" name="Group 544"/>
                  <p:cNvGrpSpPr/>
                  <p:nvPr/>
                </p:nvGrpSpPr>
                <p:grpSpPr>
                  <a:xfrm>
                    <a:off x="2695" y="1769"/>
                    <a:ext cx="388" cy="1037"/>
                    <a:chOff x="2039" y="1774"/>
                    <a:chExt cx="388" cy="1037"/>
                  </a:xfrm>
                </p:grpSpPr>
                <p:sp>
                  <p:nvSpPr>
                    <p:cNvPr id="21578" name="Oval 545"/>
                    <p:cNvSpPr/>
                    <p:nvPr>
                      <p:custDataLst>
                        <p:tags r:id="rId84"/>
                      </p:custDataLst>
                    </p:nvPr>
                  </p:nvSpPr>
                  <p:spPr>
                    <a:xfrm>
                      <a:off x="2039" y="1778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79" name="Oval 546"/>
                    <p:cNvSpPr/>
                    <p:nvPr>
                      <p:custDataLst>
                        <p:tags r:id="rId85"/>
                      </p:custDataLst>
                    </p:nvPr>
                  </p:nvSpPr>
                  <p:spPr>
                    <a:xfrm>
                      <a:off x="2371" y="2110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80" name="Oval 547"/>
                    <p:cNvSpPr/>
                    <p:nvPr>
                      <p:custDataLst>
                        <p:tags r:id="rId86"/>
                      </p:custDataLst>
                    </p:nvPr>
                  </p:nvSpPr>
                  <p:spPr>
                    <a:xfrm>
                      <a:off x="2042" y="2104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81" name="Oval 548"/>
                    <p:cNvSpPr/>
                    <p:nvPr>
                      <p:custDataLst>
                        <p:tags r:id="rId87"/>
                      </p:custDataLst>
                    </p:nvPr>
                  </p:nvSpPr>
                  <p:spPr>
                    <a:xfrm>
                      <a:off x="2358" y="1774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82" name="Oval 549"/>
                    <p:cNvSpPr/>
                    <p:nvPr>
                      <p:custDataLst>
                        <p:tags r:id="rId88"/>
                      </p:custDataLst>
                    </p:nvPr>
                  </p:nvSpPr>
                  <p:spPr>
                    <a:xfrm>
                      <a:off x="2049" y="2429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83" name="Oval 550"/>
                    <p:cNvSpPr/>
                    <p:nvPr>
                      <p:custDataLst>
                        <p:tags r:id="rId89"/>
                      </p:custDataLst>
                    </p:nvPr>
                  </p:nvSpPr>
                  <p:spPr>
                    <a:xfrm>
                      <a:off x="2367" y="2753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84" name="Oval 551"/>
                    <p:cNvSpPr/>
                    <p:nvPr>
                      <p:custDataLst>
                        <p:tags r:id="rId90"/>
                      </p:custDataLst>
                    </p:nvPr>
                  </p:nvSpPr>
                  <p:spPr>
                    <a:xfrm>
                      <a:off x="2044" y="2755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1585" name="Oval 552"/>
                    <p:cNvSpPr/>
                    <p:nvPr>
                      <p:custDataLst>
                        <p:tags r:id="rId91"/>
                      </p:custDataLst>
                    </p:nvPr>
                  </p:nvSpPr>
                  <p:spPr>
                    <a:xfrm>
                      <a:off x="2368" y="2425"/>
                      <a:ext cx="56" cy="56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9525" cap="flat" cmpd="sng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</p:grpSp>
          </p:grpSp>
        </p:grpSp>
        <p:grpSp>
          <p:nvGrpSpPr>
            <p:cNvPr id="21586" name="Group 557"/>
            <p:cNvGrpSpPr/>
            <p:nvPr/>
          </p:nvGrpSpPr>
          <p:grpSpPr>
            <a:xfrm>
              <a:off x="562" y="1603"/>
              <a:ext cx="1865" cy="350"/>
              <a:chOff x="3424" y="1122"/>
              <a:chExt cx="2270" cy="451"/>
            </a:xfrm>
          </p:grpSpPr>
          <p:sp>
            <p:nvSpPr>
              <p:cNvPr id="21587" name="Rectangle 554"/>
              <p:cNvSpPr/>
              <p:nvPr>
                <p:custDataLst>
                  <p:tags r:id="rId82"/>
                </p:custDataLst>
              </p:nvPr>
            </p:nvSpPr>
            <p:spPr>
              <a:xfrm>
                <a:off x="3424" y="1137"/>
                <a:ext cx="410" cy="436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588" name="WordArt 555"/>
              <p:cNvSpPr>
                <a:spLocks noTextEdit="1"/>
              </p:cNvSpPr>
              <p:nvPr>
                <p:custDataLst>
                  <p:tags r:id="rId83"/>
                </p:custDataLst>
              </p:nvPr>
            </p:nvSpPr>
            <p:spPr>
              <a:xfrm>
                <a:off x="5362" y="1122"/>
                <a:ext cx="332" cy="30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5991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 b="1" i="1">
                    <a:ln w="3175" cap="flat" cmpd="sng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bg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</a:p>
            </p:txBody>
          </p:sp>
        </p:grpSp>
        <p:sp>
          <p:nvSpPr>
            <p:cNvPr id="21589" name="Arc 146"/>
            <p:cNvSpPr/>
            <p:nvPr>
              <p:custDataLst>
                <p:tags r:id="rId60"/>
              </p:custDataLst>
            </p:nvPr>
          </p:nvSpPr>
          <p:spPr>
            <a:xfrm rot="1114543">
              <a:off x="1329" y="2255"/>
              <a:ext cx="180" cy="18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2088" h="21839" fill="none">
                  <a:moveTo>
                    <a:pt x="-1" y="5"/>
                  </a:moveTo>
                  <a:cubicBezTo>
                    <a:pt x="162" y="1"/>
                    <a:pt x="325" y="-1"/>
                    <a:pt x="488" y="0"/>
                  </a:cubicBezTo>
                  <a:cubicBezTo>
                    <a:pt x="12417" y="0"/>
                    <a:pt x="22088" y="9670"/>
                    <a:pt x="22088" y="21600"/>
                  </a:cubicBezTo>
                  <a:cubicBezTo>
                    <a:pt x="22088" y="21679"/>
                    <a:pt x="22087" y="21759"/>
                    <a:pt x="22086" y="21838"/>
                  </a:cubicBezTo>
                </a:path>
                <a:path w="22088" h="21839" stroke="0">
                  <a:moveTo>
                    <a:pt x="-1" y="5"/>
                  </a:moveTo>
                  <a:cubicBezTo>
                    <a:pt x="162" y="1"/>
                    <a:pt x="325" y="-1"/>
                    <a:pt x="488" y="0"/>
                  </a:cubicBezTo>
                  <a:cubicBezTo>
                    <a:pt x="12417" y="0"/>
                    <a:pt x="22088" y="9670"/>
                    <a:pt x="22088" y="21600"/>
                  </a:cubicBezTo>
                  <a:cubicBezTo>
                    <a:pt x="22088" y="21679"/>
                    <a:pt x="22087" y="21759"/>
                    <a:pt x="22086" y="21838"/>
                  </a:cubicBezTo>
                  <a:lnTo>
                    <a:pt x="488" y="21600"/>
                  </a:lnTo>
                  <a:lnTo>
                    <a:pt x="-1" y="5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1590" name="Group 556"/>
            <p:cNvGrpSpPr/>
            <p:nvPr/>
          </p:nvGrpSpPr>
          <p:grpSpPr>
            <a:xfrm>
              <a:off x="1488" y="2079"/>
              <a:ext cx="322" cy="208"/>
              <a:chOff x="4386" y="1593"/>
              <a:chExt cx="322" cy="208"/>
            </a:xfrm>
          </p:grpSpPr>
          <p:sp>
            <p:nvSpPr>
              <p:cNvPr id="21591" name="Rectangle 148"/>
              <p:cNvSpPr/>
              <p:nvPr>
                <p:custDataLst>
                  <p:tags r:id="rId79"/>
                </p:custDataLst>
              </p:nvPr>
            </p:nvSpPr>
            <p:spPr>
              <a:xfrm>
                <a:off x="4386" y="1593"/>
                <a:ext cx="322" cy="208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592" name="Oval 150"/>
              <p:cNvSpPr/>
              <p:nvPr>
                <p:custDataLst>
                  <p:tags r:id="rId80"/>
                </p:custDataLst>
              </p:nvPr>
            </p:nvSpPr>
            <p:spPr>
              <a:xfrm flipV="1">
                <a:off x="4624" y="1600"/>
                <a:ext cx="50" cy="53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355" name="WordArt 151"/>
              <p:cNvSpPr>
                <a:spLocks noTextEdit="1"/>
              </p:cNvSpPr>
              <p:nvPr>
                <p:custDataLst>
                  <p:tags r:id="rId81"/>
                </p:custDataLst>
              </p:nvPr>
            </p:nvSpPr>
            <p:spPr>
              <a:xfrm>
                <a:off x="4386" y="1636"/>
                <a:ext cx="220" cy="16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/>
              </a:bodyPr>
              <a:lstStyle/>
              <a:p>
                <a:pPr algn="ctr" fontAlgn="base"/>
                <a:r>
                  <a:rPr lang="zh-CN" altLang="en-US" sz="3600" strike="noStrike" noProof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60</a:t>
                </a:r>
                <a:endParaRPr lang="zh-CN" altLang="en-US" sz="3600" strike="noStrike" noProof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sp>
          <p:nvSpPr>
            <p:cNvPr id="21594" name="Rectangle 355"/>
            <p:cNvSpPr/>
            <p:nvPr>
              <p:custDataLst>
                <p:tags r:id="rId61"/>
              </p:custDataLst>
            </p:nvPr>
          </p:nvSpPr>
          <p:spPr>
            <a:xfrm>
              <a:off x="2070" y="2534"/>
              <a:ext cx="270" cy="261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57" name="WordArt 356"/>
            <p:cNvSpPr>
              <a:spLocks noTextEdit="1"/>
            </p:cNvSpPr>
            <p:nvPr>
              <p:custDataLst>
                <p:tags r:id="rId62"/>
              </p:custDataLst>
            </p:nvPr>
          </p:nvSpPr>
          <p:spPr>
            <a:xfrm>
              <a:off x="2085" y="2564"/>
              <a:ext cx="207" cy="19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6231"/>
                </a:avLst>
              </a:prstTxWarp>
              <a:normAutofit fontScale="25000"/>
            </a:bodyPr>
            <a:lstStyle/>
            <a:p>
              <a:pPr algn="ctr" fontAlgn="base"/>
              <a:r>
                <a:rPr lang="zh-CN" altLang="en-US" sz="3600" i="1" strike="noStrike" noProof="1">
                  <a:ln w="19050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latin typeface="Book Antiqua" panose="02040602050305030304" charset="0"/>
                  <a:ea typeface="Book Antiqua" panose="02040602050305030304" charset="0"/>
                  <a:cs typeface="+mn-cs"/>
                </a:rPr>
                <a:t>v</a:t>
              </a:r>
              <a:endParaRPr lang="zh-CN" altLang="en-US" sz="3600" i="1" strike="noStrike" noProof="1">
                <a:ln w="19050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accent2"/>
                </a:solidFill>
                <a:latin typeface="Book Antiqua" panose="02040602050305030304" charset="0"/>
                <a:ea typeface="Book Antiqua" panose="02040602050305030304" charset="0"/>
              </a:endParaRPr>
            </a:p>
          </p:txBody>
        </p:sp>
        <p:sp>
          <p:nvSpPr>
            <p:cNvPr id="21596" name="Line 357"/>
            <p:cNvSpPr/>
            <p:nvPr>
              <p:custDataLst>
                <p:tags r:id="rId63"/>
              </p:custDataLst>
            </p:nvPr>
          </p:nvSpPr>
          <p:spPr>
            <a:xfrm>
              <a:off x="1263" y="2452"/>
              <a:ext cx="1070" cy="0"/>
            </a:xfrm>
            <a:prstGeom prst="line">
              <a:avLst/>
            </a:prstGeom>
            <a:ln w="571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21597" name="WordArt 359"/>
            <p:cNvSpPr>
              <a:spLocks noTextEdit="1"/>
            </p:cNvSpPr>
            <p:nvPr>
              <p:custDataLst>
                <p:tags r:id="rId64"/>
              </p:custDataLst>
            </p:nvPr>
          </p:nvSpPr>
          <p:spPr>
            <a:xfrm>
              <a:off x="654" y="3359"/>
              <a:ext cx="136" cy="11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1598" name="WordArt 360"/>
            <p:cNvSpPr>
              <a:spLocks noTextEdit="1"/>
            </p:cNvSpPr>
            <p:nvPr>
              <p:custDataLst>
                <p:tags r:id="rId65"/>
              </p:custDataLst>
            </p:nvPr>
          </p:nvSpPr>
          <p:spPr>
            <a:xfrm>
              <a:off x="1628" y="1335"/>
              <a:ext cx="116" cy="1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1599" name="WordArt 361"/>
            <p:cNvSpPr>
              <a:spLocks noTextEdit="1"/>
            </p:cNvSpPr>
            <p:nvPr>
              <p:custDataLst>
                <p:tags r:id="rId66"/>
              </p:custDataLst>
            </p:nvPr>
          </p:nvSpPr>
          <p:spPr>
            <a:xfrm>
              <a:off x="1024" y="2130"/>
              <a:ext cx="117" cy="24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9352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 i="1">
                  <a:ln w="9525" cap="flat" cmpd="sng">
                    <a:solidFill>
                      <a:srgbClr val="0066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66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11362" name="WordArt 617"/>
            <p:cNvSpPr>
              <a:spLocks noTextEdit="1"/>
            </p:cNvSpPr>
            <p:nvPr>
              <p:custDataLst>
                <p:tags r:id="rId67"/>
              </p:custDataLst>
            </p:nvPr>
          </p:nvSpPr>
          <p:spPr>
            <a:xfrm>
              <a:off x="870" y="3733"/>
              <a:ext cx="302" cy="19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/>
            </a:bodyPr>
            <a:lstStyle/>
            <a:p>
              <a:pPr algn="ctr" fontAlgn="base"/>
              <a:r>
                <a:rPr lang="zh-CN" altLang="en-US" sz="3600" b="1" strike="noStrike" noProof="1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求</a:t>
              </a:r>
              <a:endParaRPr lang="zh-CN" altLang="en-US" sz="3600" b="1" strike="noStrike" noProof="1"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21601" name="Group 619"/>
            <p:cNvGrpSpPr/>
            <p:nvPr/>
          </p:nvGrpSpPr>
          <p:grpSpPr>
            <a:xfrm>
              <a:off x="1302" y="3699"/>
              <a:ext cx="690" cy="235"/>
              <a:chOff x="2690" y="292"/>
              <a:chExt cx="690" cy="235"/>
            </a:xfrm>
          </p:grpSpPr>
          <p:grpSp>
            <p:nvGrpSpPr>
              <p:cNvPr id="21602" name="Group 620"/>
              <p:cNvGrpSpPr/>
              <p:nvPr/>
            </p:nvGrpSpPr>
            <p:grpSpPr>
              <a:xfrm>
                <a:off x="2690" y="292"/>
                <a:ext cx="243" cy="235"/>
                <a:chOff x="381" y="2879"/>
                <a:chExt cx="321" cy="351"/>
              </a:xfrm>
            </p:grpSpPr>
            <p:grpSp>
              <p:nvGrpSpPr>
                <p:cNvPr id="21603" name="Group 621"/>
                <p:cNvGrpSpPr/>
                <p:nvPr/>
              </p:nvGrpSpPr>
              <p:grpSpPr>
                <a:xfrm>
                  <a:off x="381" y="2879"/>
                  <a:ext cx="270" cy="346"/>
                  <a:chOff x="2407" y="1969"/>
                  <a:chExt cx="254" cy="293"/>
                </a:xfrm>
              </p:grpSpPr>
              <p:grpSp>
                <p:nvGrpSpPr>
                  <p:cNvPr id="21604" name="Group 622"/>
                  <p:cNvGrpSpPr/>
                  <p:nvPr/>
                </p:nvGrpSpPr>
                <p:grpSpPr>
                  <a:xfrm>
                    <a:off x="2413" y="1978"/>
                    <a:ext cx="248" cy="284"/>
                    <a:chOff x="2799" y="1070"/>
                    <a:chExt cx="1235" cy="1528"/>
                  </a:xfrm>
                </p:grpSpPr>
                <p:sp>
                  <p:nvSpPr>
                    <p:cNvPr id="21605" name="Arc 623"/>
                    <p:cNvSpPr/>
                    <p:nvPr>
                      <p:custDataLst>
                        <p:tags r:id="rId75"/>
                      </p:custDataLst>
                    </p:nvPr>
                  </p:nvSpPr>
                  <p:spPr>
                    <a:xfrm rot="-1415830">
                      <a:off x="2799" y="1711"/>
                      <a:ext cx="1061" cy="887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2419" h="43200" fill="none">
                          <a:moveTo>
                            <a:pt x="42419" y="27354"/>
                          </a:moveTo>
                          <a:cubicBezTo>
                            <a:pt x="39831" y="36716"/>
                            <a:pt x="3131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7497" y="-1"/>
                            <a:pt x="33138" y="2411"/>
                            <a:pt x="37213" y="6673"/>
                          </a:cubicBezTo>
                        </a:path>
                        <a:path w="42419" h="43200" stroke="0">
                          <a:moveTo>
                            <a:pt x="42419" y="27354"/>
                          </a:moveTo>
                          <a:cubicBezTo>
                            <a:pt x="39831" y="36716"/>
                            <a:pt x="3131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7497" y="-1"/>
                            <a:pt x="33138" y="2411"/>
                            <a:pt x="37213" y="6673"/>
                          </a:cubicBezTo>
                          <a:lnTo>
                            <a:pt x="21600" y="21600"/>
                          </a:lnTo>
                          <a:lnTo>
                            <a:pt x="42419" y="27354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1606" name="Arc 624"/>
                    <p:cNvSpPr/>
                    <p:nvPr>
                      <p:custDataLst>
                        <p:tags r:id="rId76"/>
                      </p:custDataLst>
                    </p:nvPr>
                  </p:nvSpPr>
                  <p:spPr>
                    <a:xfrm rot="-1415830">
                      <a:off x="3159" y="1070"/>
                      <a:ext cx="875" cy="61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3200" h="41520" fill="none">
                          <a:moveTo>
                            <a:pt x="13248" y="41519"/>
                          </a:moveTo>
                          <a:cubicBezTo>
                            <a:pt x="5222" y="38155"/>
                            <a:pt x="0" y="30302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5698"/>
                            <a:pt x="42033" y="29713"/>
                            <a:pt x="39837" y="33174"/>
                          </a:cubicBezTo>
                        </a:path>
                        <a:path w="43200" h="41520" stroke="0">
                          <a:moveTo>
                            <a:pt x="13248" y="41519"/>
                          </a:moveTo>
                          <a:cubicBezTo>
                            <a:pt x="5222" y="38155"/>
                            <a:pt x="0" y="30302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5698"/>
                            <a:pt x="42033" y="29713"/>
                            <a:pt x="39837" y="33174"/>
                          </a:cubicBezTo>
                          <a:lnTo>
                            <a:pt x="21600" y="21600"/>
                          </a:lnTo>
                          <a:lnTo>
                            <a:pt x="13248" y="41519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1607" name="Arc 625"/>
                    <p:cNvSpPr/>
                    <p:nvPr>
                      <p:custDataLst>
                        <p:tags r:id="rId77"/>
                      </p:custDataLst>
                    </p:nvPr>
                  </p:nvSpPr>
                  <p:spPr>
                    <a:xfrm rot="-1415830">
                      <a:off x="3576" y="1255"/>
                      <a:ext cx="412" cy="29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38956" h="43200" fill="none">
                          <a:moveTo>
                            <a:pt x="38956" y="34458"/>
                          </a:moveTo>
                          <a:cubicBezTo>
                            <a:pt x="34882" y="39956"/>
                            <a:pt x="2844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3795" y="-1"/>
                            <a:pt x="25979" y="334"/>
                            <a:pt x="28073" y="993"/>
                          </a:cubicBezTo>
                        </a:path>
                        <a:path w="38956" h="43200" stroke="0">
                          <a:moveTo>
                            <a:pt x="38956" y="34458"/>
                          </a:moveTo>
                          <a:cubicBezTo>
                            <a:pt x="34882" y="39956"/>
                            <a:pt x="2844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3795" y="-1"/>
                            <a:pt x="25979" y="334"/>
                            <a:pt x="28073" y="993"/>
                          </a:cubicBezTo>
                          <a:lnTo>
                            <a:pt x="21600" y="21600"/>
                          </a:lnTo>
                          <a:lnTo>
                            <a:pt x="38956" y="34458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1608" name="Arc 626"/>
                    <p:cNvSpPr/>
                    <p:nvPr>
                      <p:custDataLst>
                        <p:tags r:id="rId78"/>
                      </p:custDataLst>
                    </p:nvPr>
                  </p:nvSpPr>
                  <p:spPr>
                    <a:xfrm rot="-1415830">
                      <a:off x="3083" y="1919"/>
                      <a:ext cx="776" cy="38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3200" h="30267" fill="none">
                          <a:moveTo>
                            <a:pt x="1815" y="30266"/>
                          </a:moveTo>
                          <a:cubicBezTo>
                            <a:pt x="618" y="27534"/>
                            <a:pt x="0" y="2458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3162"/>
                            <a:pt x="43030" y="24719"/>
                            <a:pt x="42694" y="26244"/>
                          </a:cubicBezTo>
                        </a:path>
                        <a:path w="43200" h="30267" stroke="0">
                          <a:moveTo>
                            <a:pt x="1815" y="30266"/>
                          </a:moveTo>
                          <a:cubicBezTo>
                            <a:pt x="618" y="27534"/>
                            <a:pt x="0" y="2458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3162"/>
                            <a:pt x="43030" y="24719"/>
                            <a:pt x="42694" y="26244"/>
                          </a:cubicBezTo>
                          <a:lnTo>
                            <a:pt x="21600" y="21600"/>
                          </a:lnTo>
                          <a:lnTo>
                            <a:pt x="1815" y="30266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21609" name="Group 627"/>
                  <p:cNvGrpSpPr/>
                  <p:nvPr/>
                </p:nvGrpSpPr>
                <p:grpSpPr>
                  <a:xfrm>
                    <a:off x="2407" y="1969"/>
                    <a:ext cx="248" cy="284"/>
                    <a:chOff x="2799" y="1070"/>
                    <a:chExt cx="1235" cy="1528"/>
                  </a:xfrm>
                </p:grpSpPr>
                <p:sp>
                  <p:nvSpPr>
                    <p:cNvPr id="21610" name="Arc 628"/>
                    <p:cNvSpPr/>
                    <p:nvPr>
                      <p:custDataLst>
                        <p:tags r:id="rId71"/>
                      </p:custDataLst>
                    </p:nvPr>
                  </p:nvSpPr>
                  <p:spPr>
                    <a:xfrm rot="-1415830">
                      <a:off x="2799" y="1711"/>
                      <a:ext cx="1061" cy="887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2419" h="43200" fill="none">
                          <a:moveTo>
                            <a:pt x="42419" y="27354"/>
                          </a:moveTo>
                          <a:cubicBezTo>
                            <a:pt x="39831" y="36716"/>
                            <a:pt x="3131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7497" y="-1"/>
                            <a:pt x="33138" y="2411"/>
                            <a:pt x="37213" y="6673"/>
                          </a:cubicBezTo>
                        </a:path>
                        <a:path w="42419" h="43200" stroke="0">
                          <a:moveTo>
                            <a:pt x="42419" y="27354"/>
                          </a:moveTo>
                          <a:cubicBezTo>
                            <a:pt x="39831" y="36716"/>
                            <a:pt x="3131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7497" y="-1"/>
                            <a:pt x="33138" y="2411"/>
                            <a:pt x="37213" y="6673"/>
                          </a:cubicBezTo>
                          <a:lnTo>
                            <a:pt x="21600" y="21600"/>
                          </a:lnTo>
                          <a:lnTo>
                            <a:pt x="42419" y="27354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1611" name="Arc 629"/>
                    <p:cNvSpPr/>
                    <p:nvPr>
                      <p:custDataLst>
                        <p:tags r:id="rId72"/>
                      </p:custDataLst>
                    </p:nvPr>
                  </p:nvSpPr>
                  <p:spPr>
                    <a:xfrm rot="-1415830">
                      <a:off x="3159" y="1070"/>
                      <a:ext cx="875" cy="61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3200" h="41520" fill="none">
                          <a:moveTo>
                            <a:pt x="13248" y="41519"/>
                          </a:moveTo>
                          <a:cubicBezTo>
                            <a:pt x="5222" y="38155"/>
                            <a:pt x="0" y="30302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5698"/>
                            <a:pt x="42033" y="29713"/>
                            <a:pt x="39837" y="33174"/>
                          </a:cubicBezTo>
                        </a:path>
                        <a:path w="43200" h="41520" stroke="0">
                          <a:moveTo>
                            <a:pt x="13248" y="41519"/>
                          </a:moveTo>
                          <a:cubicBezTo>
                            <a:pt x="5222" y="38155"/>
                            <a:pt x="0" y="30302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5698"/>
                            <a:pt x="42033" y="29713"/>
                            <a:pt x="39837" y="33174"/>
                          </a:cubicBezTo>
                          <a:lnTo>
                            <a:pt x="21600" y="21600"/>
                          </a:lnTo>
                          <a:lnTo>
                            <a:pt x="13248" y="41519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1612" name="Arc 630"/>
                    <p:cNvSpPr/>
                    <p:nvPr>
                      <p:custDataLst>
                        <p:tags r:id="rId73"/>
                      </p:custDataLst>
                    </p:nvPr>
                  </p:nvSpPr>
                  <p:spPr>
                    <a:xfrm rot="-1415830">
                      <a:off x="3576" y="1255"/>
                      <a:ext cx="412" cy="29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38956" h="43200" fill="none">
                          <a:moveTo>
                            <a:pt x="38956" y="34458"/>
                          </a:moveTo>
                          <a:cubicBezTo>
                            <a:pt x="34882" y="39956"/>
                            <a:pt x="2844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3795" y="-1"/>
                            <a:pt x="25979" y="334"/>
                            <a:pt x="28073" y="993"/>
                          </a:cubicBezTo>
                        </a:path>
                        <a:path w="38956" h="43200" stroke="0">
                          <a:moveTo>
                            <a:pt x="38956" y="34458"/>
                          </a:moveTo>
                          <a:cubicBezTo>
                            <a:pt x="34882" y="39956"/>
                            <a:pt x="2844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3795" y="-1"/>
                            <a:pt x="25979" y="334"/>
                            <a:pt x="28073" y="993"/>
                          </a:cubicBezTo>
                          <a:lnTo>
                            <a:pt x="21600" y="21600"/>
                          </a:lnTo>
                          <a:lnTo>
                            <a:pt x="38956" y="34458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1613" name="Arc 631"/>
                    <p:cNvSpPr/>
                    <p:nvPr>
                      <p:custDataLst>
                        <p:tags r:id="rId74"/>
                      </p:custDataLst>
                    </p:nvPr>
                  </p:nvSpPr>
                  <p:spPr>
                    <a:xfrm rot="-1415830">
                      <a:off x="3083" y="1919"/>
                      <a:ext cx="776" cy="38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3200" h="30267" fill="none">
                          <a:moveTo>
                            <a:pt x="1815" y="30266"/>
                          </a:moveTo>
                          <a:cubicBezTo>
                            <a:pt x="618" y="27534"/>
                            <a:pt x="0" y="2458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3162"/>
                            <a:pt x="43030" y="24719"/>
                            <a:pt x="42694" y="26244"/>
                          </a:cubicBezTo>
                        </a:path>
                        <a:path w="43200" h="30267" stroke="0">
                          <a:moveTo>
                            <a:pt x="1815" y="30266"/>
                          </a:moveTo>
                          <a:cubicBezTo>
                            <a:pt x="618" y="27534"/>
                            <a:pt x="0" y="2458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3162"/>
                            <a:pt x="43030" y="24719"/>
                            <a:pt x="42694" y="26244"/>
                          </a:cubicBezTo>
                          <a:lnTo>
                            <a:pt x="21600" y="21600"/>
                          </a:lnTo>
                          <a:lnTo>
                            <a:pt x="1815" y="30266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sp>
              <p:nvSpPr>
                <p:cNvPr id="21614" name="WordArt 632"/>
                <p:cNvSpPr>
                  <a:spLocks noTextEdit="1"/>
                </p:cNvSpPr>
                <p:nvPr>
                  <p:custDataLst>
                    <p:tags r:id="rId70"/>
                  </p:custDataLst>
                </p:nvPr>
              </p:nvSpPr>
              <p:spPr>
                <a:xfrm>
                  <a:off x="654" y="3061"/>
                  <a:ext cx="48" cy="16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2857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i</a:t>
                  </a:r>
                </a:p>
              </p:txBody>
            </p:sp>
          </p:grpSp>
          <p:sp>
            <p:nvSpPr>
              <p:cNvPr id="11377" name="WordArt 633"/>
              <p:cNvSpPr>
                <a:spLocks noTextEdit="1"/>
              </p:cNvSpPr>
              <p:nvPr>
                <p:custDataLst>
                  <p:tags r:id="rId69"/>
                </p:custDataLst>
              </p:nvPr>
            </p:nvSpPr>
            <p:spPr>
              <a:xfrm>
                <a:off x="2978" y="411"/>
                <a:ext cx="402" cy="10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/>
              </a:bodyPr>
              <a:lstStyle/>
              <a:p>
                <a:pPr algn="ctr" fontAlgn="base"/>
                <a:r>
                  <a:rPr lang="zh-CN" altLang="en-US" sz="3600" b="1" strike="noStrike" noProof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动生</a:t>
                </a:r>
                <a:endParaRPr lang="zh-CN" altLang="en-US" sz="3600" b="1" strike="noStrike" noProof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1616" name="Rectangle 351"/>
            <p:cNvSpPr/>
            <p:nvPr>
              <p:custDataLst>
                <p:tags r:id="rId68"/>
              </p:custDataLst>
            </p:nvPr>
          </p:nvSpPr>
          <p:spPr>
            <a:xfrm rot="-3908694">
              <a:off x="231" y="2402"/>
              <a:ext cx="1949" cy="62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FFFF00"/>
                </a:gs>
                <a:gs pos="100000">
                  <a:srgbClr val="000000"/>
                </a:gs>
              </a:gsLst>
              <a:lin ang="2700000" scaled="1"/>
              <a:tileRect/>
            </a:gradFill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1617" name="组合 13"/>
          <p:cNvGrpSpPr/>
          <p:nvPr/>
        </p:nvGrpSpPr>
        <p:grpSpPr>
          <a:xfrm>
            <a:off x="4583113" y="684530"/>
            <a:ext cx="2530475" cy="2490788"/>
            <a:chOff x="4873" y="5853"/>
            <a:chExt cx="4896" cy="4610"/>
          </a:xfrm>
        </p:grpSpPr>
        <p:grpSp>
          <p:nvGrpSpPr>
            <p:cNvPr id="21618" name="组合 12"/>
            <p:cNvGrpSpPr/>
            <p:nvPr/>
          </p:nvGrpSpPr>
          <p:grpSpPr>
            <a:xfrm>
              <a:off x="4873" y="5853"/>
              <a:ext cx="4895" cy="4188"/>
              <a:chOff x="4873" y="5853"/>
              <a:chExt cx="4896" cy="4188"/>
            </a:xfrm>
          </p:grpSpPr>
          <p:grpSp>
            <p:nvGrpSpPr>
              <p:cNvPr id="21619" name="组合 3"/>
              <p:cNvGrpSpPr/>
              <p:nvPr/>
            </p:nvGrpSpPr>
            <p:grpSpPr>
              <a:xfrm>
                <a:off x="4873" y="6304"/>
                <a:ext cx="4346" cy="3737"/>
                <a:chOff x="7688" y="3398"/>
                <a:chExt cx="5542" cy="5078"/>
              </a:xfrm>
            </p:grpSpPr>
            <p:sp>
              <p:nvSpPr>
                <p:cNvPr id="21620" name="Arc 2"/>
                <p:cNvSpPr/>
                <p:nvPr>
                  <p:custDataLst>
                    <p:tags r:id="rId35"/>
                  </p:custDataLst>
                </p:nvPr>
              </p:nvSpPr>
              <p:spPr>
                <a:xfrm>
                  <a:off x="9618" y="3730"/>
                  <a:ext cx="2308" cy="449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147483646" y="2147483646"/>
                    </a:cxn>
                    <a:cxn ang="0">
                      <a:pos x="2147483646" y="2147483646"/>
                    </a:cxn>
                  </a:cxnLst>
                  <a:rect l="0" t="0" r="0" b="0"/>
                  <a:pathLst>
                    <a:path w="21623" h="43198" fill="none">
                      <a:moveTo>
                        <a:pt x="0" y="0"/>
                      </a:moveTo>
                      <a:cubicBezTo>
                        <a:pt x="7" y="0"/>
                        <a:pt x="15" y="-1"/>
                        <a:pt x="23" y="0"/>
                      </a:cubicBezTo>
                      <a:cubicBezTo>
                        <a:pt x="11952" y="0"/>
                        <a:pt x="21623" y="9670"/>
                        <a:pt x="21623" y="21600"/>
                      </a:cubicBezTo>
                      <a:cubicBezTo>
                        <a:pt x="21623" y="33428"/>
                        <a:pt x="12108" y="43057"/>
                        <a:pt x="281" y="43198"/>
                      </a:cubicBezTo>
                    </a:path>
                    <a:path w="21623" h="43198" stroke="0">
                      <a:moveTo>
                        <a:pt x="0" y="0"/>
                      </a:moveTo>
                      <a:cubicBezTo>
                        <a:pt x="7" y="0"/>
                        <a:pt x="15" y="-1"/>
                        <a:pt x="23" y="0"/>
                      </a:cubicBezTo>
                      <a:cubicBezTo>
                        <a:pt x="11952" y="0"/>
                        <a:pt x="21623" y="9670"/>
                        <a:pt x="21623" y="21600"/>
                      </a:cubicBezTo>
                      <a:cubicBezTo>
                        <a:pt x="21623" y="33428"/>
                        <a:pt x="12108" y="43057"/>
                        <a:pt x="281" y="43198"/>
                      </a:cubicBezTo>
                      <a:lnTo>
                        <a:pt x="23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50800" cap="rnd" cmpd="sng">
                  <a:solidFill>
                    <a:schemeClr val="tx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621" name="Line 3"/>
                <p:cNvSpPr/>
                <p:nvPr>
                  <p:custDataLst>
                    <p:tags r:id="rId36"/>
                  </p:custDataLst>
                </p:nvPr>
              </p:nvSpPr>
              <p:spPr>
                <a:xfrm>
                  <a:off x="8798" y="5953"/>
                  <a:ext cx="4375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dashDot"/>
                  <a:round/>
                  <a:headEnd type="none" w="sm" len="sm"/>
                  <a:tailEnd type="none" w="sm" len="sm"/>
                </a:ln>
              </p:spPr>
            </p:sp>
            <p:sp>
              <p:nvSpPr>
                <p:cNvPr id="21622" name="Line 4"/>
                <p:cNvSpPr/>
                <p:nvPr>
                  <p:custDataLst>
                    <p:tags r:id="rId37"/>
                  </p:custDataLst>
                </p:nvPr>
              </p:nvSpPr>
              <p:spPr>
                <a:xfrm>
                  <a:off x="9548" y="3398"/>
                  <a:ext cx="0" cy="494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dashDot"/>
                  <a:round/>
                  <a:headEnd type="none" w="sm" len="sm"/>
                  <a:tailEnd type="none" w="sm" len="sm"/>
                </a:ln>
              </p:spPr>
            </p:sp>
            <p:sp>
              <p:nvSpPr>
                <p:cNvPr id="21623" name="Line 5"/>
                <p:cNvSpPr/>
                <p:nvPr>
                  <p:custDataLst>
                    <p:tags r:id="rId38"/>
                  </p:custDataLst>
                </p:nvPr>
              </p:nvSpPr>
              <p:spPr>
                <a:xfrm>
                  <a:off x="12081" y="5940"/>
                  <a:ext cx="1010" cy="0"/>
                </a:xfrm>
                <a:prstGeom prst="line">
                  <a:avLst/>
                </a:prstGeom>
                <a:ln w="25400" cap="flat" cmpd="sng">
                  <a:solidFill>
                    <a:srgbClr val="FF0066"/>
                  </a:solidFill>
                  <a:prstDash val="solid"/>
                  <a:round/>
                  <a:headEnd type="none" w="sm" len="sm"/>
                  <a:tailEnd type="stealth" w="med" len="lg"/>
                </a:ln>
              </p:spPr>
            </p:sp>
            <p:grpSp>
              <p:nvGrpSpPr>
                <p:cNvPr id="21624" name="Group 6"/>
                <p:cNvGrpSpPr/>
                <p:nvPr/>
              </p:nvGrpSpPr>
              <p:grpSpPr>
                <a:xfrm>
                  <a:off x="8555" y="4185"/>
                  <a:ext cx="1713" cy="4065"/>
                  <a:chOff x="3536" y="2676"/>
                  <a:chExt cx="685" cy="1626"/>
                </a:xfrm>
              </p:grpSpPr>
              <p:sp>
                <p:nvSpPr>
                  <p:cNvPr id="21625" name="Rectangle 7"/>
                  <p:cNvSpPr/>
                  <p:nvPr>
                    <p:custDataLst>
                      <p:tags r:id="rId56"/>
                    </p:custDataLst>
                  </p:nvPr>
                </p:nvSpPr>
                <p:spPr>
                  <a:xfrm rot="2880000">
                    <a:off x="3740" y="2496"/>
                    <a:ext cx="289" cy="63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square" lIns="92075" tIns="46038" rIns="92075" bIns="46038" anchor="t" anchorCtr="0">
                    <a:spAutoFit/>
                  </a:bodyPr>
                  <a:lstStyle/>
                  <a:p>
                    <a:pPr eaLnBrk="0" hangingPunct="0"/>
                    <a:r>
                      <a:rPr lang="en-US" altLang="zh-CN" sz="3600" dirty="0">
                        <a:latin typeface="Bookman Old Style" panose="02050604050505020204" pitchFamily="18" charset="0"/>
                        <a:ea typeface="宋体" panose="02010600030101010101" pitchFamily="2" charset="-122"/>
                      </a:rPr>
                      <a:t>+</a:t>
                    </a:r>
                  </a:p>
                </p:txBody>
              </p:sp>
              <p:sp>
                <p:nvSpPr>
                  <p:cNvPr id="21626" name="Rectangle 8"/>
                  <p:cNvSpPr/>
                  <p:nvPr>
                    <p:custDataLst>
                      <p:tags r:id="rId57"/>
                    </p:custDataLst>
                  </p:nvPr>
                </p:nvSpPr>
                <p:spPr>
                  <a:xfrm rot="2880000">
                    <a:off x="3748" y="3837"/>
                    <a:ext cx="278" cy="65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square" lIns="92075" tIns="46038" rIns="92075" bIns="46038" anchor="t" anchorCtr="0">
                    <a:spAutoFit/>
                  </a:bodyPr>
                  <a:lstStyle/>
                  <a:p>
                    <a:pPr eaLnBrk="0" hangingPunct="0"/>
                    <a:r>
                      <a:rPr lang="en-US" altLang="zh-CN" sz="3600" dirty="0">
                        <a:latin typeface="Bookman Old Style" panose="02050604050505020204" pitchFamily="18" charset="0"/>
                        <a:ea typeface="宋体" panose="02010600030101010101" pitchFamily="2" charset="-122"/>
                      </a:rPr>
                      <a:t>+</a:t>
                    </a:r>
                  </a:p>
                </p:txBody>
              </p:sp>
              <p:sp>
                <p:nvSpPr>
                  <p:cNvPr id="21627" name="Rectangle 9"/>
                  <p:cNvSpPr/>
                  <p:nvPr>
                    <p:custDataLst>
                      <p:tags r:id="rId58"/>
                    </p:custDataLst>
                  </p:nvPr>
                </p:nvSpPr>
                <p:spPr>
                  <a:xfrm rot="2880000">
                    <a:off x="3728" y="2950"/>
                    <a:ext cx="297" cy="6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square" lIns="92075" tIns="46038" rIns="92075" bIns="46038" anchor="t" anchorCtr="0">
                    <a:spAutoFit/>
                  </a:bodyPr>
                  <a:lstStyle/>
                  <a:p>
                    <a:pPr eaLnBrk="0" hangingPunct="0"/>
                    <a:r>
                      <a:rPr lang="en-US" altLang="zh-CN" sz="3600" dirty="0">
                        <a:latin typeface="Bookman Old Style" panose="02050604050505020204" pitchFamily="18" charset="0"/>
                        <a:ea typeface="宋体" panose="02010600030101010101" pitchFamily="2" charset="-122"/>
                      </a:rPr>
                      <a:t>+</a:t>
                    </a:r>
                  </a:p>
                </p:txBody>
              </p:sp>
              <p:sp>
                <p:nvSpPr>
                  <p:cNvPr id="21628" name="Rectangle 10"/>
                  <p:cNvSpPr/>
                  <p:nvPr>
                    <p:custDataLst>
                      <p:tags r:id="rId59"/>
                    </p:custDataLst>
                  </p:nvPr>
                </p:nvSpPr>
                <p:spPr>
                  <a:xfrm rot="2880000">
                    <a:off x="3724" y="3383"/>
                    <a:ext cx="297" cy="685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square" lIns="92075" tIns="46038" rIns="92075" bIns="46038" anchor="t" anchorCtr="0">
                    <a:spAutoFit/>
                  </a:bodyPr>
                  <a:lstStyle/>
                  <a:p>
                    <a:pPr eaLnBrk="0" hangingPunct="0"/>
                    <a:r>
                      <a:rPr lang="en-US" altLang="zh-CN" sz="3600" dirty="0">
                        <a:latin typeface="Bookman Old Style" panose="02050604050505020204" pitchFamily="18" charset="0"/>
                        <a:ea typeface="宋体" panose="02010600030101010101" pitchFamily="2" charset="-122"/>
                      </a:rPr>
                      <a:t>+</a:t>
                    </a:r>
                  </a:p>
                </p:txBody>
              </p:sp>
            </p:grpSp>
            <p:grpSp>
              <p:nvGrpSpPr>
                <p:cNvPr id="21629" name="Group 11"/>
                <p:cNvGrpSpPr/>
                <p:nvPr/>
              </p:nvGrpSpPr>
              <p:grpSpPr>
                <a:xfrm>
                  <a:off x="7688" y="4262"/>
                  <a:ext cx="1675" cy="4112"/>
                  <a:chOff x="3208" y="2689"/>
                  <a:chExt cx="670" cy="1645"/>
                </a:xfrm>
              </p:grpSpPr>
              <p:sp>
                <p:nvSpPr>
                  <p:cNvPr id="21630" name="Rectangle 12"/>
                  <p:cNvSpPr/>
                  <p:nvPr>
                    <p:custDataLst>
                      <p:tags r:id="rId52"/>
                    </p:custDataLst>
                  </p:nvPr>
                </p:nvSpPr>
                <p:spPr>
                  <a:xfrm rot="2880000">
                    <a:off x="3375" y="2509"/>
                    <a:ext cx="289" cy="63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square" lIns="92075" tIns="46038" rIns="92075" bIns="46038" anchor="t" anchorCtr="0">
                    <a:spAutoFit/>
                  </a:bodyPr>
                  <a:lstStyle/>
                  <a:p>
                    <a:pPr eaLnBrk="0" hangingPunct="0"/>
                    <a:r>
                      <a:rPr lang="en-US" altLang="zh-CN" sz="3600" dirty="0">
                        <a:latin typeface="Bookman Old Style" panose="02050604050505020204" pitchFamily="18" charset="0"/>
                        <a:ea typeface="宋体" panose="02010600030101010101" pitchFamily="2" charset="-122"/>
                      </a:rPr>
                      <a:t>+</a:t>
                    </a:r>
                  </a:p>
                </p:txBody>
              </p:sp>
              <p:sp>
                <p:nvSpPr>
                  <p:cNvPr id="21631" name="Rectangle 13"/>
                  <p:cNvSpPr/>
                  <p:nvPr>
                    <p:custDataLst>
                      <p:tags r:id="rId53"/>
                    </p:custDataLst>
                  </p:nvPr>
                </p:nvSpPr>
                <p:spPr>
                  <a:xfrm rot="2880000">
                    <a:off x="3381" y="3865"/>
                    <a:ext cx="289" cy="63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square" lIns="92075" tIns="46038" rIns="92075" bIns="46038" anchor="t" anchorCtr="0">
                    <a:spAutoFit/>
                  </a:bodyPr>
                  <a:lstStyle/>
                  <a:p>
                    <a:pPr eaLnBrk="0" hangingPunct="0"/>
                    <a:r>
                      <a:rPr lang="en-US" altLang="zh-CN" sz="3600" dirty="0">
                        <a:latin typeface="Bookman Old Style" panose="02050604050505020204" pitchFamily="18" charset="0"/>
                        <a:ea typeface="宋体" panose="02010600030101010101" pitchFamily="2" charset="-122"/>
                      </a:rPr>
                      <a:t>+</a:t>
                    </a:r>
                  </a:p>
                </p:txBody>
              </p:sp>
              <p:sp>
                <p:nvSpPr>
                  <p:cNvPr id="21632" name="Rectangle 14"/>
                  <p:cNvSpPr/>
                  <p:nvPr>
                    <p:custDataLst>
                      <p:tags r:id="rId54"/>
                    </p:custDataLst>
                  </p:nvPr>
                </p:nvSpPr>
                <p:spPr>
                  <a:xfrm rot="2880000">
                    <a:off x="3383" y="2983"/>
                    <a:ext cx="313" cy="63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square" lIns="92075" tIns="46038" rIns="92075" bIns="46038" anchor="t" anchorCtr="0">
                    <a:spAutoFit/>
                  </a:bodyPr>
                  <a:lstStyle/>
                  <a:p>
                    <a:pPr eaLnBrk="0" hangingPunct="0"/>
                    <a:r>
                      <a:rPr lang="en-US" altLang="zh-CN" sz="3600" dirty="0">
                        <a:latin typeface="Bookman Old Style" panose="02050604050505020204" pitchFamily="18" charset="0"/>
                        <a:ea typeface="宋体" panose="02010600030101010101" pitchFamily="2" charset="-122"/>
                      </a:rPr>
                      <a:t>+</a:t>
                    </a:r>
                  </a:p>
                </p:txBody>
              </p:sp>
              <p:sp>
                <p:nvSpPr>
                  <p:cNvPr id="21633" name="Rectangle 15"/>
                  <p:cNvSpPr/>
                  <p:nvPr>
                    <p:custDataLst>
                      <p:tags r:id="rId55"/>
                    </p:custDataLst>
                  </p:nvPr>
                </p:nvSpPr>
                <p:spPr>
                  <a:xfrm rot="2880000">
                    <a:off x="3397" y="3453"/>
                    <a:ext cx="313" cy="63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square" lIns="92075" tIns="46038" rIns="92075" bIns="46038" anchor="t" anchorCtr="0">
                    <a:spAutoFit/>
                  </a:bodyPr>
                  <a:lstStyle/>
                  <a:p>
                    <a:pPr eaLnBrk="0" hangingPunct="0"/>
                    <a:r>
                      <a:rPr lang="en-US" altLang="zh-CN" sz="3600" dirty="0">
                        <a:latin typeface="Bookman Old Style" panose="02050604050505020204" pitchFamily="18" charset="0"/>
                        <a:ea typeface="宋体" panose="02010600030101010101" pitchFamily="2" charset="-122"/>
                      </a:rPr>
                      <a:t>+</a:t>
                    </a:r>
                  </a:p>
                </p:txBody>
              </p:sp>
            </p:grpSp>
            <p:sp>
              <p:nvSpPr>
                <p:cNvPr id="21634" name="Rectangle 16"/>
                <p:cNvSpPr/>
                <p:nvPr>
                  <p:custDataLst>
                    <p:tags r:id="rId39"/>
                  </p:custDataLst>
                </p:nvPr>
              </p:nvSpPr>
              <p:spPr>
                <a:xfrm rot="2880000">
                  <a:off x="10035" y="7250"/>
                  <a:ext cx="728" cy="159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92075" tIns="46038" rIns="92075" bIns="46038" anchor="t" anchorCtr="0">
                  <a:spAutoFit/>
                </a:bodyPr>
                <a:lstStyle/>
                <a:p>
                  <a:pPr eaLnBrk="0" hangingPunct="0"/>
                  <a:r>
                    <a:rPr lang="en-US" altLang="zh-CN" sz="3600" dirty="0">
                      <a:latin typeface="Bookman Old Style" panose="02050604050505020204" pitchFamily="18" charset="0"/>
                      <a:ea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21635" name="Rectangle 17"/>
                <p:cNvSpPr/>
                <p:nvPr>
                  <p:custDataLst>
                    <p:tags r:id="rId40"/>
                  </p:custDataLst>
                </p:nvPr>
              </p:nvSpPr>
              <p:spPr>
                <a:xfrm rot="2880000">
                  <a:off x="10026" y="6093"/>
                  <a:ext cx="730" cy="159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92075" tIns="46038" rIns="92075" bIns="46038" anchor="t" anchorCtr="0">
                  <a:spAutoFit/>
                </a:bodyPr>
                <a:lstStyle/>
                <a:p>
                  <a:pPr eaLnBrk="0" hangingPunct="0"/>
                  <a:r>
                    <a:rPr lang="en-US" altLang="zh-CN" sz="3600" dirty="0">
                      <a:latin typeface="Bookman Old Style" panose="02050604050505020204" pitchFamily="18" charset="0"/>
                      <a:ea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21636" name="Rectangle 18"/>
                <p:cNvSpPr/>
                <p:nvPr>
                  <p:custDataLst>
                    <p:tags r:id="rId41"/>
                  </p:custDataLst>
                </p:nvPr>
              </p:nvSpPr>
              <p:spPr>
                <a:xfrm rot="2880000">
                  <a:off x="11067" y="7278"/>
                  <a:ext cx="733" cy="159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92075" tIns="46038" rIns="92075" bIns="46038" anchor="t" anchorCtr="0">
                  <a:spAutoFit/>
                </a:bodyPr>
                <a:lstStyle/>
                <a:p>
                  <a:pPr eaLnBrk="0" hangingPunct="0"/>
                  <a:r>
                    <a:rPr lang="en-US" altLang="zh-CN" sz="3600" dirty="0">
                      <a:latin typeface="Bookman Old Style" panose="02050604050505020204" pitchFamily="18" charset="0"/>
                      <a:ea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21637" name="Rectangle 19"/>
                <p:cNvSpPr/>
                <p:nvPr>
                  <p:custDataLst>
                    <p:tags r:id="rId42"/>
                  </p:custDataLst>
                </p:nvPr>
              </p:nvSpPr>
              <p:spPr>
                <a:xfrm rot="2880000">
                  <a:off x="11062" y="6131"/>
                  <a:ext cx="736" cy="159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92075" tIns="46038" rIns="92075" bIns="46038" anchor="t" anchorCtr="0">
                  <a:spAutoFit/>
                </a:bodyPr>
                <a:lstStyle/>
                <a:p>
                  <a:pPr eaLnBrk="0" hangingPunct="0"/>
                  <a:r>
                    <a:rPr lang="en-US" altLang="zh-CN" sz="3600" dirty="0">
                      <a:latin typeface="Bookman Old Style" panose="02050604050505020204" pitchFamily="18" charset="0"/>
                      <a:ea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21638" name="Rectangle 20"/>
                <p:cNvSpPr/>
                <p:nvPr>
                  <p:custDataLst>
                    <p:tags r:id="rId43"/>
                  </p:custDataLst>
                </p:nvPr>
              </p:nvSpPr>
              <p:spPr>
                <a:xfrm rot="2880000">
                  <a:off x="12037" y="7312"/>
                  <a:ext cx="736" cy="159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92075" tIns="46038" rIns="92075" bIns="46038" anchor="t" anchorCtr="0">
                  <a:spAutoFit/>
                </a:bodyPr>
                <a:lstStyle/>
                <a:p>
                  <a:pPr eaLnBrk="0" hangingPunct="0"/>
                  <a:r>
                    <a:rPr lang="en-US" altLang="zh-CN" sz="3600" dirty="0">
                      <a:latin typeface="Bookman Old Style" panose="02050604050505020204" pitchFamily="18" charset="0"/>
                      <a:ea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21639" name="Rectangle 21"/>
                <p:cNvSpPr/>
                <p:nvPr>
                  <p:custDataLst>
                    <p:tags r:id="rId44"/>
                  </p:custDataLst>
                </p:nvPr>
              </p:nvSpPr>
              <p:spPr>
                <a:xfrm rot="2880000">
                  <a:off x="11973" y="4985"/>
                  <a:ext cx="743" cy="1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92075" tIns="46038" rIns="92075" bIns="46038" anchor="t" anchorCtr="0">
                  <a:spAutoFit/>
                </a:bodyPr>
                <a:lstStyle/>
                <a:p>
                  <a:pPr eaLnBrk="0" hangingPunct="0"/>
                  <a:r>
                    <a:rPr lang="en-US" altLang="zh-CN" sz="3600" dirty="0">
                      <a:latin typeface="Bookman Old Style" panose="02050604050505020204" pitchFamily="18" charset="0"/>
                      <a:ea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21640" name="Rectangle 22"/>
                <p:cNvSpPr/>
                <p:nvPr>
                  <p:custDataLst>
                    <p:tags r:id="rId45"/>
                  </p:custDataLst>
                </p:nvPr>
              </p:nvSpPr>
              <p:spPr>
                <a:xfrm rot="2880000">
                  <a:off x="12054" y="6122"/>
                  <a:ext cx="743" cy="1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92075" tIns="46038" rIns="92075" bIns="46038" anchor="t" anchorCtr="0">
                  <a:spAutoFit/>
                </a:bodyPr>
                <a:lstStyle/>
                <a:p>
                  <a:pPr eaLnBrk="0" hangingPunct="0"/>
                  <a:r>
                    <a:rPr lang="en-US" altLang="zh-CN" sz="3600" dirty="0">
                      <a:latin typeface="Bookman Old Style" panose="02050604050505020204" pitchFamily="18" charset="0"/>
                      <a:ea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21641" name="Rectangle 23"/>
                <p:cNvSpPr/>
                <p:nvPr>
                  <p:custDataLst>
                    <p:tags r:id="rId46"/>
                  </p:custDataLst>
                </p:nvPr>
              </p:nvSpPr>
              <p:spPr>
                <a:xfrm rot="2880000">
                  <a:off x="11025" y="3861"/>
                  <a:ext cx="743" cy="160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92075" tIns="46038" rIns="92075" bIns="46038" anchor="t" anchorCtr="0">
                  <a:spAutoFit/>
                </a:bodyPr>
                <a:lstStyle/>
                <a:p>
                  <a:pPr eaLnBrk="0" hangingPunct="0"/>
                  <a:r>
                    <a:rPr lang="en-US" altLang="zh-CN" sz="3600" dirty="0">
                      <a:latin typeface="Bookman Old Style" panose="02050604050505020204" pitchFamily="18" charset="0"/>
                      <a:ea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21642" name="Rectangle 24"/>
                <p:cNvSpPr/>
                <p:nvPr>
                  <p:custDataLst>
                    <p:tags r:id="rId47"/>
                  </p:custDataLst>
                </p:nvPr>
              </p:nvSpPr>
              <p:spPr>
                <a:xfrm rot="2880000">
                  <a:off x="10028" y="3826"/>
                  <a:ext cx="741" cy="160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92075" tIns="46038" rIns="92075" bIns="46038" anchor="t" anchorCtr="0">
                  <a:spAutoFit/>
                </a:bodyPr>
                <a:lstStyle/>
                <a:p>
                  <a:pPr eaLnBrk="0" hangingPunct="0"/>
                  <a:r>
                    <a:rPr lang="en-US" altLang="zh-CN" sz="3600" dirty="0">
                      <a:latin typeface="Bookman Old Style" panose="02050604050505020204" pitchFamily="18" charset="0"/>
                      <a:ea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21643" name="Rectangle 25"/>
                <p:cNvSpPr/>
                <p:nvPr>
                  <p:custDataLst>
                    <p:tags r:id="rId48"/>
                  </p:custDataLst>
                </p:nvPr>
              </p:nvSpPr>
              <p:spPr>
                <a:xfrm rot="2880000">
                  <a:off x="11172" y="5039"/>
                  <a:ext cx="743" cy="160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92075" tIns="46038" rIns="92075" bIns="46038" anchor="t" anchorCtr="0">
                  <a:spAutoFit/>
                </a:bodyPr>
                <a:lstStyle/>
                <a:p>
                  <a:pPr eaLnBrk="0" hangingPunct="0"/>
                  <a:r>
                    <a:rPr lang="en-US" altLang="zh-CN" sz="3600" dirty="0">
                      <a:latin typeface="Bookman Old Style" panose="02050604050505020204" pitchFamily="18" charset="0"/>
                      <a:ea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21644" name="Rectangle 26"/>
                <p:cNvSpPr/>
                <p:nvPr>
                  <p:custDataLst>
                    <p:tags r:id="rId49"/>
                  </p:custDataLst>
                </p:nvPr>
              </p:nvSpPr>
              <p:spPr>
                <a:xfrm rot="2880000">
                  <a:off x="10030" y="4988"/>
                  <a:ext cx="743" cy="160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92075" tIns="46038" rIns="92075" bIns="46038" anchor="t" anchorCtr="0">
                  <a:spAutoFit/>
                </a:bodyPr>
                <a:lstStyle/>
                <a:p>
                  <a:pPr eaLnBrk="0" hangingPunct="0"/>
                  <a:r>
                    <a:rPr lang="en-US" altLang="zh-CN" sz="3600" dirty="0">
                      <a:latin typeface="Bookman Old Style" panose="02050604050505020204" pitchFamily="18" charset="0"/>
                      <a:ea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21645" name="Line 27"/>
                <p:cNvSpPr/>
                <p:nvPr>
                  <p:custDataLst>
                    <p:tags r:id="rId50"/>
                  </p:custDataLst>
                </p:nvPr>
              </p:nvSpPr>
              <p:spPr>
                <a:xfrm>
                  <a:off x="9621" y="6003"/>
                  <a:ext cx="1740" cy="1497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stealth" w="med" len="lg"/>
                </a:ln>
              </p:spPr>
            </p:sp>
            <p:sp>
              <p:nvSpPr>
                <p:cNvPr id="21646" name="Rectangle 28"/>
                <p:cNvSpPr/>
                <p:nvPr>
                  <p:custDataLst>
                    <p:tags r:id="rId51"/>
                  </p:custDataLst>
                </p:nvPr>
              </p:nvSpPr>
              <p:spPr>
                <a:xfrm>
                  <a:off x="9613" y="6555"/>
                  <a:ext cx="803" cy="163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lIns="92075" tIns="46038" rIns="92075" bIns="46038" anchor="t" anchorCtr="0">
                  <a:spAutoFit/>
                </a:bodyPr>
                <a:lstStyle/>
                <a:p>
                  <a:pPr eaLnBrk="0" hangingPunct="0"/>
                  <a:r>
                    <a:rPr lang="en-US" altLang="zh-CN" sz="3600" i="1" dirty="0">
                      <a:solidFill>
                        <a:schemeClr val="tx2"/>
                      </a:solidFill>
                      <a:latin typeface="Bookman Old Style" panose="02050604050505020204" pitchFamily="18" charset="0"/>
                      <a:ea typeface="宋体" panose="02010600030101010101" pitchFamily="2" charset="-122"/>
                    </a:rPr>
                    <a:t>R</a:t>
                  </a:r>
                </a:p>
              </p:txBody>
            </p:sp>
          </p:grpSp>
          <p:graphicFrame>
            <p:nvGraphicFramePr>
              <p:cNvPr id="21647" name="对象 4"/>
              <p:cNvGraphicFramePr/>
              <p:nvPr>
                <p:custDataLst>
                  <p:tags r:id="rId32"/>
                </p:custDataLst>
              </p:nvPr>
            </p:nvGraphicFramePr>
            <p:xfrm>
              <a:off x="8844" y="8769"/>
              <a:ext cx="925" cy="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49" imgW="299085" imgH="306070" progId="Equation.KSEE3">
                      <p:embed/>
                    </p:oleObj>
                  </mc:Choice>
                  <mc:Fallback>
                    <p:oleObj r:id="rId149" imgW="299085" imgH="306070" progId="Equation.KSEE3">
                      <p:embed/>
                      <p:pic>
                        <p:nvPicPr>
                          <p:cNvPr id="0" name="图片 3129"/>
                          <p:cNvPicPr/>
                          <p:nvPr/>
                        </p:nvPicPr>
                        <p:blipFill>
                          <a:blip r:embed="rId150"/>
                          <a:stretch>
                            <a:fillRect/>
                          </a:stretch>
                        </p:blipFill>
                        <p:spPr>
                          <a:xfrm>
                            <a:off x="8844" y="8769"/>
                            <a:ext cx="925" cy="77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648" name="对象 6"/>
              <p:cNvGraphicFramePr/>
              <p:nvPr>
                <p:custDataLst>
                  <p:tags r:id="rId33"/>
                </p:custDataLst>
              </p:nvPr>
            </p:nvGraphicFramePr>
            <p:xfrm>
              <a:off x="9156" y="7773"/>
              <a:ext cx="613" cy="6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51" imgW="127000" imgH="177165" progId="Equation.KSEE3">
                      <p:embed/>
                    </p:oleObj>
                  </mc:Choice>
                  <mc:Fallback>
                    <p:oleObj r:id="rId151" imgW="127000" imgH="177165" progId="Equation.KSEE3">
                      <p:embed/>
                      <p:pic>
                        <p:nvPicPr>
                          <p:cNvPr id="0" name="图片 3128"/>
                          <p:cNvPicPr/>
                          <p:nvPr/>
                        </p:nvPicPr>
                        <p:blipFill>
                          <a:blip r:embed="rId152"/>
                          <a:stretch>
                            <a:fillRect/>
                          </a:stretch>
                        </p:blipFill>
                        <p:spPr>
                          <a:xfrm>
                            <a:off x="9156" y="7773"/>
                            <a:ext cx="613" cy="66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649" name="对象 8"/>
              <p:cNvGraphicFramePr/>
              <p:nvPr>
                <p:custDataLst>
                  <p:tags r:id="rId34"/>
                </p:custDataLst>
              </p:nvPr>
            </p:nvGraphicFramePr>
            <p:xfrm>
              <a:off x="5953" y="5853"/>
              <a:ext cx="613" cy="6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53" imgW="127000" imgH="177165" progId="Equation.KSEE3">
                      <p:embed/>
                    </p:oleObj>
                  </mc:Choice>
                  <mc:Fallback>
                    <p:oleObj r:id="rId153" imgW="127000" imgH="177165" progId="Equation.KSEE3">
                      <p:embed/>
                      <p:pic>
                        <p:nvPicPr>
                          <p:cNvPr id="0" name="图片 3130"/>
                          <p:cNvPicPr/>
                          <p:nvPr/>
                        </p:nvPicPr>
                        <p:blipFill>
                          <a:blip r:embed="rId154"/>
                          <a:stretch>
                            <a:fillRect/>
                          </a:stretch>
                        </p:blipFill>
                        <p:spPr>
                          <a:xfrm>
                            <a:off x="5953" y="5853"/>
                            <a:ext cx="613" cy="66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1650" name="对象 10"/>
            <p:cNvGraphicFramePr/>
            <p:nvPr>
              <p:custDataLst>
                <p:tags r:id="rId31"/>
              </p:custDataLst>
            </p:nvPr>
          </p:nvGraphicFramePr>
          <p:xfrm>
            <a:off x="6009" y="9940"/>
            <a:ext cx="614" cy="5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5" imgW="127000" imgH="139700" progId="Equation.KSEE3">
                    <p:embed/>
                  </p:oleObj>
                </mc:Choice>
                <mc:Fallback>
                  <p:oleObj r:id="rId155" imgW="127000" imgH="139700" progId="Equation.KSEE3">
                    <p:embed/>
                    <p:pic>
                      <p:nvPicPr>
                        <p:cNvPr id="0" name="图片 3126"/>
                        <p:cNvPicPr/>
                        <p:nvPr/>
                      </p:nvPicPr>
                      <p:blipFill>
                        <a:blip r:embed="rId156"/>
                        <a:stretch>
                          <a:fillRect/>
                        </a:stretch>
                      </p:blipFill>
                      <p:spPr>
                        <a:xfrm>
                          <a:off x="6009" y="9940"/>
                          <a:ext cx="614" cy="52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651" name="组合 2"/>
          <p:cNvGrpSpPr/>
          <p:nvPr/>
        </p:nvGrpSpPr>
        <p:grpSpPr>
          <a:xfrm>
            <a:off x="1452563" y="3590925"/>
            <a:ext cx="1960562" cy="3097213"/>
            <a:chOff x="1417" y="807"/>
            <a:chExt cx="3087" cy="4876"/>
          </a:xfrm>
        </p:grpSpPr>
        <p:sp>
          <p:nvSpPr>
            <p:cNvPr id="21652" name="Text Box 4"/>
            <p:cNvSpPr txBox="1"/>
            <p:nvPr>
              <p:custDataLst>
                <p:tags r:id="rId18"/>
              </p:custDataLst>
            </p:nvPr>
          </p:nvSpPr>
          <p:spPr>
            <a:xfrm>
              <a:off x="1510" y="4707"/>
              <a:ext cx="1080" cy="81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1653" name="Object 12"/>
            <p:cNvGraphicFramePr>
              <a:graphicFrameLocks noChangeAspect="1"/>
            </p:cNvGraphicFramePr>
            <p:nvPr>
              <p:custDataLst>
                <p:tags r:id="rId19"/>
              </p:custDataLst>
            </p:nvPr>
          </p:nvGraphicFramePr>
          <p:xfrm>
            <a:off x="2290" y="807"/>
            <a:ext cx="850" cy="8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7" imgW="152400" imgH="190500" progId="Equation.3">
                    <p:embed/>
                  </p:oleObj>
                </mc:Choice>
                <mc:Fallback>
                  <p:oleObj r:id="rId157" imgW="152400" imgH="190500" progId="Equation.3">
                    <p:embed/>
                    <p:pic>
                      <p:nvPicPr>
                        <p:cNvPr id="0" name="图片 3127"/>
                        <p:cNvPicPr/>
                        <p:nvPr/>
                      </p:nvPicPr>
                      <p:blipFill>
                        <a:blip r:embed="rId158"/>
                        <a:stretch>
                          <a:fillRect/>
                        </a:stretch>
                      </p:blipFill>
                      <p:spPr>
                        <a:xfrm>
                          <a:off x="2290" y="807"/>
                          <a:ext cx="850" cy="8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1654" name="组合 14"/>
            <p:cNvGrpSpPr/>
            <p:nvPr/>
          </p:nvGrpSpPr>
          <p:grpSpPr>
            <a:xfrm>
              <a:off x="1417" y="1517"/>
              <a:ext cx="3087" cy="3578"/>
              <a:chOff x="1417" y="1517"/>
              <a:chExt cx="3087" cy="3578"/>
            </a:xfrm>
          </p:grpSpPr>
          <p:sp>
            <p:nvSpPr>
              <p:cNvPr id="21655" name="Text Box 5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1417" y="1730"/>
                <a:ext cx="1080" cy="8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800" b="1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21656" name="Text Box 6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3424" y="1517"/>
                <a:ext cx="1080" cy="8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800" b="1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21657" name="Arc 7"/>
              <p:cNvSpPr/>
              <p:nvPr>
                <p:custDataLst>
                  <p:tags r:id="rId24"/>
                </p:custDataLst>
              </p:nvPr>
            </p:nvSpPr>
            <p:spPr>
              <a:xfrm>
                <a:off x="1582" y="3005"/>
                <a:ext cx="712" cy="38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43200" h="38467" fill="none">
                    <a:moveTo>
                      <a:pt x="36228" y="975"/>
                    </a:moveTo>
                    <a:cubicBezTo>
                      <a:pt x="40671" y="5064"/>
                      <a:pt x="43200" y="10828"/>
                      <a:pt x="43200" y="16867"/>
                    </a:cubicBezTo>
                    <a:cubicBezTo>
                      <a:pt x="43200" y="28796"/>
                      <a:pt x="33529" y="38467"/>
                      <a:pt x="21600" y="38467"/>
                    </a:cubicBezTo>
                    <a:cubicBezTo>
                      <a:pt x="9670" y="38467"/>
                      <a:pt x="0" y="28796"/>
                      <a:pt x="0" y="16867"/>
                    </a:cubicBezTo>
                    <a:cubicBezTo>
                      <a:pt x="-1" y="10305"/>
                      <a:pt x="2982" y="4099"/>
                      <a:pt x="8106" y="-1"/>
                    </a:cubicBezTo>
                  </a:path>
                  <a:path w="43200" h="38467" stroke="0">
                    <a:moveTo>
                      <a:pt x="36228" y="975"/>
                    </a:moveTo>
                    <a:cubicBezTo>
                      <a:pt x="40671" y="5064"/>
                      <a:pt x="43200" y="10828"/>
                      <a:pt x="43200" y="16867"/>
                    </a:cubicBezTo>
                    <a:cubicBezTo>
                      <a:pt x="43200" y="28796"/>
                      <a:pt x="33529" y="38467"/>
                      <a:pt x="21600" y="38467"/>
                    </a:cubicBezTo>
                    <a:cubicBezTo>
                      <a:pt x="9670" y="38467"/>
                      <a:pt x="0" y="28796"/>
                      <a:pt x="0" y="16867"/>
                    </a:cubicBezTo>
                    <a:cubicBezTo>
                      <a:pt x="-1" y="10305"/>
                      <a:pt x="2982" y="4099"/>
                      <a:pt x="8106" y="-1"/>
                    </a:cubicBezTo>
                    <a:lnTo>
                      <a:pt x="21600" y="16867"/>
                    </a:lnTo>
                    <a:lnTo>
                      <a:pt x="36228" y="975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000099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58" name="Text Box 8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2044" y="2100"/>
                <a:ext cx="759" cy="8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800" b="1" i="1" dirty="0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</a:t>
                </a:r>
              </a:p>
            </p:txBody>
          </p:sp>
          <p:sp>
            <p:nvSpPr>
              <p:cNvPr id="21659" name="Line 9"/>
              <p:cNvSpPr/>
              <p:nvPr>
                <p:custDataLst>
                  <p:tags r:id="rId26"/>
                </p:custDataLst>
              </p:nvPr>
            </p:nvSpPr>
            <p:spPr>
              <a:xfrm flipV="1">
                <a:off x="1417" y="1735"/>
                <a:ext cx="0" cy="3360"/>
              </a:xfrm>
              <a:prstGeom prst="line">
                <a:avLst/>
              </a:prstGeom>
              <a:ln w="349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1660" name="Line 10"/>
              <p:cNvSpPr/>
              <p:nvPr>
                <p:custDataLst>
                  <p:tags r:id="rId27"/>
                </p:custDataLst>
              </p:nvPr>
            </p:nvSpPr>
            <p:spPr>
              <a:xfrm flipV="1">
                <a:off x="4057" y="1735"/>
                <a:ext cx="0" cy="3360"/>
              </a:xfrm>
              <a:prstGeom prst="line">
                <a:avLst/>
              </a:prstGeom>
              <a:ln w="349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1661" name="Line 11"/>
              <p:cNvSpPr/>
              <p:nvPr>
                <p:custDataLst>
                  <p:tags r:id="rId28"/>
                </p:custDataLst>
              </p:nvPr>
            </p:nvSpPr>
            <p:spPr>
              <a:xfrm flipV="1">
                <a:off x="2737" y="1735"/>
                <a:ext cx="0" cy="3360"/>
              </a:xfrm>
              <a:prstGeom prst="line">
                <a:avLst/>
              </a:prstGeom>
              <a:ln w="349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grpSp>
            <p:nvGrpSpPr>
              <p:cNvPr id="21662" name="Group 20"/>
              <p:cNvGrpSpPr/>
              <p:nvPr/>
            </p:nvGrpSpPr>
            <p:grpSpPr>
              <a:xfrm>
                <a:off x="2460" y="3075"/>
                <a:ext cx="1373" cy="1490"/>
                <a:chOff x="4346" y="1961"/>
                <a:chExt cx="549" cy="596"/>
              </a:xfrm>
            </p:grpSpPr>
            <p:sp>
              <p:nvSpPr>
                <p:cNvPr id="21663" name="Line 21"/>
                <p:cNvSpPr/>
                <p:nvPr>
                  <p:custDataLst>
                    <p:tags r:id="rId29"/>
                  </p:custDataLst>
                </p:nvPr>
              </p:nvSpPr>
              <p:spPr>
                <a:xfrm flipV="1">
                  <a:off x="4346" y="1961"/>
                  <a:ext cx="425" cy="596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graphicFrame>
              <p:nvGraphicFramePr>
                <p:cNvPr id="21664" name="Object 22"/>
                <p:cNvGraphicFramePr>
                  <a:graphicFrameLocks noChangeAspect="1"/>
                </p:cNvGraphicFramePr>
                <p:nvPr>
                  <p:custDataLst>
                    <p:tags r:id="rId30"/>
                  </p:custDataLst>
                </p:nvPr>
              </p:nvGraphicFramePr>
              <p:xfrm>
                <a:off x="4586" y="2052"/>
                <a:ext cx="309" cy="32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159" imgW="215900" imgH="228600" progId="Equation.3">
                        <p:embed/>
                      </p:oleObj>
                    </mc:Choice>
                    <mc:Fallback>
                      <p:oleObj r:id="rId159" imgW="215900" imgH="228600" progId="Equation.3">
                        <p:embed/>
                        <p:pic>
                          <p:nvPicPr>
                            <p:cNvPr id="0" name="图片 3131"/>
                            <p:cNvPicPr/>
                            <p:nvPr/>
                          </p:nvPicPr>
                          <p:blipFill>
                            <a:blip r:embed="rId16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586" y="2052"/>
                              <a:ext cx="309" cy="327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cxnSp>
          <p:nvCxnSpPr>
            <p:cNvPr id="17" name="直接连接符 16"/>
            <p:cNvCxnSpPr/>
            <p:nvPr>
              <p:custDataLst>
                <p:tags r:id="rId20"/>
              </p:custDataLst>
            </p:nvPr>
          </p:nvCxnSpPr>
          <p:spPr>
            <a:xfrm flipH="1">
              <a:off x="2017" y="2338"/>
              <a:ext cx="1668" cy="2637"/>
            </a:xfrm>
            <a:prstGeom prst="line">
              <a:avLst/>
            </a:prstGeom>
            <a:ln w="28575" cmpd="sng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stCxn id="21655" idx="0"/>
            </p:cNvCxnSpPr>
            <p:nvPr>
              <p:custDataLst>
                <p:tags r:id="rId21"/>
              </p:custDataLst>
            </p:nvPr>
          </p:nvCxnSpPr>
          <p:spPr>
            <a:xfrm>
              <a:off x="1957" y="1730"/>
              <a:ext cx="27" cy="3953"/>
            </a:xfrm>
            <a:prstGeom prst="line">
              <a:avLst/>
            </a:prstGeom>
            <a:ln w="31750" cmpd="sng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67" name="组合 18"/>
          <p:cNvGrpSpPr/>
          <p:nvPr/>
        </p:nvGrpSpPr>
        <p:grpSpPr>
          <a:xfrm>
            <a:off x="4873625" y="3422968"/>
            <a:ext cx="2355850" cy="2717800"/>
            <a:chOff x="8478" y="4308"/>
            <a:chExt cx="4762" cy="5682"/>
          </a:xfrm>
        </p:grpSpPr>
        <p:grpSp>
          <p:nvGrpSpPr>
            <p:cNvPr id="21668" name="组合 22"/>
            <p:cNvGrpSpPr/>
            <p:nvPr/>
          </p:nvGrpSpPr>
          <p:grpSpPr>
            <a:xfrm>
              <a:off x="9669" y="5773"/>
              <a:ext cx="3363" cy="3170"/>
              <a:chOff x="1215770" y="2819458"/>
              <a:chExt cx="2295494" cy="2186605"/>
            </a:xfrm>
          </p:grpSpPr>
          <p:sp>
            <p:nvSpPr>
              <p:cNvPr id="22" name="椭圆 21"/>
              <p:cNvSpPr/>
              <p:nvPr>
                <p:custDataLst>
                  <p:tags r:id="rId16"/>
                </p:custDataLst>
              </p:nvPr>
            </p:nvSpPr>
            <p:spPr>
              <a:xfrm>
                <a:off x="1286417" y="2819458"/>
                <a:ext cx="2090380" cy="2112453"/>
              </a:xfrm>
              <a:prstGeom prst="ellipse">
                <a:avLst/>
              </a:prstGeom>
              <a:noFill/>
              <a:ln w="38100">
                <a:solidFill>
                  <a:srgbClr val="0000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21670" name="Picture 2"/>
              <p:cNvPicPr>
                <a:picLocks noChangeAspect="1"/>
              </p:cNvPicPr>
              <p:nvPr>
                <p:custDataLst>
                  <p:tags r:id="rId17"/>
                </p:custDataLst>
              </p:nvPr>
            </p:nvPicPr>
            <p:blipFill>
              <a:blip r:embed="rId161"/>
              <a:stretch>
                <a:fillRect/>
              </a:stretch>
            </p:blipFill>
            <p:spPr>
              <a:xfrm>
                <a:off x="1215770" y="3843093"/>
                <a:ext cx="2295494" cy="1162970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sp>
          <p:nvSpPr>
            <p:cNvPr id="21671" name="圆柱形 287757"/>
            <p:cNvSpPr/>
            <p:nvPr>
              <p:custDataLst>
                <p:tags r:id="rId1"/>
              </p:custDataLst>
            </p:nvPr>
          </p:nvSpPr>
          <p:spPr>
            <a:xfrm flipH="1">
              <a:off x="8878" y="5058"/>
              <a:ext cx="217" cy="4212"/>
            </a:xfrm>
            <a:prstGeom prst="can">
              <a:avLst>
                <a:gd name="adj" fmla="val 40796"/>
              </a:avLst>
            </a:prstGeom>
            <a:gradFill rotWithShape="0">
              <a:gsLst>
                <a:gs pos="0">
                  <a:srgbClr val="7C9496"/>
                </a:gs>
                <a:gs pos="50000">
                  <a:srgbClr val="BBE0E3"/>
                </a:gs>
                <a:gs pos="100000">
                  <a:srgbClr val="7C9496"/>
                </a:gs>
              </a:gsLst>
              <a:lin ang="0" scaled="1"/>
              <a:tileRect/>
            </a:gra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672" name="直接连接符 287758"/>
            <p:cNvSpPr/>
            <p:nvPr>
              <p:custDataLst>
                <p:tags r:id="rId2"/>
              </p:custDataLst>
            </p:nvPr>
          </p:nvSpPr>
          <p:spPr>
            <a:xfrm flipV="1">
              <a:off x="8975" y="5360"/>
              <a:ext cx="0" cy="1338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21673" name="直接连接符 287759"/>
            <p:cNvSpPr/>
            <p:nvPr>
              <p:custDataLst>
                <p:tags r:id="rId3"/>
              </p:custDataLst>
            </p:nvPr>
          </p:nvSpPr>
          <p:spPr>
            <a:xfrm>
              <a:off x="8878" y="9270"/>
              <a:ext cx="0" cy="72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</p:sp>
        <p:sp>
          <p:nvSpPr>
            <p:cNvPr id="21674" name="直接连接符 287760"/>
            <p:cNvSpPr/>
            <p:nvPr>
              <p:custDataLst>
                <p:tags r:id="rId4"/>
              </p:custDataLst>
            </p:nvPr>
          </p:nvSpPr>
          <p:spPr>
            <a:xfrm>
              <a:off x="9095" y="9270"/>
              <a:ext cx="0" cy="72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</p:spPr>
        </p:sp>
        <p:sp>
          <p:nvSpPr>
            <p:cNvPr id="21675" name="直接连接符 287761"/>
            <p:cNvSpPr/>
            <p:nvPr>
              <p:custDataLst>
                <p:tags r:id="rId5"/>
              </p:custDataLst>
            </p:nvPr>
          </p:nvSpPr>
          <p:spPr>
            <a:xfrm>
              <a:off x="9095" y="4440"/>
              <a:ext cx="0" cy="72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21676" name="直接连接符 287762"/>
            <p:cNvSpPr/>
            <p:nvPr>
              <p:custDataLst>
                <p:tags r:id="rId6"/>
              </p:custDataLst>
            </p:nvPr>
          </p:nvSpPr>
          <p:spPr>
            <a:xfrm>
              <a:off x="8878" y="4440"/>
              <a:ext cx="0" cy="72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sp>
          <p:nvSpPr>
            <p:cNvPr id="21677" name="直接连接符 287770"/>
            <p:cNvSpPr/>
            <p:nvPr>
              <p:custDataLst>
                <p:tags r:id="rId7"/>
              </p:custDataLst>
            </p:nvPr>
          </p:nvSpPr>
          <p:spPr>
            <a:xfrm flipV="1">
              <a:off x="9095" y="7300"/>
              <a:ext cx="725" cy="0"/>
            </a:xfrm>
            <a:prstGeom prst="line">
              <a:avLst/>
            </a:prstGeom>
            <a:ln w="22225" cap="flat" cmpd="sng">
              <a:solidFill>
                <a:srgbClr val="FF00FF"/>
              </a:solidFill>
              <a:prstDash val="solid"/>
              <a:round/>
              <a:headEnd type="triangle" w="med" len="med"/>
              <a:tailEnd type="triangle" w="med" len="med"/>
            </a:ln>
          </p:spPr>
        </p:sp>
        <p:sp>
          <p:nvSpPr>
            <p:cNvPr id="17419" name="直接连接符 287777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11220" y="4308"/>
              <a:ext cx="0" cy="1273"/>
            </a:xfrm>
            <a:prstGeom prst="line">
              <a:avLst/>
            </a:prstGeom>
            <a:noFill/>
            <a:ln w="38100">
              <a:solidFill>
                <a:schemeClr val="accent5">
                  <a:lumMod val="50000"/>
                </a:schemeClr>
              </a:solidFill>
              <a:round/>
              <a:head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1679" name="对象 287778"/>
            <p:cNvGraphicFramePr/>
            <p:nvPr>
              <p:custDataLst>
                <p:tags r:id="rId9"/>
              </p:custDataLst>
            </p:nvPr>
          </p:nvGraphicFramePr>
          <p:xfrm>
            <a:off x="11453" y="4408"/>
            <a:ext cx="515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2" imgW="152400" imgH="215900" progId="Equation.3">
                    <p:embed/>
                  </p:oleObj>
                </mc:Choice>
                <mc:Fallback>
                  <p:oleObj r:id="rId162" imgW="152400" imgH="215900" progId="Equation.3">
                    <p:embed/>
                    <p:pic>
                      <p:nvPicPr>
                        <p:cNvPr id="0" name="图片 3136"/>
                        <p:cNvPicPr/>
                        <p:nvPr/>
                      </p:nvPicPr>
                      <p:blipFill>
                        <a:blip r:embed="rId163"/>
                        <a:stretch>
                          <a:fillRect/>
                        </a:stretch>
                      </p:blipFill>
                      <p:spPr>
                        <a:xfrm>
                          <a:off x="11453" y="4408"/>
                          <a:ext cx="515" cy="6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680" name="对象 287781"/>
            <p:cNvGraphicFramePr/>
            <p:nvPr>
              <p:custDataLst>
                <p:tags r:id="rId10"/>
              </p:custDataLst>
            </p:nvPr>
          </p:nvGraphicFramePr>
          <p:xfrm>
            <a:off x="8478" y="4430"/>
            <a:ext cx="442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4" imgW="127000" imgH="164465" progId="Equation.3">
                    <p:embed/>
                  </p:oleObj>
                </mc:Choice>
                <mc:Fallback>
                  <p:oleObj r:id="rId164" imgW="127000" imgH="164465" progId="Equation.3">
                    <p:embed/>
                    <p:pic>
                      <p:nvPicPr>
                        <p:cNvPr id="0" name="图片 3132"/>
                        <p:cNvPicPr/>
                        <p:nvPr/>
                      </p:nvPicPr>
                      <p:blipFill>
                        <a:blip r:embed="rId165"/>
                        <a:stretch>
                          <a:fillRect/>
                        </a:stretch>
                      </p:blipFill>
                      <p:spPr>
                        <a:xfrm>
                          <a:off x="8478" y="4430"/>
                          <a:ext cx="442" cy="5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681" name="对象 23"/>
            <p:cNvGraphicFramePr/>
            <p:nvPr>
              <p:custDataLst>
                <p:tags r:id="rId11"/>
              </p:custDataLst>
            </p:nvPr>
          </p:nvGraphicFramePr>
          <p:xfrm>
            <a:off x="9155" y="6603"/>
            <a:ext cx="993" cy="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6" imgW="139700" imgH="177800" progId="Equation.3">
                    <p:embed/>
                  </p:oleObj>
                </mc:Choice>
                <mc:Fallback>
                  <p:oleObj r:id="rId166" imgW="139700" imgH="177800" progId="Equation.3">
                    <p:embed/>
                    <p:pic>
                      <p:nvPicPr>
                        <p:cNvPr id="0" name="图片 3133"/>
                        <p:cNvPicPr/>
                        <p:nvPr/>
                      </p:nvPicPr>
                      <p:blipFill>
                        <a:blip r:embed="rId167"/>
                        <a:stretch>
                          <a:fillRect/>
                        </a:stretch>
                      </p:blipFill>
                      <p:spPr>
                        <a:xfrm>
                          <a:off x="9155" y="6603"/>
                          <a:ext cx="993" cy="7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682" name="直接连接符 248934"/>
            <p:cNvSpPr/>
            <p:nvPr>
              <p:custDataLst>
                <p:tags r:id="rId12"/>
              </p:custDataLst>
            </p:nvPr>
          </p:nvSpPr>
          <p:spPr>
            <a:xfrm flipV="1">
              <a:off x="11220" y="6175"/>
              <a:ext cx="1105" cy="1190"/>
            </a:xfrm>
            <a:prstGeom prst="line">
              <a:avLst/>
            </a:prstGeom>
            <a:ln w="19050" cap="flat" cmpd="sng">
              <a:solidFill>
                <a:srgbClr val="008000"/>
              </a:solidFill>
              <a:prstDash val="solid"/>
              <a:round/>
              <a:headEnd type="none" w="sm" len="sm"/>
              <a:tailEnd type="stealth" w="med" len="lg"/>
            </a:ln>
          </p:spPr>
        </p:sp>
        <p:sp>
          <p:nvSpPr>
            <p:cNvPr id="21683" name="矩形 248935"/>
            <p:cNvSpPr/>
            <p:nvPr>
              <p:custDataLst>
                <p:tags r:id="rId13"/>
              </p:custDataLst>
            </p:nvPr>
          </p:nvSpPr>
          <p:spPr>
            <a:xfrm>
              <a:off x="11878" y="6535"/>
              <a:ext cx="677" cy="109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 anchor="t" anchorCtr="0">
              <a:spAutoFit/>
            </a:bodyPr>
            <a:lstStyle/>
            <a:p>
              <a:pPr eaLnBrk="0" hangingPunct="0"/>
              <a:r>
                <a:rPr lang="en-US" altLang="zh-CN" sz="28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</a:p>
          </p:txBody>
        </p:sp>
        <p:grpSp>
          <p:nvGrpSpPr>
            <p:cNvPr id="21684" name="组合 29"/>
            <p:cNvGrpSpPr/>
            <p:nvPr/>
          </p:nvGrpSpPr>
          <p:grpSpPr>
            <a:xfrm>
              <a:off x="9555" y="7428"/>
              <a:ext cx="3685" cy="623"/>
              <a:chOff x="6066647" y="4717135"/>
              <a:chExt cx="2340977" cy="396000"/>
            </a:xfrm>
          </p:grpSpPr>
          <p:graphicFrame>
            <p:nvGraphicFramePr>
              <p:cNvPr id="21685" name="对象 24"/>
              <p:cNvGraphicFramePr/>
              <p:nvPr>
                <p:custDataLst>
                  <p:tags r:id="rId14"/>
                </p:custDataLst>
              </p:nvPr>
            </p:nvGraphicFramePr>
            <p:xfrm>
              <a:off x="6066647" y="4752780"/>
              <a:ext cx="324000" cy="360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68" imgW="127000" imgH="139700" progId="Equation.3">
                      <p:embed/>
                    </p:oleObj>
                  </mc:Choice>
                  <mc:Fallback>
                    <p:oleObj r:id="rId168" imgW="127000" imgH="139700" progId="Equation.3">
                      <p:embed/>
                      <p:pic>
                        <p:nvPicPr>
                          <p:cNvPr id="0" name="图片 3134"/>
                          <p:cNvPicPr/>
                          <p:nvPr/>
                        </p:nvPicPr>
                        <p:blipFill>
                          <a:blip r:embed="rId169"/>
                          <a:stretch>
                            <a:fillRect/>
                          </a:stretch>
                        </p:blipFill>
                        <p:spPr>
                          <a:xfrm>
                            <a:off x="6066647" y="4752780"/>
                            <a:ext cx="324000" cy="36000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686" name="对象 28"/>
              <p:cNvGraphicFramePr/>
              <p:nvPr>
                <p:custDataLst>
                  <p:tags r:id="rId15"/>
                </p:custDataLst>
              </p:nvPr>
            </p:nvGraphicFramePr>
            <p:xfrm>
              <a:off x="7975624" y="4717135"/>
              <a:ext cx="432000" cy="396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70" imgW="127000" imgH="177165" progId="Equation.3">
                      <p:embed/>
                    </p:oleObj>
                  </mc:Choice>
                  <mc:Fallback>
                    <p:oleObj r:id="rId170" imgW="127000" imgH="177165" progId="Equation.3">
                      <p:embed/>
                      <p:pic>
                        <p:nvPicPr>
                          <p:cNvPr id="0" name="图片 3135"/>
                          <p:cNvPicPr/>
                          <p:nvPr/>
                        </p:nvPicPr>
                        <p:blipFill>
                          <a:blip r:embed="rId171"/>
                          <a:stretch>
                            <a:fillRect/>
                          </a:stretch>
                        </p:blipFill>
                        <p:spPr>
                          <a:xfrm>
                            <a:off x="7975624" y="4717135"/>
                            <a:ext cx="432000" cy="39600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ransition spd="slow">
    <p:pull dir="r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69" name="Picture 2" descr="IMAGE002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l="4286" t="30972" r="2541"/>
          <a:stretch>
            <a:fillRect/>
          </a:stretch>
        </p:blipFill>
        <p:spPr>
          <a:xfrm>
            <a:off x="79375" y="620713"/>
            <a:ext cx="8926513" cy="1828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770" name="Picture 3" descr="IMAGE0027"/>
          <p:cNvPicPr>
            <a:picLocks noChangeAspect="1"/>
          </p:cNvPicPr>
          <p:nvPr/>
        </p:nvPicPr>
        <p:blipFill>
          <a:blip r:embed="rId4"/>
          <a:srcRect l="19449" b="18533"/>
          <a:stretch>
            <a:fillRect/>
          </a:stretch>
        </p:blipFill>
        <p:spPr>
          <a:xfrm>
            <a:off x="1619250" y="2708275"/>
            <a:ext cx="3621088" cy="28019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771" name="文本框 2"/>
          <p:cNvSpPr txBox="1"/>
          <p:nvPr/>
        </p:nvSpPr>
        <p:spPr>
          <a:xfrm>
            <a:off x="179388" y="260350"/>
            <a:ext cx="8001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3" name="Picture 2" descr="IMAGE00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90600"/>
            <a:ext cx="8763000" cy="33305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7" name="Picture 2" descr="IMAGE00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8526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818" name="Picture 3" descr="IMAGE00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2057400"/>
            <a:ext cx="4800600" cy="36306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819" name="文本框 2"/>
          <p:cNvSpPr txBox="1"/>
          <p:nvPr/>
        </p:nvSpPr>
        <p:spPr>
          <a:xfrm>
            <a:off x="107950" y="44450"/>
            <a:ext cx="2571750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Picture 2" descr="IMAGE00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0277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1" name="Picture 2" descr="IMAGE00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733425"/>
            <a:ext cx="8763000" cy="2135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Picture 2" descr="IMAGE002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rcRect t="24142"/>
          <a:stretch>
            <a:fillRect/>
          </a:stretch>
        </p:blipFill>
        <p:spPr>
          <a:xfrm>
            <a:off x="76200" y="3009900"/>
            <a:ext cx="9144000" cy="12207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23" name="Picture 3" descr="IMAGE0025"/>
          <p:cNvPicPr>
            <a:picLocks noChangeAspect="1"/>
          </p:cNvPicPr>
          <p:nvPr/>
        </p:nvPicPr>
        <p:blipFill>
          <a:blip r:embed="rId7"/>
          <a:srcRect t="7436"/>
          <a:stretch>
            <a:fillRect/>
          </a:stretch>
        </p:blipFill>
        <p:spPr>
          <a:xfrm>
            <a:off x="76200" y="4759325"/>
            <a:ext cx="8991600" cy="1581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 Box 14"/>
          <p:cNvSpPr txBox="1"/>
          <p:nvPr>
            <p:custDataLst>
              <p:tags r:id="rId3"/>
            </p:custDataLst>
          </p:nvPr>
        </p:nvSpPr>
        <p:spPr>
          <a:xfrm>
            <a:off x="4086225" y="236538"/>
            <a:ext cx="97155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练习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5" name="Picture 2" descr="IMAGE00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286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69" name="Picture 3" descr="IMAGE0007"/>
          <p:cNvPicPr>
            <a:picLocks noChangeAspect="1"/>
          </p:cNvPicPr>
          <p:nvPr/>
        </p:nvPicPr>
        <p:blipFill>
          <a:blip r:embed="rId2"/>
          <a:srcRect t="2092"/>
          <a:stretch>
            <a:fillRect/>
          </a:stretch>
        </p:blipFill>
        <p:spPr>
          <a:xfrm>
            <a:off x="179705" y="404495"/>
            <a:ext cx="9144000" cy="3565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3" name="Picture 4" descr="IMAGE0027"/>
          <p:cNvPicPr>
            <a:picLocks noChangeAspect="1"/>
          </p:cNvPicPr>
          <p:nvPr/>
        </p:nvPicPr>
        <p:blipFill>
          <a:blip r:embed="rId2"/>
          <a:srcRect b="-15970"/>
          <a:stretch>
            <a:fillRect/>
          </a:stretch>
        </p:blipFill>
        <p:spPr>
          <a:xfrm>
            <a:off x="0" y="228600"/>
            <a:ext cx="8991600" cy="3124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7" name="Picture 2" descr="IMAGE00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"/>
            <a:ext cx="9144000" cy="53927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Picture 3" descr="IMAGE00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839200" cy="2463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42" name="Text Box 4"/>
          <p:cNvSpPr txBox="1"/>
          <p:nvPr/>
        </p:nvSpPr>
        <p:spPr>
          <a:xfrm>
            <a:off x="1050925" y="2994025"/>
            <a:ext cx="452755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铜盘内产生感生电流，磁场对电流作用所致</a:t>
            </a:r>
          </a:p>
        </p:txBody>
      </p:sp>
      <p:pic>
        <p:nvPicPr>
          <p:cNvPr id="35843" name="Picture 5" descr="IMAGE0008"/>
          <p:cNvPicPr>
            <a:picLocks noChangeAspect="1"/>
          </p:cNvPicPr>
          <p:nvPr/>
        </p:nvPicPr>
        <p:blipFill>
          <a:blip r:embed="rId3"/>
          <a:srcRect t="13248" b="7268"/>
          <a:stretch>
            <a:fillRect/>
          </a:stretch>
        </p:blipFill>
        <p:spPr>
          <a:xfrm>
            <a:off x="0" y="4114800"/>
            <a:ext cx="8915400" cy="1371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5" name="Picture 2" descr="IMAGE00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" y="3213100"/>
            <a:ext cx="8214360" cy="30340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66" name="Picture 3" descr="IMAGE00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332740"/>
            <a:ext cx="8165465" cy="2263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89" name="Picture 2" descr="IMAGE00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0"/>
            <a:ext cx="8534400" cy="54022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90" name="Text Box 3"/>
          <p:cNvSpPr txBox="1"/>
          <p:nvPr/>
        </p:nvSpPr>
        <p:spPr>
          <a:xfrm>
            <a:off x="5334000" y="1981200"/>
            <a:ext cx="3352800" cy="32559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3" name="Picture 2" descr="IMAGE00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3738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7" name="Picture 2" descr="IMAGE00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"/>
            <a:ext cx="8991600" cy="52371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1" name="Picture 2" descr="IMAGE00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800"/>
            <a:ext cx="9144000" cy="57165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5" name="Picture 3" descr="IMAGE00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600"/>
            <a:ext cx="9144000" cy="38623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89" name="Picture 2" descr="IMAGE00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0"/>
            <a:ext cx="8534400" cy="54022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90" name="Text Box 3"/>
          <p:cNvSpPr txBox="1"/>
          <p:nvPr/>
        </p:nvSpPr>
        <p:spPr>
          <a:xfrm>
            <a:off x="5334000" y="1981200"/>
            <a:ext cx="3352800" cy="32559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文本框 3"/>
          <p:cNvSpPr txBox="1"/>
          <p:nvPr/>
        </p:nvSpPr>
        <p:spPr>
          <a:xfrm>
            <a:off x="541338" y="188913"/>
            <a:ext cx="79803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各节必须记住的基本概念、定律、定理和公式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564255" y="909320"/>
            <a:ext cx="25082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 noProof="1"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感生电动势</a:t>
            </a:r>
            <a:endParaRPr lang="zh-CN" altLang="en-US" sz="2400" b="1" noProof="1">
              <a:ln w="952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CC0000"/>
              </a:solidFill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文本框 264193"/>
          <p:cNvSpPr txBox="1"/>
          <p:nvPr/>
        </p:nvSpPr>
        <p:spPr>
          <a:xfrm>
            <a:off x="125724" y="152400"/>
            <a:ext cx="8715375" cy="25908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50"/>
              </a:spcBef>
              <a:spcAft>
                <a:spcPts val="0"/>
              </a:spcAft>
            </a:pPr>
            <a:r>
              <a:rPr lang="en-US" altLang="zh-CN" sz="2400" b="1" noProof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3600" b="1" noProof="1"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麦克斯韦涡旋电场假设</a:t>
            </a:r>
            <a:endParaRPr lang="en-US" altLang="zh-CN" sz="2400" b="1" noProof="1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Bef>
                <a:spcPts val="50"/>
              </a:spcBef>
              <a:spcAft>
                <a:spcPts val="0"/>
              </a:spcAft>
            </a:pPr>
            <a:r>
              <a:rPr lang="en-US" altLang="zh-CN" sz="2400" b="1" noProof="1">
                <a:ln w="9525" cap="flat" cmpd="sng">
                  <a:solidFill>
                    <a:srgbClr val="0066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400" b="1" noProof="1">
                <a:ln w="9525" cap="flat" cmpd="sng">
                  <a:solidFill>
                    <a:srgbClr val="0066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随时间变化的磁场能在其周围空间激起一种具有闭合电场线的电场,它能对处于其中的带电粒子施以力的作用,这种电场有别于静电场,称为</a:t>
            </a:r>
            <a:r>
              <a:rPr lang="zh-CN" altLang="en-US" sz="2400" b="1" noProof="1"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感生电场</a:t>
            </a:r>
            <a:r>
              <a:rPr lang="zh-CN" altLang="en-US" sz="2400" b="1" noProof="1">
                <a:ln w="9525" cap="flat" cmpd="sng">
                  <a:solidFill>
                    <a:srgbClr val="0066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或</a:t>
            </a:r>
            <a:r>
              <a:rPr lang="zh-CN" altLang="en-US" sz="2400" b="1" noProof="1"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涡旋电场。</a:t>
            </a:r>
          </a:p>
        </p:txBody>
      </p:sp>
      <p:grpSp>
        <p:nvGrpSpPr>
          <p:cNvPr id="31" name="Group 365"/>
          <p:cNvGrpSpPr/>
          <p:nvPr/>
        </p:nvGrpSpPr>
        <p:grpSpPr>
          <a:xfrm>
            <a:off x="547688" y="3201988"/>
            <a:ext cx="2112962" cy="2028825"/>
            <a:chOff x="325" y="2760"/>
            <a:chExt cx="1331" cy="1278"/>
          </a:xfrm>
        </p:grpSpPr>
        <p:sp>
          <p:nvSpPr>
            <p:cNvPr id="37891" name="WordArt 265"/>
            <p:cNvSpPr>
              <a:spLocks noTextEdit="1"/>
            </p:cNvSpPr>
            <p:nvPr/>
          </p:nvSpPr>
          <p:spPr>
            <a:xfrm>
              <a:off x="561" y="2760"/>
              <a:ext cx="847" cy="15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最简单的例子是</a:t>
              </a:r>
            </a:p>
          </p:txBody>
        </p:sp>
        <p:sp>
          <p:nvSpPr>
            <p:cNvPr id="37892" name="WordArt 274"/>
            <p:cNvSpPr>
              <a:spLocks noTextEdit="1"/>
            </p:cNvSpPr>
            <p:nvPr/>
          </p:nvSpPr>
          <p:spPr>
            <a:xfrm>
              <a:off x="493" y="3004"/>
              <a:ext cx="1034" cy="16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载有变化电流的螺线管</a:t>
              </a:r>
            </a:p>
          </p:txBody>
        </p:sp>
        <p:sp>
          <p:nvSpPr>
            <p:cNvPr id="37893" name="WordArt 275"/>
            <p:cNvSpPr>
              <a:spLocks noTextEdit="1"/>
            </p:cNvSpPr>
            <p:nvPr/>
          </p:nvSpPr>
          <p:spPr>
            <a:xfrm>
              <a:off x="325" y="3262"/>
              <a:ext cx="1331" cy="16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所产生的随时间变化的磁场</a:t>
              </a:r>
            </a:p>
          </p:txBody>
        </p:sp>
        <p:grpSp>
          <p:nvGrpSpPr>
            <p:cNvPr id="37894" name="Group 364"/>
            <p:cNvGrpSpPr/>
            <p:nvPr/>
          </p:nvGrpSpPr>
          <p:grpSpPr>
            <a:xfrm>
              <a:off x="503" y="3520"/>
              <a:ext cx="997" cy="282"/>
              <a:chOff x="528" y="3568"/>
              <a:chExt cx="997" cy="282"/>
            </a:xfrm>
          </p:grpSpPr>
          <p:sp>
            <p:nvSpPr>
              <p:cNvPr id="37895" name="WordArt 267"/>
              <p:cNvSpPr>
                <a:spLocks noTextEdit="1"/>
              </p:cNvSpPr>
              <p:nvPr/>
            </p:nvSpPr>
            <p:spPr>
              <a:xfrm>
                <a:off x="1400" y="3645"/>
                <a:ext cx="125" cy="13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37896" name="WordArt 268"/>
              <p:cNvSpPr>
                <a:spLocks noTextEdit="1"/>
              </p:cNvSpPr>
              <p:nvPr/>
            </p:nvSpPr>
            <p:spPr>
              <a:xfrm>
                <a:off x="1011" y="3577"/>
                <a:ext cx="140" cy="10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5991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 b="1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7897" name="WordArt 269"/>
              <p:cNvSpPr>
                <a:spLocks noTextEdit="1"/>
              </p:cNvSpPr>
              <p:nvPr/>
            </p:nvSpPr>
            <p:spPr>
              <a:xfrm>
                <a:off x="958" y="3568"/>
                <a:ext cx="70" cy="11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800" b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37898" name="Line 270"/>
              <p:cNvSpPr/>
              <p:nvPr/>
            </p:nvSpPr>
            <p:spPr>
              <a:xfrm>
                <a:off x="933" y="3707"/>
                <a:ext cx="253" cy="0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899" name="WordArt 271"/>
              <p:cNvSpPr>
                <a:spLocks noTextEdit="1"/>
              </p:cNvSpPr>
              <p:nvPr/>
            </p:nvSpPr>
            <p:spPr>
              <a:xfrm>
                <a:off x="979" y="3731"/>
                <a:ext cx="70" cy="11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800" b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37900" name="WordArt 272"/>
              <p:cNvSpPr>
                <a:spLocks noTextEdit="1"/>
              </p:cNvSpPr>
              <p:nvPr/>
            </p:nvSpPr>
            <p:spPr>
              <a:xfrm>
                <a:off x="1055" y="3720"/>
                <a:ext cx="104" cy="13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64495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</a:t>
                </a:r>
              </a:p>
            </p:txBody>
          </p:sp>
          <p:sp>
            <p:nvSpPr>
              <p:cNvPr id="37901" name="Freeform 273"/>
              <p:cNvSpPr/>
              <p:nvPr/>
            </p:nvSpPr>
            <p:spPr>
              <a:xfrm>
                <a:off x="1202" y="3630"/>
                <a:ext cx="147" cy="164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35"/>
                  </a:cxn>
                  <a:cxn ang="0">
                    <a:pos x="0" y="62"/>
                  </a:cxn>
                </a:cxnLst>
                <a:rect l="0" t="0" r="0" b="0"/>
                <a:pathLst>
                  <a:path w="252" h="181">
                    <a:moveTo>
                      <a:pt x="16" y="0"/>
                    </a:moveTo>
                    <a:lnTo>
                      <a:pt x="252" y="103"/>
                    </a:lnTo>
                    <a:lnTo>
                      <a:pt x="0" y="181"/>
                    </a:ln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02" name="WordArt 276"/>
              <p:cNvSpPr>
                <a:spLocks noTextEdit="1"/>
              </p:cNvSpPr>
              <p:nvPr/>
            </p:nvSpPr>
            <p:spPr>
              <a:xfrm>
                <a:off x="528" y="3618"/>
                <a:ext cx="287" cy="17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假设</a:t>
                </a:r>
              </a:p>
            </p:txBody>
          </p:sp>
        </p:grpSp>
        <p:grpSp>
          <p:nvGrpSpPr>
            <p:cNvPr id="37903" name="Group 363"/>
            <p:cNvGrpSpPr/>
            <p:nvPr/>
          </p:nvGrpSpPr>
          <p:grpSpPr>
            <a:xfrm>
              <a:off x="570" y="3865"/>
              <a:ext cx="898" cy="173"/>
              <a:chOff x="532" y="3962"/>
              <a:chExt cx="898" cy="173"/>
            </a:xfrm>
          </p:grpSpPr>
          <p:sp>
            <p:nvSpPr>
              <p:cNvPr id="37904" name="WordArt 360"/>
              <p:cNvSpPr>
                <a:spLocks noTextEdit="1"/>
              </p:cNvSpPr>
              <p:nvPr/>
            </p:nvSpPr>
            <p:spPr>
              <a:xfrm>
                <a:off x="720" y="3983"/>
                <a:ext cx="161" cy="13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5991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 b="1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7905" name="WordArt 361"/>
              <p:cNvSpPr>
                <a:spLocks noTextEdit="1"/>
              </p:cNvSpPr>
              <p:nvPr/>
            </p:nvSpPr>
            <p:spPr>
              <a:xfrm>
                <a:off x="532" y="3977"/>
                <a:ext cx="118" cy="15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即</a:t>
                </a:r>
              </a:p>
            </p:txBody>
          </p:sp>
          <p:sp>
            <p:nvSpPr>
              <p:cNvPr id="37906" name="WordArt 362"/>
              <p:cNvSpPr>
                <a:spLocks noTextEdit="1"/>
              </p:cNvSpPr>
              <p:nvPr/>
            </p:nvSpPr>
            <p:spPr>
              <a:xfrm>
                <a:off x="940" y="3962"/>
                <a:ext cx="490" cy="15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400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正在增强</a:t>
                </a:r>
              </a:p>
            </p:txBody>
          </p:sp>
        </p:grpSp>
      </p:grpSp>
      <p:grpSp>
        <p:nvGrpSpPr>
          <p:cNvPr id="4" name="Group 278"/>
          <p:cNvGrpSpPr/>
          <p:nvPr/>
        </p:nvGrpSpPr>
        <p:grpSpPr>
          <a:xfrm>
            <a:off x="4641850" y="3944938"/>
            <a:ext cx="1981200" cy="1982787"/>
            <a:chOff x="2924" y="2308"/>
            <a:chExt cx="1248" cy="1249"/>
          </a:xfrm>
        </p:grpSpPr>
        <p:sp>
          <p:nvSpPr>
            <p:cNvPr id="37908" name="Oval 279"/>
            <p:cNvSpPr/>
            <p:nvPr/>
          </p:nvSpPr>
          <p:spPr>
            <a:xfrm>
              <a:off x="2924" y="2308"/>
              <a:ext cx="1248" cy="1249"/>
            </a:xfrm>
            <a:prstGeom prst="ellipse">
              <a:avLst/>
            </a:prstGeom>
            <a:solidFill>
              <a:srgbClr val="DDDDDD"/>
            </a:solidFill>
            <a:ln w="12700" cap="flat" cmpd="sng">
              <a:solidFill>
                <a:schemeClr val="accent2"/>
              </a:solidFill>
              <a:prstDash val="lg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7909" name="Group 280"/>
            <p:cNvGrpSpPr/>
            <p:nvPr/>
          </p:nvGrpSpPr>
          <p:grpSpPr>
            <a:xfrm>
              <a:off x="2993" y="2904"/>
              <a:ext cx="55" cy="46"/>
              <a:chOff x="2592" y="2400"/>
              <a:chExt cx="1344" cy="1296"/>
            </a:xfrm>
          </p:grpSpPr>
          <p:sp>
            <p:nvSpPr>
              <p:cNvPr id="37910" name="Line 281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911" name="Line 282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7912" name="Group 283"/>
            <p:cNvGrpSpPr/>
            <p:nvPr/>
          </p:nvGrpSpPr>
          <p:grpSpPr>
            <a:xfrm>
              <a:off x="3522" y="3456"/>
              <a:ext cx="55" cy="46"/>
              <a:chOff x="2592" y="2400"/>
              <a:chExt cx="1344" cy="1296"/>
            </a:xfrm>
          </p:grpSpPr>
          <p:sp>
            <p:nvSpPr>
              <p:cNvPr id="37913" name="Line 284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914" name="Line 285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7915" name="Group 286"/>
            <p:cNvGrpSpPr/>
            <p:nvPr/>
          </p:nvGrpSpPr>
          <p:grpSpPr>
            <a:xfrm>
              <a:off x="3234" y="2905"/>
              <a:ext cx="54" cy="46"/>
              <a:chOff x="2592" y="2400"/>
              <a:chExt cx="1344" cy="1296"/>
            </a:xfrm>
          </p:grpSpPr>
          <p:sp>
            <p:nvSpPr>
              <p:cNvPr id="37916" name="Line 287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917" name="Line 288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7918" name="Group 289"/>
            <p:cNvGrpSpPr/>
            <p:nvPr/>
          </p:nvGrpSpPr>
          <p:grpSpPr>
            <a:xfrm>
              <a:off x="3500" y="2376"/>
              <a:ext cx="54" cy="46"/>
              <a:chOff x="2592" y="2400"/>
              <a:chExt cx="1344" cy="1296"/>
            </a:xfrm>
          </p:grpSpPr>
          <p:sp>
            <p:nvSpPr>
              <p:cNvPr id="37919" name="Line 290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920" name="Line 291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7921" name="WordArt 292"/>
            <p:cNvSpPr>
              <a:spLocks noTextEdit="1"/>
            </p:cNvSpPr>
            <p:nvPr/>
          </p:nvSpPr>
          <p:spPr>
            <a:xfrm>
              <a:off x="3719" y="2967"/>
              <a:ext cx="85" cy="12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37922" name="WordArt 293"/>
            <p:cNvSpPr>
              <a:spLocks noTextEdit="1"/>
            </p:cNvSpPr>
            <p:nvPr/>
          </p:nvSpPr>
          <p:spPr>
            <a:xfrm>
              <a:off x="3415" y="2889"/>
              <a:ext cx="106" cy="10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5991"/>
                </a:avLst>
              </a:prstTxWarp>
              <a:normAutofit/>
            </a:bodyPr>
            <a:lstStyle/>
            <a:p>
              <a:pPr algn="ctr"/>
              <a:r>
                <a:rPr lang="zh-CN" altLang="en-US" sz="800" b="1" i="1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7923" name="WordArt 294"/>
            <p:cNvSpPr>
              <a:spLocks noTextEdit="1"/>
            </p:cNvSpPr>
            <p:nvPr/>
          </p:nvSpPr>
          <p:spPr>
            <a:xfrm>
              <a:off x="3365" y="2881"/>
              <a:ext cx="53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800" b="1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7924" name="Line 295"/>
            <p:cNvSpPr/>
            <p:nvPr/>
          </p:nvSpPr>
          <p:spPr>
            <a:xfrm>
              <a:off x="3346" y="3022"/>
              <a:ext cx="192" cy="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25" name="WordArt 296"/>
            <p:cNvSpPr>
              <a:spLocks noTextEdit="1"/>
            </p:cNvSpPr>
            <p:nvPr/>
          </p:nvSpPr>
          <p:spPr>
            <a:xfrm>
              <a:off x="3373" y="3054"/>
              <a:ext cx="53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800" b="1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7926" name="WordArt 297"/>
            <p:cNvSpPr>
              <a:spLocks noTextEdit="1"/>
            </p:cNvSpPr>
            <p:nvPr/>
          </p:nvSpPr>
          <p:spPr>
            <a:xfrm>
              <a:off x="3446" y="3043"/>
              <a:ext cx="79" cy="13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64495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t</a:t>
              </a:r>
            </a:p>
          </p:txBody>
        </p:sp>
        <p:grpSp>
          <p:nvGrpSpPr>
            <p:cNvPr id="37927" name="Group 298"/>
            <p:cNvGrpSpPr/>
            <p:nvPr/>
          </p:nvGrpSpPr>
          <p:grpSpPr>
            <a:xfrm>
              <a:off x="3780" y="2900"/>
              <a:ext cx="55" cy="46"/>
              <a:chOff x="2592" y="2400"/>
              <a:chExt cx="1344" cy="1296"/>
            </a:xfrm>
          </p:grpSpPr>
          <p:sp>
            <p:nvSpPr>
              <p:cNvPr id="37928" name="Line 299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929" name="Line 300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7930" name="Group 301"/>
            <p:cNvGrpSpPr/>
            <p:nvPr/>
          </p:nvGrpSpPr>
          <p:grpSpPr>
            <a:xfrm>
              <a:off x="4073" y="2906"/>
              <a:ext cx="54" cy="47"/>
              <a:chOff x="2592" y="2400"/>
              <a:chExt cx="1344" cy="1296"/>
            </a:xfrm>
          </p:grpSpPr>
          <p:sp>
            <p:nvSpPr>
              <p:cNvPr id="37931" name="Line 302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932" name="Line 303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7933" name="Group 304"/>
            <p:cNvGrpSpPr/>
            <p:nvPr/>
          </p:nvGrpSpPr>
          <p:grpSpPr>
            <a:xfrm>
              <a:off x="3236" y="3192"/>
              <a:ext cx="54" cy="47"/>
              <a:chOff x="2592" y="2400"/>
              <a:chExt cx="1344" cy="1296"/>
            </a:xfrm>
          </p:grpSpPr>
          <p:sp>
            <p:nvSpPr>
              <p:cNvPr id="37934" name="Line 305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935" name="Line 306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7936" name="Group 307"/>
            <p:cNvGrpSpPr/>
            <p:nvPr/>
          </p:nvGrpSpPr>
          <p:grpSpPr>
            <a:xfrm>
              <a:off x="3774" y="3184"/>
              <a:ext cx="55" cy="46"/>
              <a:chOff x="2592" y="2400"/>
              <a:chExt cx="1344" cy="1296"/>
            </a:xfrm>
          </p:grpSpPr>
          <p:sp>
            <p:nvSpPr>
              <p:cNvPr id="37937" name="Line 308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938" name="Line 309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7939" name="Group 310"/>
            <p:cNvGrpSpPr/>
            <p:nvPr/>
          </p:nvGrpSpPr>
          <p:grpSpPr>
            <a:xfrm>
              <a:off x="3508" y="2612"/>
              <a:ext cx="55" cy="47"/>
              <a:chOff x="2592" y="2400"/>
              <a:chExt cx="1344" cy="1296"/>
            </a:xfrm>
          </p:grpSpPr>
          <p:sp>
            <p:nvSpPr>
              <p:cNvPr id="37940" name="Line 311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941" name="Line 312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7942" name="Group 313"/>
            <p:cNvGrpSpPr/>
            <p:nvPr/>
          </p:nvGrpSpPr>
          <p:grpSpPr>
            <a:xfrm>
              <a:off x="3508" y="3194"/>
              <a:ext cx="55" cy="46"/>
              <a:chOff x="2592" y="2400"/>
              <a:chExt cx="1344" cy="1296"/>
            </a:xfrm>
          </p:grpSpPr>
          <p:sp>
            <p:nvSpPr>
              <p:cNvPr id="37943" name="Line 314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944" name="Line 315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7945" name="Group 316"/>
            <p:cNvGrpSpPr/>
            <p:nvPr/>
          </p:nvGrpSpPr>
          <p:grpSpPr>
            <a:xfrm>
              <a:off x="3782" y="2623"/>
              <a:ext cx="55" cy="46"/>
              <a:chOff x="2592" y="2400"/>
              <a:chExt cx="1344" cy="1296"/>
            </a:xfrm>
          </p:grpSpPr>
          <p:sp>
            <p:nvSpPr>
              <p:cNvPr id="37946" name="Line 317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947" name="Line 318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7948" name="Group 319"/>
            <p:cNvGrpSpPr/>
            <p:nvPr/>
          </p:nvGrpSpPr>
          <p:grpSpPr>
            <a:xfrm>
              <a:off x="3236" y="2384"/>
              <a:ext cx="55" cy="46"/>
              <a:chOff x="2592" y="2400"/>
              <a:chExt cx="1344" cy="1296"/>
            </a:xfrm>
          </p:grpSpPr>
          <p:sp>
            <p:nvSpPr>
              <p:cNvPr id="37949" name="Line 320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950" name="Line 321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7951" name="Group 322"/>
            <p:cNvGrpSpPr/>
            <p:nvPr/>
          </p:nvGrpSpPr>
          <p:grpSpPr>
            <a:xfrm>
              <a:off x="3779" y="2385"/>
              <a:ext cx="54" cy="46"/>
              <a:chOff x="2592" y="2400"/>
              <a:chExt cx="1344" cy="1296"/>
            </a:xfrm>
          </p:grpSpPr>
          <p:sp>
            <p:nvSpPr>
              <p:cNvPr id="37952" name="Line 323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953" name="Line 324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7954" name="Group 325"/>
            <p:cNvGrpSpPr/>
            <p:nvPr/>
          </p:nvGrpSpPr>
          <p:grpSpPr>
            <a:xfrm>
              <a:off x="3239" y="3430"/>
              <a:ext cx="55" cy="46"/>
              <a:chOff x="2592" y="2400"/>
              <a:chExt cx="1344" cy="1296"/>
            </a:xfrm>
          </p:grpSpPr>
          <p:sp>
            <p:nvSpPr>
              <p:cNvPr id="37955" name="Line 326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956" name="Line 327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7957" name="Group 328"/>
            <p:cNvGrpSpPr/>
            <p:nvPr/>
          </p:nvGrpSpPr>
          <p:grpSpPr>
            <a:xfrm>
              <a:off x="3786" y="3426"/>
              <a:ext cx="56" cy="46"/>
              <a:chOff x="2592" y="2400"/>
              <a:chExt cx="1344" cy="1296"/>
            </a:xfrm>
          </p:grpSpPr>
          <p:sp>
            <p:nvSpPr>
              <p:cNvPr id="37958" name="Line 329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959" name="Line 330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7960" name="Group 331"/>
            <p:cNvGrpSpPr/>
            <p:nvPr/>
          </p:nvGrpSpPr>
          <p:grpSpPr>
            <a:xfrm>
              <a:off x="3000" y="2602"/>
              <a:ext cx="55" cy="46"/>
              <a:chOff x="2592" y="2400"/>
              <a:chExt cx="1344" cy="1296"/>
            </a:xfrm>
          </p:grpSpPr>
          <p:sp>
            <p:nvSpPr>
              <p:cNvPr id="37961" name="Line 332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962" name="Line 333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7963" name="Group 334"/>
            <p:cNvGrpSpPr/>
            <p:nvPr/>
          </p:nvGrpSpPr>
          <p:grpSpPr>
            <a:xfrm>
              <a:off x="4033" y="2616"/>
              <a:ext cx="54" cy="46"/>
              <a:chOff x="2592" y="2400"/>
              <a:chExt cx="1344" cy="1296"/>
            </a:xfrm>
          </p:grpSpPr>
          <p:sp>
            <p:nvSpPr>
              <p:cNvPr id="37964" name="Line 335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965" name="Line 336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7966" name="Group 337"/>
            <p:cNvGrpSpPr/>
            <p:nvPr/>
          </p:nvGrpSpPr>
          <p:grpSpPr>
            <a:xfrm>
              <a:off x="3003" y="3203"/>
              <a:ext cx="54" cy="46"/>
              <a:chOff x="2592" y="2400"/>
              <a:chExt cx="1344" cy="1296"/>
            </a:xfrm>
          </p:grpSpPr>
          <p:sp>
            <p:nvSpPr>
              <p:cNvPr id="37967" name="Line 338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968" name="Line 339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7969" name="Group 340"/>
            <p:cNvGrpSpPr/>
            <p:nvPr/>
          </p:nvGrpSpPr>
          <p:grpSpPr>
            <a:xfrm>
              <a:off x="4047" y="3178"/>
              <a:ext cx="55" cy="46"/>
              <a:chOff x="2592" y="2400"/>
              <a:chExt cx="1344" cy="1296"/>
            </a:xfrm>
          </p:grpSpPr>
          <p:sp>
            <p:nvSpPr>
              <p:cNvPr id="37970" name="Line 341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971" name="Line 342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7972" name="Group 343"/>
            <p:cNvGrpSpPr/>
            <p:nvPr/>
          </p:nvGrpSpPr>
          <p:grpSpPr>
            <a:xfrm>
              <a:off x="3238" y="2608"/>
              <a:ext cx="55" cy="46"/>
              <a:chOff x="2592" y="2400"/>
              <a:chExt cx="1344" cy="1296"/>
            </a:xfrm>
          </p:grpSpPr>
          <p:sp>
            <p:nvSpPr>
              <p:cNvPr id="37973" name="Line 344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974" name="Line 345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7975" name="Group 346"/>
            <p:cNvGrpSpPr/>
            <p:nvPr/>
          </p:nvGrpSpPr>
          <p:grpSpPr>
            <a:xfrm>
              <a:off x="3323" y="2705"/>
              <a:ext cx="402" cy="125"/>
              <a:chOff x="3315" y="2608"/>
              <a:chExt cx="402" cy="125"/>
            </a:xfrm>
          </p:grpSpPr>
          <p:grpSp>
            <p:nvGrpSpPr>
              <p:cNvPr id="37976" name="Group 347"/>
              <p:cNvGrpSpPr/>
              <p:nvPr/>
            </p:nvGrpSpPr>
            <p:grpSpPr>
              <a:xfrm>
                <a:off x="3315" y="2608"/>
                <a:ext cx="398" cy="125"/>
                <a:chOff x="1718" y="2419"/>
                <a:chExt cx="813" cy="306"/>
              </a:xfrm>
            </p:grpSpPr>
            <p:sp>
              <p:nvSpPr>
                <p:cNvPr id="37977" name="WordArt 348"/>
                <p:cNvSpPr>
                  <a:spLocks noTextEdit="1"/>
                </p:cNvSpPr>
                <p:nvPr/>
              </p:nvSpPr>
              <p:spPr>
                <a:xfrm>
                  <a:off x="1718" y="2445"/>
                  <a:ext cx="393" cy="27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5991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800" b="1" i="1">
                      <a:ln w="762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B</a:t>
                  </a:r>
                </a:p>
              </p:txBody>
            </p:sp>
            <p:grpSp>
              <p:nvGrpSpPr>
                <p:cNvPr id="37978" name="Group 349"/>
                <p:cNvGrpSpPr/>
                <p:nvPr/>
              </p:nvGrpSpPr>
              <p:grpSpPr>
                <a:xfrm>
                  <a:off x="2116" y="2419"/>
                  <a:ext cx="415" cy="306"/>
                  <a:chOff x="2116" y="3310"/>
                  <a:chExt cx="415" cy="306"/>
                </a:xfrm>
              </p:grpSpPr>
              <p:sp>
                <p:nvSpPr>
                  <p:cNvPr id="37979" name="WordArt 350"/>
                  <p:cNvSpPr>
                    <a:spLocks noTextEdit="1"/>
                  </p:cNvSpPr>
                  <p:nvPr/>
                </p:nvSpPr>
                <p:spPr>
                  <a:xfrm>
                    <a:off x="2116" y="3321"/>
                    <a:ext cx="104" cy="288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76200" cap="flat" cmpd="sng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(</a:t>
                    </a:r>
                  </a:p>
                </p:txBody>
              </p:sp>
              <p:sp>
                <p:nvSpPr>
                  <p:cNvPr id="37980" name="WordArt 351"/>
                  <p:cNvSpPr>
                    <a:spLocks noTextEdit="1"/>
                  </p:cNvSpPr>
                  <p:nvPr/>
                </p:nvSpPr>
                <p:spPr>
                  <a:xfrm>
                    <a:off x="2427" y="3328"/>
                    <a:ext cx="104" cy="288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76200" cap="flat" cmpd="sng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)</a:t>
                    </a:r>
                  </a:p>
                </p:txBody>
              </p:sp>
              <p:sp>
                <p:nvSpPr>
                  <p:cNvPr id="37981" name="WordArt 352"/>
                  <p:cNvSpPr>
                    <a:spLocks noTextEdit="1"/>
                  </p:cNvSpPr>
                  <p:nvPr/>
                </p:nvSpPr>
                <p:spPr>
                  <a:xfrm>
                    <a:off x="2215" y="3310"/>
                    <a:ext cx="217" cy="289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64495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76200" cap="flat" cmpd="sng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t</a:t>
                    </a:r>
                  </a:p>
                </p:txBody>
              </p:sp>
            </p:grpSp>
          </p:grpSp>
          <p:grpSp>
            <p:nvGrpSpPr>
              <p:cNvPr id="37982" name="Group 353"/>
              <p:cNvGrpSpPr/>
              <p:nvPr/>
            </p:nvGrpSpPr>
            <p:grpSpPr>
              <a:xfrm>
                <a:off x="3319" y="2608"/>
                <a:ext cx="398" cy="125"/>
                <a:chOff x="1718" y="2419"/>
                <a:chExt cx="813" cy="306"/>
              </a:xfrm>
            </p:grpSpPr>
            <p:sp>
              <p:nvSpPr>
                <p:cNvPr id="37983" name="WordArt 354"/>
                <p:cNvSpPr>
                  <a:spLocks noTextEdit="1"/>
                </p:cNvSpPr>
                <p:nvPr/>
              </p:nvSpPr>
              <p:spPr>
                <a:xfrm>
                  <a:off x="1718" y="2445"/>
                  <a:ext cx="393" cy="27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5991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800" b="1" i="1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B</a:t>
                  </a:r>
                </a:p>
              </p:txBody>
            </p:sp>
            <p:grpSp>
              <p:nvGrpSpPr>
                <p:cNvPr id="37984" name="Group 355"/>
                <p:cNvGrpSpPr/>
                <p:nvPr/>
              </p:nvGrpSpPr>
              <p:grpSpPr>
                <a:xfrm>
                  <a:off x="2116" y="2419"/>
                  <a:ext cx="415" cy="306"/>
                  <a:chOff x="2116" y="3310"/>
                  <a:chExt cx="415" cy="306"/>
                </a:xfrm>
              </p:grpSpPr>
              <p:sp>
                <p:nvSpPr>
                  <p:cNvPr id="37985" name="WordArt 356"/>
                  <p:cNvSpPr>
                    <a:spLocks noTextEdit="1"/>
                  </p:cNvSpPr>
                  <p:nvPr/>
                </p:nvSpPr>
                <p:spPr>
                  <a:xfrm>
                    <a:off x="2116" y="3321"/>
                    <a:ext cx="104" cy="288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accent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(</a:t>
                    </a:r>
                  </a:p>
                </p:txBody>
              </p:sp>
              <p:sp>
                <p:nvSpPr>
                  <p:cNvPr id="37986" name="WordArt 357"/>
                  <p:cNvSpPr>
                    <a:spLocks noTextEdit="1"/>
                  </p:cNvSpPr>
                  <p:nvPr/>
                </p:nvSpPr>
                <p:spPr>
                  <a:xfrm>
                    <a:off x="2427" y="3328"/>
                    <a:ext cx="104" cy="288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accent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)</a:t>
                    </a:r>
                  </a:p>
                </p:txBody>
              </p:sp>
              <p:sp>
                <p:nvSpPr>
                  <p:cNvPr id="37987" name="WordArt 358"/>
                  <p:cNvSpPr>
                    <a:spLocks noTextEdit="1"/>
                  </p:cNvSpPr>
                  <p:nvPr/>
                </p:nvSpPr>
                <p:spPr>
                  <a:xfrm>
                    <a:off x="2215" y="3310"/>
                    <a:ext cx="217" cy="289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64495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t</a:t>
                    </a:r>
                  </a:p>
                </p:txBody>
              </p:sp>
            </p:grpSp>
          </p:grpSp>
        </p:grpSp>
        <p:sp>
          <p:nvSpPr>
            <p:cNvPr id="37988" name="Freeform 359"/>
            <p:cNvSpPr/>
            <p:nvPr/>
          </p:nvSpPr>
          <p:spPr>
            <a:xfrm>
              <a:off x="3576" y="2973"/>
              <a:ext cx="102" cy="10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2" y="51"/>
                </a:cxn>
                <a:cxn ang="0">
                  <a:pos x="9" y="105"/>
                </a:cxn>
              </a:cxnLst>
              <a:rect l="0" t="0" r="0" b="0"/>
              <a:pathLst>
                <a:path w="102" h="105">
                  <a:moveTo>
                    <a:pt x="0" y="0"/>
                  </a:moveTo>
                  <a:lnTo>
                    <a:pt x="102" y="51"/>
                  </a:lnTo>
                  <a:lnTo>
                    <a:pt x="9" y="105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9" name="Group 245"/>
          <p:cNvGrpSpPr/>
          <p:nvPr/>
        </p:nvGrpSpPr>
        <p:grpSpPr>
          <a:xfrm>
            <a:off x="2809875" y="3013075"/>
            <a:ext cx="2324100" cy="1616075"/>
            <a:chOff x="1915" y="1721"/>
            <a:chExt cx="1464" cy="1018"/>
          </a:xfrm>
        </p:grpSpPr>
        <p:sp>
          <p:nvSpPr>
            <p:cNvPr id="37990" name="Line 238"/>
            <p:cNvSpPr/>
            <p:nvPr/>
          </p:nvSpPr>
          <p:spPr>
            <a:xfrm flipH="1" flipV="1">
              <a:off x="2235" y="2138"/>
              <a:ext cx="1144" cy="601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91" name="WordArt 239"/>
            <p:cNvSpPr>
              <a:spLocks noTextEdit="1"/>
            </p:cNvSpPr>
            <p:nvPr/>
          </p:nvSpPr>
          <p:spPr>
            <a:xfrm>
              <a:off x="1915" y="1721"/>
              <a:ext cx="795" cy="15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随时间变化</a:t>
              </a:r>
            </a:p>
          </p:txBody>
        </p:sp>
        <p:sp>
          <p:nvSpPr>
            <p:cNvPr id="37992" name="WordArt 240"/>
            <p:cNvSpPr>
              <a:spLocks noTextEdit="1"/>
            </p:cNvSpPr>
            <p:nvPr/>
          </p:nvSpPr>
          <p:spPr>
            <a:xfrm>
              <a:off x="2036" y="1915"/>
              <a:ext cx="502" cy="17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的磁场</a:t>
              </a:r>
            </a:p>
          </p:txBody>
        </p:sp>
      </p:grpSp>
      <p:grpSp>
        <p:nvGrpSpPr>
          <p:cNvPr id="30" name="Group 390"/>
          <p:cNvGrpSpPr/>
          <p:nvPr/>
        </p:nvGrpSpPr>
        <p:grpSpPr>
          <a:xfrm>
            <a:off x="6181725" y="2982913"/>
            <a:ext cx="2187575" cy="1495425"/>
            <a:chOff x="3894" y="1702"/>
            <a:chExt cx="1378" cy="942"/>
          </a:xfrm>
        </p:grpSpPr>
        <p:sp>
          <p:nvSpPr>
            <p:cNvPr id="37994" name="Line 241"/>
            <p:cNvSpPr/>
            <p:nvPr/>
          </p:nvSpPr>
          <p:spPr>
            <a:xfrm flipV="1">
              <a:off x="3894" y="1874"/>
              <a:ext cx="559" cy="624"/>
            </a:xfrm>
            <a:prstGeom prst="line">
              <a:avLst/>
            </a:prstGeom>
            <a:ln w="19050" cap="flat" cmpd="sng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95" name="Line 242"/>
            <p:cNvSpPr/>
            <p:nvPr/>
          </p:nvSpPr>
          <p:spPr>
            <a:xfrm flipV="1">
              <a:off x="4291" y="1939"/>
              <a:ext cx="228" cy="705"/>
            </a:xfrm>
            <a:prstGeom prst="line">
              <a:avLst/>
            </a:prstGeom>
            <a:ln w="9525" cap="flat" cmpd="sng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96" name="WordArt 243"/>
            <p:cNvSpPr>
              <a:spLocks noTextEdit="1"/>
            </p:cNvSpPr>
            <p:nvPr/>
          </p:nvSpPr>
          <p:spPr>
            <a:xfrm>
              <a:off x="4477" y="1702"/>
              <a:ext cx="795" cy="15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80008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80008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激起涡旋状的</a:t>
              </a:r>
            </a:p>
          </p:txBody>
        </p:sp>
        <p:sp>
          <p:nvSpPr>
            <p:cNvPr id="37997" name="WordArt 244"/>
            <p:cNvSpPr>
              <a:spLocks noTextEdit="1"/>
            </p:cNvSpPr>
            <p:nvPr/>
          </p:nvSpPr>
          <p:spPr>
            <a:xfrm>
              <a:off x="4622" y="1921"/>
              <a:ext cx="502" cy="17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80008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80008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感生电场</a:t>
              </a:r>
            </a:p>
          </p:txBody>
        </p:sp>
      </p:grpSp>
      <p:grpSp>
        <p:nvGrpSpPr>
          <p:cNvPr id="55357" name="Group 367"/>
          <p:cNvGrpSpPr/>
          <p:nvPr/>
        </p:nvGrpSpPr>
        <p:grpSpPr>
          <a:xfrm>
            <a:off x="3849688" y="3201988"/>
            <a:ext cx="4452937" cy="3438525"/>
            <a:chOff x="2425" y="1840"/>
            <a:chExt cx="2805" cy="2166"/>
          </a:xfrm>
        </p:grpSpPr>
        <p:sp>
          <p:nvSpPr>
            <p:cNvPr id="37999" name="Oval 368"/>
            <p:cNvSpPr/>
            <p:nvPr/>
          </p:nvSpPr>
          <p:spPr>
            <a:xfrm>
              <a:off x="2978" y="2371"/>
              <a:ext cx="1116" cy="1113"/>
            </a:xfrm>
            <a:prstGeom prst="ellipse">
              <a:avLst/>
            </a:prstGeom>
            <a:noFill/>
            <a:ln w="28575" cap="flat" cmpd="sng">
              <a:solidFill>
                <a:srgbClr val="CC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000" name="Oval 369"/>
            <p:cNvSpPr/>
            <p:nvPr/>
          </p:nvSpPr>
          <p:spPr>
            <a:xfrm>
              <a:off x="3192" y="2600"/>
              <a:ext cx="691" cy="693"/>
            </a:xfrm>
            <a:prstGeom prst="ellipse">
              <a:avLst/>
            </a:prstGeom>
            <a:noFill/>
            <a:ln w="28575" cap="flat" cmpd="sng">
              <a:solidFill>
                <a:srgbClr val="CC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001" name="Line 370"/>
            <p:cNvSpPr/>
            <p:nvPr/>
          </p:nvSpPr>
          <p:spPr>
            <a:xfrm flipH="1" flipV="1">
              <a:off x="3879" y="2890"/>
              <a:ext cx="0" cy="93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38002" name="Line 371"/>
            <p:cNvSpPr/>
            <p:nvPr/>
          </p:nvSpPr>
          <p:spPr>
            <a:xfrm flipV="1">
              <a:off x="4092" y="2870"/>
              <a:ext cx="0" cy="93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38003" name="Line 372"/>
            <p:cNvSpPr/>
            <p:nvPr/>
          </p:nvSpPr>
          <p:spPr>
            <a:xfrm>
              <a:off x="3191" y="2914"/>
              <a:ext cx="0" cy="81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38004" name="Line 373"/>
            <p:cNvSpPr/>
            <p:nvPr/>
          </p:nvSpPr>
          <p:spPr>
            <a:xfrm>
              <a:off x="2979" y="2926"/>
              <a:ext cx="0" cy="93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38005" name="Line 374"/>
            <p:cNvSpPr/>
            <p:nvPr/>
          </p:nvSpPr>
          <p:spPr>
            <a:xfrm>
              <a:off x="2753" y="2902"/>
              <a:ext cx="0" cy="86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38006" name="Oval 375"/>
            <p:cNvSpPr/>
            <p:nvPr/>
          </p:nvSpPr>
          <p:spPr>
            <a:xfrm>
              <a:off x="2754" y="2162"/>
              <a:ext cx="1558" cy="1540"/>
            </a:xfrm>
            <a:prstGeom prst="ellipse">
              <a:avLst/>
            </a:prstGeom>
            <a:noFill/>
            <a:ln w="28575" cap="flat" cmpd="sng">
              <a:solidFill>
                <a:srgbClr val="CC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007" name="Oval 376"/>
            <p:cNvSpPr/>
            <p:nvPr/>
          </p:nvSpPr>
          <p:spPr>
            <a:xfrm>
              <a:off x="2427" y="1840"/>
              <a:ext cx="2241" cy="2166"/>
            </a:xfrm>
            <a:prstGeom prst="ellipse">
              <a:avLst/>
            </a:prstGeom>
            <a:noFill/>
            <a:ln w="28575" cap="flat" cmpd="sng">
              <a:solidFill>
                <a:srgbClr val="CC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008" name="Line 377"/>
            <p:cNvSpPr/>
            <p:nvPr/>
          </p:nvSpPr>
          <p:spPr>
            <a:xfrm flipH="1" flipV="1">
              <a:off x="4306" y="2864"/>
              <a:ext cx="6" cy="106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38009" name="Line 378"/>
            <p:cNvSpPr/>
            <p:nvPr/>
          </p:nvSpPr>
          <p:spPr>
            <a:xfrm flipV="1">
              <a:off x="4666" y="2840"/>
              <a:ext cx="0" cy="13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38010" name="Line 379"/>
            <p:cNvSpPr/>
            <p:nvPr/>
          </p:nvSpPr>
          <p:spPr>
            <a:xfrm>
              <a:off x="2425" y="2859"/>
              <a:ext cx="0" cy="111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38011" name="Rectangle 380"/>
            <p:cNvSpPr/>
            <p:nvPr/>
          </p:nvSpPr>
          <p:spPr>
            <a:xfrm>
              <a:off x="4102" y="3193"/>
              <a:ext cx="762" cy="32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012" name="WordArt 381"/>
            <p:cNvSpPr>
              <a:spLocks noTextEdit="1"/>
            </p:cNvSpPr>
            <p:nvPr/>
          </p:nvSpPr>
          <p:spPr>
            <a:xfrm>
              <a:off x="4088" y="3237"/>
              <a:ext cx="285" cy="21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5750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 i="1">
                  <a:ln w="9525" cap="flat" cmpd="sng">
                    <a:solidFill>
                      <a:srgbClr val="CC00CC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CC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38013" name="WordArt 382"/>
            <p:cNvSpPr>
              <a:spLocks noTextEdit="1"/>
            </p:cNvSpPr>
            <p:nvPr/>
          </p:nvSpPr>
          <p:spPr>
            <a:xfrm>
              <a:off x="4573" y="3239"/>
              <a:ext cx="174" cy="19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或</a:t>
              </a:r>
            </a:p>
          </p:txBody>
        </p:sp>
        <p:grpSp>
          <p:nvGrpSpPr>
            <p:cNvPr id="38014" name="Group 383"/>
            <p:cNvGrpSpPr/>
            <p:nvPr/>
          </p:nvGrpSpPr>
          <p:grpSpPr>
            <a:xfrm>
              <a:off x="4826" y="3205"/>
              <a:ext cx="404" cy="273"/>
              <a:chOff x="4088" y="3211"/>
              <a:chExt cx="404" cy="273"/>
            </a:xfrm>
          </p:grpSpPr>
          <p:sp>
            <p:nvSpPr>
              <p:cNvPr id="38015" name="Rectangle 384"/>
              <p:cNvSpPr/>
              <p:nvPr/>
            </p:nvSpPr>
            <p:spPr>
              <a:xfrm>
                <a:off x="4132" y="3211"/>
                <a:ext cx="360" cy="266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016" name="WordArt 385"/>
              <p:cNvSpPr>
                <a:spLocks noTextEdit="1"/>
              </p:cNvSpPr>
              <p:nvPr/>
            </p:nvSpPr>
            <p:spPr>
              <a:xfrm>
                <a:off x="4088" y="3237"/>
                <a:ext cx="285" cy="21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575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rgbClr val="CC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38017" name="WordArt 386"/>
              <p:cNvSpPr>
                <a:spLocks noTextEdit="1"/>
              </p:cNvSpPr>
              <p:nvPr/>
            </p:nvSpPr>
            <p:spPr>
              <a:xfrm>
                <a:off x="4353" y="3362"/>
                <a:ext cx="108" cy="12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CC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</a:p>
            </p:txBody>
          </p:sp>
        </p:grpSp>
        <p:sp>
          <p:nvSpPr>
            <p:cNvPr id="38018" name="WordArt 387"/>
            <p:cNvSpPr>
              <a:spLocks noTextEdit="1"/>
            </p:cNvSpPr>
            <p:nvPr/>
          </p:nvSpPr>
          <p:spPr>
            <a:xfrm>
              <a:off x="4363" y="3329"/>
              <a:ext cx="156" cy="14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CC00CC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感</a:t>
              </a:r>
            </a:p>
          </p:txBody>
        </p:sp>
      </p:grpSp>
      <p:grpSp>
        <p:nvGrpSpPr>
          <p:cNvPr id="55359" name="Group 397"/>
          <p:cNvGrpSpPr/>
          <p:nvPr/>
        </p:nvGrpSpPr>
        <p:grpSpPr>
          <a:xfrm>
            <a:off x="7259638" y="6005513"/>
            <a:ext cx="1409700" cy="557212"/>
            <a:chOff x="4525" y="3668"/>
            <a:chExt cx="888" cy="351"/>
          </a:xfrm>
        </p:grpSpPr>
        <p:sp>
          <p:nvSpPr>
            <p:cNvPr id="38020" name="WordArt 393"/>
            <p:cNvSpPr>
              <a:spLocks noTextEdit="1"/>
            </p:cNvSpPr>
            <p:nvPr/>
          </p:nvSpPr>
          <p:spPr>
            <a:xfrm>
              <a:off x="4528" y="3668"/>
              <a:ext cx="885" cy="9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>
                  <a:ln w="9525" cap="flat" cmpd="sng">
                    <a:solidFill>
                      <a:srgbClr val="BE3EB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BE3EBB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感生电场</a:t>
              </a:r>
            </a:p>
          </p:txBody>
        </p:sp>
        <p:sp>
          <p:nvSpPr>
            <p:cNvPr id="38021" name="WordArt 394"/>
            <p:cNvSpPr>
              <a:spLocks noTextEdit="1"/>
            </p:cNvSpPr>
            <p:nvPr/>
          </p:nvSpPr>
          <p:spPr>
            <a:xfrm>
              <a:off x="4525" y="3798"/>
              <a:ext cx="885" cy="9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有时又称为</a:t>
              </a:r>
            </a:p>
          </p:txBody>
        </p:sp>
        <p:sp>
          <p:nvSpPr>
            <p:cNvPr id="48275" name="WordArt 395"/>
            <p:cNvSpPr>
              <a:spLocks noTextEdit="1"/>
            </p:cNvSpPr>
            <p:nvPr/>
          </p:nvSpPr>
          <p:spPr>
            <a:xfrm>
              <a:off x="4526" y="3928"/>
              <a:ext cx="885" cy="9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/>
            </a:bodyPr>
            <a:lstStyle/>
            <a:p>
              <a:pPr algn="ctr" fontAlgn="base"/>
              <a:r>
                <a:rPr lang="zh-CN" altLang="en-US" sz="3600" b="1" strike="noStrike" noProof="1">
                  <a:ln w="9525" cap="flat" cmpd="sng">
                    <a:solidFill>
                      <a:srgbClr val="BE3EBB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BE3EBB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涡旋电场</a:t>
              </a:r>
              <a:endParaRPr lang="zh-CN" altLang="en-US" sz="3600" b="1" strike="noStrike" noProof="1">
                <a:ln w="9525" cap="flat" cmpd="sng">
                  <a:solidFill>
                    <a:srgbClr val="BE3EBB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BE3EBB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5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5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55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19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66"/>
          <p:cNvGrpSpPr/>
          <p:nvPr/>
        </p:nvGrpSpPr>
        <p:grpSpPr>
          <a:xfrm>
            <a:off x="1046163" y="2103438"/>
            <a:ext cx="2144712" cy="2235200"/>
            <a:chOff x="1193" y="986"/>
            <a:chExt cx="1351" cy="1238"/>
          </a:xfrm>
        </p:grpSpPr>
        <p:grpSp>
          <p:nvGrpSpPr>
            <p:cNvPr id="38914" name="Group 93"/>
            <p:cNvGrpSpPr/>
            <p:nvPr/>
          </p:nvGrpSpPr>
          <p:grpSpPr>
            <a:xfrm>
              <a:off x="1712" y="1148"/>
              <a:ext cx="171" cy="510"/>
              <a:chOff x="1282" y="1331"/>
              <a:chExt cx="176" cy="1063"/>
            </a:xfrm>
          </p:grpSpPr>
          <p:sp>
            <p:nvSpPr>
              <p:cNvPr id="38915" name="Line 89"/>
              <p:cNvSpPr/>
              <p:nvPr/>
            </p:nvSpPr>
            <p:spPr>
              <a:xfrm flipV="1">
                <a:off x="1282" y="1331"/>
                <a:ext cx="0" cy="105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38916" name="Line 90"/>
              <p:cNvSpPr/>
              <p:nvPr/>
            </p:nvSpPr>
            <p:spPr>
              <a:xfrm flipV="1">
                <a:off x="1370" y="1338"/>
                <a:ext cx="0" cy="105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38917" name="Line 91"/>
              <p:cNvSpPr/>
              <p:nvPr/>
            </p:nvSpPr>
            <p:spPr>
              <a:xfrm flipV="1">
                <a:off x="1458" y="1336"/>
                <a:ext cx="0" cy="105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</p:grpSp>
        <p:grpSp>
          <p:nvGrpSpPr>
            <p:cNvPr id="38918" name="Group 97"/>
            <p:cNvGrpSpPr/>
            <p:nvPr/>
          </p:nvGrpSpPr>
          <p:grpSpPr>
            <a:xfrm>
              <a:off x="1706" y="1866"/>
              <a:ext cx="171" cy="358"/>
              <a:chOff x="1282" y="1331"/>
              <a:chExt cx="176" cy="1063"/>
            </a:xfrm>
          </p:grpSpPr>
          <p:sp>
            <p:nvSpPr>
              <p:cNvPr id="38919" name="Line 98"/>
              <p:cNvSpPr/>
              <p:nvPr/>
            </p:nvSpPr>
            <p:spPr>
              <a:xfrm flipV="1">
                <a:off x="1282" y="1331"/>
                <a:ext cx="0" cy="105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38920" name="Line 99"/>
              <p:cNvSpPr/>
              <p:nvPr/>
            </p:nvSpPr>
            <p:spPr>
              <a:xfrm flipV="1">
                <a:off x="1370" y="1338"/>
                <a:ext cx="0" cy="105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38921" name="Line 100"/>
              <p:cNvSpPr/>
              <p:nvPr/>
            </p:nvSpPr>
            <p:spPr>
              <a:xfrm flipV="1">
                <a:off x="1458" y="1336"/>
                <a:ext cx="0" cy="105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</p:grpSp>
        <p:sp>
          <p:nvSpPr>
            <p:cNvPr id="38922" name="Line 101"/>
            <p:cNvSpPr/>
            <p:nvPr/>
          </p:nvSpPr>
          <p:spPr>
            <a:xfrm flipH="1">
              <a:off x="2110" y="1816"/>
              <a:ext cx="96" cy="23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grpSp>
          <p:nvGrpSpPr>
            <p:cNvPr id="38923" name="Group 104"/>
            <p:cNvGrpSpPr/>
            <p:nvPr/>
          </p:nvGrpSpPr>
          <p:grpSpPr>
            <a:xfrm>
              <a:off x="2054" y="1977"/>
              <a:ext cx="297" cy="155"/>
              <a:chOff x="4476" y="316"/>
              <a:chExt cx="306" cy="200"/>
            </a:xfrm>
          </p:grpSpPr>
          <p:sp>
            <p:nvSpPr>
              <p:cNvPr id="38924" name="WordArt 105"/>
              <p:cNvSpPr>
                <a:spLocks noTextEdit="1"/>
              </p:cNvSpPr>
              <p:nvPr/>
            </p:nvSpPr>
            <p:spPr>
              <a:xfrm>
                <a:off x="4476" y="316"/>
                <a:ext cx="206" cy="17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575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rgbClr val="CC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38925" name="WordArt 106"/>
              <p:cNvSpPr>
                <a:spLocks noTextEdit="1"/>
              </p:cNvSpPr>
              <p:nvPr/>
            </p:nvSpPr>
            <p:spPr>
              <a:xfrm>
                <a:off x="4672" y="428"/>
                <a:ext cx="110" cy="8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5991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 b="1" i="1">
                    <a:ln w="3175" cap="flat" cmpd="sng">
                      <a:solidFill>
                        <a:srgbClr val="CC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旋</a:t>
                </a:r>
              </a:p>
            </p:txBody>
          </p:sp>
        </p:grpSp>
        <p:sp>
          <p:nvSpPr>
            <p:cNvPr id="38926" name="Line 107"/>
            <p:cNvSpPr/>
            <p:nvPr/>
          </p:nvSpPr>
          <p:spPr>
            <a:xfrm>
              <a:off x="2087" y="1931"/>
              <a:ext cx="228" cy="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8927" name="Line 110"/>
            <p:cNvSpPr/>
            <p:nvPr/>
          </p:nvSpPr>
          <p:spPr>
            <a:xfrm>
              <a:off x="1723" y="986"/>
              <a:ext cx="166" cy="1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8928" name="WordArt 111"/>
            <p:cNvSpPr>
              <a:spLocks noTextEdit="1"/>
            </p:cNvSpPr>
            <p:nvPr/>
          </p:nvSpPr>
          <p:spPr>
            <a:xfrm>
              <a:off x="1697" y="1030"/>
              <a:ext cx="171" cy="9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5991"/>
                </a:avLst>
              </a:prstTxWarp>
              <a:normAutofit/>
            </a:bodyPr>
            <a:lstStyle/>
            <a:p>
              <a:pPr algn="ctr"/>
              <a:r>
                <a:rPr lang="zh-CN" altLang="en-US" sz="800" b="1" i="1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8929" name="WordArt 112"/>
            <p:cNvSpPr>
              <a:spLocks noTextEdit="1"/>
            </p:cNvSpPr>
            <p:nvPr/>
          </p:nvSpPr>
          <p:spPr>
            <a:xfrm>
              <a:off x="1193" y="1129"/>
              <a:ext cx="400" cy="16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增大时</a:t>
              </a:r>
            </a:p>
          </p:txBody>
        </p:sp>
        <p:grpSp>
          <p:nvGrpSpPr>
            <p:cNvPr id="38930" name="Group 122"/>
            <p:cNvGrpSpPr/>
            <p:nvPr/>
          </p:nvGrpSpPr>
          <p:grpSpPr>
            <a:xfrm>
              <a:off x="2005" y="1067"/>
              <a:ext cx="260" cy="268"/>
              <a:chOff x="1519" y="1346"/>
              <a:chExt cx="268" cy="300"/>
            </a:xfrm>
          </p:grpSpPr>
          <p:sp>
            <p:nvSpPr>
              <p:cNvPr id="38931" name="Line 116"/>
              <p:cNvSpPr/>
              <p:nvPr/>
            </p:nvSpPr>
            <p:spPr>
              <a:xfrm>
                <a:off x="1658" y="1346"/>
                <a:ext cx="126" cy="1"/>
              </a:xfrm>
              <a:prstGeom prst="line">
                <a:avLst/>
              </a:prstGeom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38932" name="WordArt 117"/>
              <p:cNvSpPr>
                <a:spLocks noTextEdit="1"/>
              </p:cNvSpPr>
              <p:nvPr/>
            </p:nvSpPr>
            <p:spPr>
              <a:xfrm>
                <a:off x="1637" y="1397"/>
                <a:ext cx="130" cy="8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5991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 b="1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933" name="Line 118"/>
              <p:cNvSpPr/>
              <p:nvPr/>
            </p:nvSpPr>
            <p:spPr>
              <a:xfrm flipV="1">
                <a:off x="1519" y="1513"/>
                <a:ext cx="26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8934" name="WordArt 119"/>
              <p:cNvSpPr>
                <a:spLocks noTextEdit="1"/>
              </p:cNvSpPr>
              <p:nvPr/>
            </p:nvSpPr>
            <p:spPr>
              <a:xfrm>
                <a:off x="1650" y="1534"/>
                <a:ext cx="126" cy="11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64495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</a:t>
                </a:r>
              </a:p>
            </p:txBody>
          </p:sp>
          <p:sp>
            <p:nvSpPr>
              <p:cNvPr id="38935" name="WordArt 120"/>
              <p:cNvSpPr>
                <a:spLocks noTextEdit="1"/>
              </p:cNvSpPr>
              <p:nvPr/>
            </p:nvSpPr>
            <p:spPr>
              <a:xfrm flipH="1" flipV="1">
                <a:off x="1545" y="1386"/>
                <a:ext cx="84" cy="9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38936" name="WordArt 121"/>
              <p:cNvSpPr>
                <a:spLocks noTextEdit="1"/>
              </p:cNvSpPr>
              <p:nvPr/>
            </p:nvSpPr>
            <p:spPr>
              <a:xfrm flipH="1" flipV="1">
                <a:off x="1555" y="1548"/>
                <a:ext cx="82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</p:grpSp>
        <p:sp>
          <p:nvSpPr>
            <p:cNvPr id="38937" name="Freeform 123"/>
            <p:cNvSpPr/>
            <p:nvPr/>
          </p:nvSpPr>
          <p:spPr>
            <a:xfrm>
              <a:off x="2302" y="1154"/>
              <a:ext cx="127" cy="109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00" y="19"/>
                </a:cxn>
                <a:cxn ang="0">
                  <a:pos x="0" y="36"/>
                </a:cxn>
              </a:cxnLst>
              <a:rect l="0" t="0" r="0" b="0"/>
              <a:pathLst>
                <a:path w="130" h="122">
                  <a:moveTo>
                    <a:pt x="8" y="0"/>
                  </a:moveTo>
                  <a:lnTo>
                    <a:pt x="130" y="65"/>
                  </a:lnTo>
                  <a:lnTo>
                    <a:pt x="0" y="12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8" name="WordArt 124"/>
            <p:cNvSpPr>
              <a:spLocks noTextEdit="1"/>
            </p:cNvSpPr>
            <p:nvPr/>
          </p:nvSpPr>
          <p:spPr>
            <a:xfrm>
              <a:off x="2455" y="1155"/>
              <a:ext cx="89" cy="13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8939" name="Arc 224"/>
            <p:cNvSpPr/>
            <p:nvPr/>
          </p:nvSpPr>
          <p:spPr>
            <a:xfrm>
              <a:off x="1201" y="1485"/>
              <a:ext cx="1207" cy="38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43200" h="41886" fill="none">
                  <a:moveTo>
                    <a:pt x="29018" y="0"/>
                  </a:moveTo>
                  <a:cubicBezTo>
                    <a:pt x="37535" y="3114"/>
                    <a:pt x="43200" y="11217"/>
                    <a:pt x="43200" y="20286"/>
                  </a:cubicBezTo>
                  <a:cubicBezTo>
                    <a:pt x="43200" y="32215"/>
                    <a:pt x="33529" y="41886"/>
                    <a:pt x="21600" y="41886"/>
                  </a:cubicBezTo>
                  <a:cubicBezTo>
                    <a:pt x="9670" y="41886"/>
                    <a:pt x="0" y="32215"/>
                    <a:pt x="0" y="20286"/>
                  </a:cubicBezTo>
                  <a:cubicBezTo>
                    <a:pt x="-1" y="11478"/>
                    <a:pt x="5347" y="3553"/>
                    <a:pt x="13514" y="256"/>
                  </a:cubicBezTo>
                </a:path>
                <a:path w="43200" h="41886" stroke="0">
                  <a:moveTo>
                    <a:pt x="29018" y="0"/>
                  </a:moveTo>
                  <a:cubicBezTo>
                    <a:pt x="37535" y="3114"/>
                    <a:pt x="43200" y="11217"/>
                    <a:pt x="43200" y="20286"/>
                  </a:cubicBezTo>
                  <a:cubicBezTo>
                    <a:pt x="43200" y="32215"/>
                    <a:pt x="33529" y="41886"/>
                    <a:pt x="21600" y="41886"/>
                  </a:cubicBezTo>
                  <a:cubicBezTo>
                    <a:pt x="9670" y="41886"/>
                    <a:pt x="0" y="32215"/>
                    <a:pt x="0" y="20286"/>
                  </a:cubicBezTo>
                  <a:cubicBezTo>
                    <a:pt x="-1" y="11478"/>
                    <a:pt x="5347" y="3553"/>
                    <a:pt x="13514" y="256"/>
                  </a:cubicBezTo>
                  <a:lnTo>
                    <a:pt x="21600" y="20286"/>
                  </a:lnTo>
                  <a:lnTo>
                    <a:pt x="29018" y="0"/>
                  </a:lnTo>
                  <a:close/>
                </a:path>
              </a:pathLst>
            </a:custGeom>
            <a:noFill/>
            <a:ln w="38100" cap="flat" cmpd="sng">
              <a:solidFill>
                <a:srgbClr val="CC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267"/>
          <p:cNvGrpSpPr/>
          <p:nvPr/>
        </p:nvGrpSpPr>
        <p:grpSpPr>
          <a:xfrm>
            <a:off x="5203825" y="2232025"/>
            <a:ext cx="2352675" cy="2222500"/>
            <a:chOff x="3287" y="969"/>
            <a:chExt cx="1482" cy="1238"/>
          </a:xfrm>
        </p:grpSpPr>
        <p:grpSp>
          <p:nvGrpSpPr>
            <p:cNvPr id="38941" name="Group 132"/>
            <p:cNvGrpSpPr/>
            <p:nvPr/>
          </p:nvGrpSpPr>
          <p:grpSpPr>
            <a:xfrm>
              <a:off x="3806" y="1131"/>
              <a:ext cx="171" cy="510"/>
              <a:chOff x="1282" y="1331"/>
              <a:chExt cx="176" cy="1063"/>
            </a:xfrm>
          </p:grpSpPr>
          <p:sp>
            <p:nvSpPr>
              <p:cNvPr id="38942" name="Line 133"/>
              <p:cNvSpPr/>
              <p:nvPr/>
            </p:nvSpPr>
            <p:spPr>
              <a:xfrm flipV="1">
                <a:off x="1282" y="1331"/>
                <a:ext cx="0" cy="105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38943" name="Line 134"/>
              <p:cNvSpPr/>
              <p:nvPr/>
            </p:nvSpPr>
            <p:spPr>
              <a:xfrm flipV="1">
                <a:off x="1370" y="1338"/>
                <a:ext cx="0" cy="105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38944" name="Line 135"/>
              <p:cNvSpPr/>
              <p:nvPr/>
            </p:nvSpPr>
            <p:spPr>
              <a:xfrm flipV="1">
                <a:off x="1458" y="1336"/>
                <a:ext cx="0" cy="105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</p:grpSp>
        <p:grpSp>
          <p:nvGrpSpPr>
            <p:cNvPr id="38945" name="Group 136"/>
            <p:cNvGrpSpPr/>
            <p:nvPr/>
          </p:nvGrpSpPr>
          <p:grpSpPr>
            <a:xfrm>
              <a:off x="3800" y="1849"/>
              <a:ext cx="171" cy="358"/>
              <a:chOff x="1282" y="1331"/>
              <a:chExt cx="176" cy="1063"/>
            </a:xfrm>
          </p:grpSpPr>
          <p:sp>
            <p:nvSpPr>
              <p:cNvPr id="38946" name="Line 137"/>
              <p:cNvSpPr/>
              <p:nvPr/>
            </p:nvSpPr>
            <p:spPr>
              <a:xfrm flipV="1">
                <a:off x="1282" y="1331"/>
                <a:ext cx="0" cy="105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38947" name="Line 138"/>
              <p:cNvSpPr/>
              <p:nvPr/>
            </p:nvSpPr>
            <p:spPr>
              <a:xfrm flipV="1">
                <a:off x="1370" y="1338"/>
                <a:ext cx="0" cy="105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38948" name="Line 139"/>
              <p:cNvSpPr/>
              <p:nvPr/>
            </p:nvSpPr>
            <p:spPr>
              <a:xfrm flipV="1">
                <a:off x="1458" y="1336"/>
                <a:ext cx="0" cy="105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</p:grpSp>
        <p:sp>
          <p:nvSpPr>
            <p:cNvPr id="38949" name="Line 140"/>
            <p:cNvSpPr/>
            <p:nvPr/>
          </p:nvSpPr>
          <p:spPr>
            <a:xfrm flipV="1">
              <a:off x="4325" y="1750"/>
              <a:ext cx="96" cy="23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grpSp>
          <p:nvGrpSpPr>
            <p:cNvPr id="38950" name="Group 142"/>
            <p:cNvGrpSpPr/>
            <p:nvPr/>
          </p:nvGrpSpPr>
          <p:grpSpPr>
            <a:xfrm>
              <a:off x="4472" y="1831"/>
              <a:ext cx="297" cy="155"/>
              <a:chOff x="4476" y="316"/>
              <a:chExt cx="306" cy="200"/>
            </a:xfrm>
          </p:grpSpPr>
          <p:sp>
            <p:nvSpPr>
              <p:cNvPr id="38951" name="WordArt 143"/>
              <p:cNvSpPr>
                <a:spLocks noTextEdit="1"/>
              </p:cNvSpPr>
              <p:nvPr/>
            </p:nvSpPr>
            <p:spPr>
              <a:xfrm>
                <a:off x="4476" y="316"/>
                <a:ext cx="206" cy="17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575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rgbClr val="CC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38952" name="WordArt 144"/>
              <p:cNvSpPr>
                <a:spLocks noTextEdit="1"/>
              </p:cNvSpPr>
              <p:nvPr/>
            </p:nvSpPr>
            <p:spPr>
              <a:xfrm>
                <a:off x="4672" y="428"/>
                <a:ext cx="110" cy="8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5991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 b="1" i="1">
                    <a:ln w="3175" cap="flat" cmpd="sng">
                      <a:solidFill>
                        <a:srgbClr val="CC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旋</a:t>
                </a:r>
              </a:p>
            </p:txBody>
          </p:sp>
        </p:grpSp>
        <p:sp>
          <p:nvSpPr>
            <p:cNvPr id="38953" name="Line 146"/>
            <p:cNvSpPr/>
            <p:nvPr/>
          </p:nvSpPr>
          <p:spPr>
            <a:xfrm>
              <a:off x="3817" y="969"/>
              <a:ext cx="166" cy="1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8954" name="WordArt 147"/>
            <p:cNvSpPr>
              <a:spLocks noTextEdit="1"/>
            </p:cNvSpPr>
            <p:nvPr/>
          </p:nvSpPr>
          <p:spPr>
            <a:xfrm>
              <a:off x="3791" y="1013"/>
              <a:ext cx="171" cy="9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5991"/>
                </a:avLst>
              </a:prstTxWarp>
              <a:normAutofit/>
            </a:bodyPr>
            <a:lstStyle/>
            <a:p>
              <a:pPr algn="ctr"/>
              <a:r>
                <a:rPr lang="zh-CN" altLang="en-US" sz="800" b="1" i="1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8955" name="WordArt 148"/>
            <p:cNvSpPr>
              <a:spLocks noTextEdit="1"/>
            </p:cNvSpPr>
            <p:nvPr/>
          </p:nvSpPr>
          <p:spPr>
            <a:xfrm>
              <a:off x="3287" y="1112"/>
              <a:ext cx="400" cy="16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减小时</a:t>
              </a:r>
            </a:p>
          </p:txBody>
        </p:sp>
        <p:grpSp>
          <p:nvGrpSpPr>
            <p:cNvPr id="38956" name="Group 149"/>
            <p:cNvGrpSpPr/>
            <p:nvPr/>
          </p:nvGrpSpPr>
          <p:grpSpPr>
            <a:xfrm>
              <a:off x="4099" y="1050"/>
              <a:ext cx="260" cy="268"/>
              <a:chOff x="1519" y="1346"/>
              <a:chExt cx="268" cy="300"/>
            </a:xfrm>
          </p:grpSpPr>
          <p:sp>
            <p:nvSpPr>
              <p:cNvPr id="38957" name="Line 150"/>
              <p:cNvSpPr/>
              <p:nvPr/>
            </p:nvSpPr>
            <p:spPr>
              <a:xfrm>
                <a:off x="1658" y="1346"/>
                <a:ext cx="126" cy="1"/>
              </a:xfrm>
              <a:prstGeom prst="line">
                <a:avLst/>
              </a:prstGeom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38958" name="WordArt 151"/>
              <p:cNvSpPr>
                <a:spLocks noTextEdit="1"/>
              </p:cNvSpPr>
              <p:nvPr/>
            </p:nvSpPr>
            <p:spPr>
              <a:xfrm>
                <a:off x="1637" y="1397"/>
                <a:ext cx="130" cy="8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5991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 b="1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959" name="Line 152"/>
              <p:cNvSpPr/>
              <p:nvPr/>
            </p:nvSpPr>
            <p:spPr>
              <a:xfrm flipV="1">
                <a:off x="1519" y="1513"/>
                <a:ext cx="26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8960" name="WordArt 153"/>
              <p:cNvSpPr>
                <a:spLocks noTextEdit="1"/>
              </p:cNvSpPr>
              <p:nvPr/>
            </p:nvSpPr>
            <p:spPr>
              <a:xfrm>
                <a:off x="1650" y="1534"/>
                <a:ext cx="126" cy="11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64495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</a:t>
                </a:r>
              </a:p>
            </p:txBody>
          </p:sp>
          <p:sp>
            <p:nvSpPr>
              <p:cNvPr id="38961" name="WordArt 154"/>
              <p:cNvSpPr>
                <a:spLocks noTextEdit="1"/>
              </p:cNvSpPr>
              <p:nvPr/>
            </p:nvSpPr>
            <p:spPr>
              <a:xfrm flipH="1" flipV="1">
                <a:off x="1545" y="1386"/>
                <a:ext cx="84" cy="9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38962" name="WordArt 155"/>
              <p:cNvSpPr>
                <a:spLocks noTextEdit="1"/>
              </p:cNvSpPr>
              <p:nvPr/>
            </p:nvSpPr>
            <p:spPr>
              <a:xfrm flipH="1" flipV="1">
                <a:off x="1555" y="1548"/>
                <a:ext cx="82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</p:grpSp>
        <p:sp>
          <p:nvSpPr>
            <p:cNvPr id="38963" name="Freeform 156"/>
            <p:cNvSpPr/>
            <p:nvPr/>
          </p:nvSpPr>
          <p:spPr>
            <a:xfrm flipH="1">
              <a:off x="4396" y="1137"/>
              <a:ext cx="127" cy="109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00" y="19"/>
                </a:cxn>
                <a:cxn ang="0">
                  <a:pos x="0" y="36"/>
                </a:cxn>
              </a:cxnLst>
              <a:rect l="0" t="0" r="0" b="0"/>
              <a:pathLst>
                <a:path w="130" h="122">
                  <a:moveTo>
                    <a:pt x="8" y="0"/>
                  </a:moveTo>
                  <a:lnTo>
                    <a:pt x="130" y="65"/>
                  </a:lnTo>
                  <a:lnTo>
                    <a:pt x="0" y="12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4" name="WordArt 157"/>
            <p:cNvSpPr>
              <a:spLocks noTextEdit="1"/>
            </p:cNvSpPr>
            <p:nvPr/>
          </p:nvSpPr>
          <p:spPr>
            <a:xfrm>
              <a:off x="4549" y="1138"/>
              <a:ext cx="89" cy="13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400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8965" name="Arc 255"/>
            <p:cNvSpPr/>
            <p:nvPr/>
          </p:nvSpPr>
          <p:spPr>
            <a:xfrm>
              <a:off x="3289" y="1459"/>
              <a:ext cx="1207" cy="38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43200" h="41886" fill="none">
                  <a:moveTo>
                    <a:pt x="29018" y="0"/>
                  </a:moveTo>
                  <a:cubicBezTo>
                    <a:pt x="37535" y="3114"/>
                    <a:pt x="43200" y="11217"/>
                    <a:pt x="43200" y="20286"/>
                  </a:cubicBezTo>
                  <a:cubicBezTo>
                    <a:pt x="43200" y="32215"/>
                    <a:pt x="33529" y="41886"/>
                    <a:pt x="21600" y="41886"/>
                  </a:cubicBezTo>
                  <a:cubicBezTo>
                    <a:pt x="9670" y="41886"/>
                    <a:pt x="0" y="32215"/>
                    <a:pt x="0" y="20286"/>
                  </a:cubicBezTo>
                  <a:cubicBezTo>
                    <a:pt x="-1" y="11478"/>
                    <a:pt x="5347" y="3553"/>
                    <a:pt x="13514" y="256"/>
                  </a:cubicBezTo>
                </a:path>
                <a:path w="43200" h="41886" stroke="0">
                  <a:moveTo>
                    <a:pt x="29018" y="0"/>
                  </a:moveTo>
                  <a:cubicBezTo>
                    <a:pt x="37535" y="3114"/>
                    <a:pt x="43200" y="11217"/>
                    <a:pt x="43200" y="20286"/>
                  </a:cubicBezTo>
                  <a:cubicBezTo>
                    <a:pt x="43200" y="32215"/>
                    <a:pt x="33529" y="41886"/>
                    <a:pt x="21600" y="41886"/>
                  </a:cubicBezTo>
                  <a:cubicBezTo>
                    <a:pt x="9670" y="41886"/>
                    <a:pt x="0" y="32215"/>
                    <a:pt x="0" y="20286"/>
                  </a:cubicBezTo>
                  <a:cubicBezTo>
                    <a:pt x="-1" y="11478"/>
                    <a:pt x="5347" y="3553"/>
                    <a:pt x="13514" y="256"/>
                  </a:cubicBezTo>
                  <a:lnTo>
                    <a:pt x="21600" y="20286"/>
                  </a:lnTo>
                  <a:lnTo>
                    <a:pt x="29018" y="0"/>
                  </a:lnTo>
                  <a:close/>
                </a:path>
              </a:pathLst>
            </a:custGeom>
            <a:noFill/>
            <a:ln w="38100" cap="flat" cmpd="sng">
              <a:solidFill>
                <a:srgbClr val="CC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6" name="Line 263"/>
            <p:cNvSpPr/>
            <p:nvPr/>
          </p:nvSpPr>
          <p:spPr>
            <a:xfrm>
              <a:off x="4495" y="1784"/>
              <a:ext cx="228" cy="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round/>
              <a:headEnd type="none" w="med" len="med"/>
              <a:tailEnd type="triangle" w="sm" len="med"/>
            </a:ln>
          </p:spPr>
        </p:sp>
      </p:grpSp>
      <p:grpSp>
        <p:nvGrpSpPr>
          <p:cNvPr id="13" name="组合 265251"/>
          <p:cNvGrpSpPr/>
          <p:nvPr/>
        </p:nvGrpSpPr>
        <p:grpSpPr>
          <a:xfrm>
            <a:off x="3713163" y="1203325"/>
            <a:ext cx="5300662" cy="884238"/>
            <a:chOff x="659" y="3241"/>
            <a:chExt cx="3415" cy="557"/>
          </a:xfrm>
        </p:grpSpPr>
        <p:graphicFrame>
          <p:nvGraphicFramePr>
            <p:cNvPr id="38968" name="对象 265248"/>
            <p:cNvGraphicFramePr/>
            <p:nvPr/>
          </p:nvGraphicFramePr>
          <p:xfrm>
            <a:off x="659" y="3322"/>
            <a:ext cx="324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228600" imgH="266700" progId="Equation.3">
                    <p:embed/>
                  </p:oleObj>
                </mc:Choice>
                <mc:Fallback>
                  <p:oleObj r:id="rId3" imgW="228600" imgH="266700" progId="Equation.3">
                    <p:embed/>
                    <p:pic>
                      <p:nvPicPr>
                        <p:cNvPr id="0" name="图片 318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59" y="3322"/>
                          <a:ext cx="324" cy="3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69" name="对象 265249"/>
            <p:cNvGraphicFramePr/>
            <p:nvPr/>
          </p:nvGraphicFramePr>
          <p:xfrm>
            <a:off x="2297" y="3241"/>
            <a:ext cx="321" cy="5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241300" imgH="419100" progId="Equation.3">
                    <p:embed/>
                  </p:oleObj>
                </mc:Choice>
                <mc:Fallback>
                  <p:oleObj r:id="rId5" imgW="241300" imgH="419100" progId="Equation.3">
                    <p:embed/>
                    <p:pic>
                      <p:nvPicPr>
                        <p:cNvPr id="0" name="图片 318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297" y="3241"/>
                          <a:ext cx="321" cy="55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70" name="矩形 265250"/>
            <p:cNvSpPr/>
            <p:nvPr/>
          </p:nvSpPr>
          <p:spPr>
            <a:xfrm>
              <a:off x="1009" y="3351"/>
              <a:ext cx="3065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的环绕方向与    形成左手螺旋</a:t>
              </a:r>
            </a:p>
          </p:txBody>
        </p:sp>
      </p:grpSp>
      <p:sp>
        <p:nvSpPr>
          <p:cNvPr id="163" name="矩形 162"/>
          <p:cNvSpPr/>
          <p:nvPr/>
        </p:nvSpPr>
        <p:spPr>
          <a:xfrm>
            <a:off x="371475" y="1333500"/>
            <a:ext cx="3151188" cy="5334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涡旋电场的方向判断：</a:t>
            </a:r>
          </a:p>
        </p:txBody>
      </p:sp>
      <p:grpSp>
        <p:nvGrpSpPr>
          <p:cNvPr id="14" name="组合 11"/>
          <p:cNvGrpSpPr/>
          <p:nvPr/>
        </p:nvGrpSpPr>
        <p:grpSpPr>
          <a:xfrm>
            <a:off x="449263" y="323850"/>
            <a:ext cx="4662487" cy="479425"/>
            <a:chOff x="504967" y="4623649"/>
            <a:chExt cx="4661892" cy="479424"/>
          </a:xfrm>
        </p:grpSpPr>
        <p:sp>
          <p:nvSpPr>
            <p:cNvPr id="38973" name="矩形 9"/>
            <p:cNvSpPr/>
            <p:nvPr/>
          </p:nvSpPr>
          <p:spPr>
            <a:xfrm>
              <a:off x="504967" y="4642699"/>
              <a:ext cx="4661892" cy="4603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en-US" sz="2400" b="1" dirty="0">
                  <a:solidFill>
                    <a:srgbClr val="000000"/>
                  </a:solidFill>
                  <a:latin typeface="Verdana" panose="020B0604030504040204" pitchFamily="34" charset="0"/>
                  <a:ea typeface="楷体_GB2312" pitchFamily="49" charset="-122"/>
                </a:rPr>
                <a:t>涡旋电场     与磁场变化的关系</a:t>
              </a:r>
            </a:p>
          </p:txBody>
        </p:sp>
        <p:graphicFrame>
          <p:nvGraphicFramePr>
            <p:cNvPr id="38974" name="对象 265248"/>
            <p:cNvGraphicFramePr/>
            <p:nvPr/>
          </p:nvGraphicFramePr>
          <p:xfrm>
            <a:off x="1848999" y="4623649"/>
            <a:ext cx="448222" cy="4794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266065" imgH="253365" progId="Equation.3">
                    <p:embed/>
                  </p:oleObj>
                </mc:Choice>
                <mc:Fallback>
                  <p:oleObj r:id="rId7" imgW="266065" imgH="253365" progId="Equation.3">
                    <p:embed/>
                    <p:pic>
                      <p:nvPicPr>
                        <p:cNvPr id="0" name="图片 318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848999" y="4623649"/>
                          <a:ext cx="448222" cy="4794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4959350" y="219075"/>
          <a:ext cx="301307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714500" imgH="419100" progId="Equation.3">
                  <p:embed/>
                </p:oleObj>
              </mc:Choice>
              <mc:Fallback>
                <p:oleObj r:id="rId9" imgW="1714500" imgH="419100" progId="Equation.3">
                  <p:embed/>
                  <p:pic>
                    <p:nvPicPr>
                      <p:cNvPr id="0" name="图片 318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959350" y="219075"/>
                        <a:ext cx="3013075" cy="8794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19050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527050" y="4646613"/>
            <a:ext cx="1800225" cy="1514475"/>
            <a:chOff x="1128" y="7348"/>
            <a:chExt cx="2836" cy="2385"/>
          </a:xfrm>
        </p:grpSpPr>
        <p:grpSp>
          <p:nvGrpSpPr>
            <p:cNvPr id="38977" name="组合 5"/>
            <p:cNvGrpSpPr/>
            <p:nvPr/>
          </p:nvGrpSpPr>
          <p:grpSpPr>
            <a:xfrm>
              <a:off x="1127" y="8352"/>
              <a:ext cx="1082" cy="1380"/>
              <a:chOff x="1349" y="8335"/>
              <a:chExt cx="1082" cy="1381"/>
            </a:xfrm>
          </p:grpSpPr>
          <p:cxnSp>
            <p:nvCxnSpPr>
              <p:cNvPr id="38978" name="直接箭头连接符 2"/>
              <p:cNvCxnSpPr/>
              <p:nvPr/>
            </p:nvCxnSpPr>
            <p:spPr>
              <a:xfrm flipH="1">
                <a:off x="2414" y="8335"/>
                <a:ext cx="17" cy="1381"/>
              </a:xfrm>
              <a:prstGeom prst="straightConnector1">
                <a:avLst/>
              </a:prstGeom>
              <a:ln w="31750" cap="flat" cmpd="sng">
                <a:solidFill>
                  <a:schemeClr val="tx1"/>
                </a:solidFill>
                <a:prstDash val="solid"/>
                <a:round/>
                <a:headEnd type="arrow" w="med" len="med"/>
                <a:tailEnd type="none" w="med" len="med"/>
              </a:ln>
            </p:spPr>
          </p:cxnSp>
          <p:graphicFrame>
            <p:nvGraphicFramePr>
              <p:cNvPr id="38979" name="对象 3"/>
              <p:cNvGraphicFramePr/>
              <p:nvPr/>
            </p:nvGraphicFramePr>
            <p:xfrm>
              <a:off x="1349" y="8708"/>
              <a:ext cx="867" cy="4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1" imgW="357505" imgH="381635" progId="Equation.DSMT4">
                      <p:embed/>
                    </p:oleObj>
                  </mc:Choice>
                  <mc:Fallback>
                    <p:oleObj r:id="rId11" imgW="357505" imgH="381635" progId="Equation.DSMT4">
                      <p:embed/>
                      <p:pic>
                        <p:nvPicPr>
                          <p:cNvPr id="0" name="图片 3182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1349" y="8708"/>
                            <a:ext cx="867" cy="49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8980" name="组合 8"/>
            <p:cNvGrpSpPr/>
            <p:nvPr/>
          </p:nvGrpSpPr>
          <p:grpSpPr>
            <a:xfrm>
              <a:off x="2427" y="7670"/>
              <a:ext cx="1537" cy="2062"/>
              <a:chOff x="2228" y="7470"/>
              <a:chExt cx="1537" cy="2063"/>
            </a:xfrm>
          </p:grpSpPr>
          <p:cxnSp>
            <p:nvCxnSpPr>
              <p:cNvPr id="38981" name="直接箭头连接符 9"/>
              <p:cNvCxnSpPr/>
              <p:nvPr/>
            </p:nvCxnSpPr>
            <p:spPr>
              <a:xfrm flipH="1">
                <a:off x="2228" y="7470"/>
                <a:ext cx="26" cy="2063"/>
              </a:xfrm>
              <a:prstGeom prst="straightConnector1">
                <a:avLst/>
              </a:prstGeom>
              <a:ln w="31750" cap="flat" cmpd="sng">
                <a:solidFill>
                  <a:srgbClr val="7030A0"/>
                </a:solidFill>
                <a:prstDash val="solid"/>
                <a:round/>
                <a:headEnd type="arrow" w="med" len="med"/>
                <a:tailEnd type="none" w="med" len="med"/>
              </a:ln>
            </p:spPr>
          </p:cxnSp>
          <p:graphicFrame>
            <p:nvGraphicFramePr>
              <p:cNvPr id="38982" name="对象 10"/>
              <p:cNvGraphicFramePr/>
              <p:nvPr/>
            </p:nvGraphicFramePr>
            <p:xfrm>
              <a:off x="2357" y="8508"/>
              <a:ext cx="1408" cy="4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3" imgW="508000" imgH="215900" progId="Equation.DSMT4">
                      <p:embed/>
                    </p:oleObj>
                  </mc:Choice>
                  <mc:Fallback>
                    <p:oleObj r:id="rId13" imgW="508000" imgH="215900" progId="Equation.DSMT4">
                      <p:embed/>
                      <p:pic>
                        <p:nvPicPr>
                          <p:cNvPr id="0" name="图片 3183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2357" y="8508"/>
                            <a:ext cx="1408" cy="49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8983" name="组合 14"/>
            <p:cNvGrpSpPr/>
            <p:nvPr/>
          </p:nvGrpSpPr>
          <p:grpSpPr>
            <a:xfrm>
              <a:off x="2740" y="7347"/>
              <a:ext cx="875" cy="1142"/>
              <a:chOff x="2414" y="8574"/>
              <a:chExt cx="875" cy="1142"/>
            </a:xfrm>
          </p:grpSpPr>
          <p:cxnSp>
            <p:nvCxnSpPr>
              <p:cNvPr id="38984" name="直接箭头连接符 15"/>
              <p:cNvCxnSpPr/>
              <p:nvPr/>
            </p:nvCxnSpPr>
            <p:spPr>
              <a:xfrm flipH="1">
                <a:off x="2414" y="8962"/>
                <a:ext cx="22" cy="754"/>
              </a:xfrm>
              <a:prstGeom prst="straightConnector1">
                <a:avLst/>
              </a:prstGeom>
              <a:ln w="31750" cap="flat" cmpd="sng">
                <a:solidFill>
                  <a:srgbClr val="0070C0"/>
                </a:solidFill>
                <a:prstDash val="solid"/>
                <a:round/>
                <a:headEnd type="arrow" w="med" len="med"/>
                <a:tailEnd type="none" w="med" len="med"/>
              </a:ln>
            </p:spPr>
          </p:cxnSp>
          <p:graphicFrame>
            <p:nvGraphicFramePr>
              <p:cNvPr id="38985" name="对象 16"/>
              <p:cNvGraphicFramePr/>
              <p:nvPr/>
            </p:nvGraphicFramePr>
            <p:xfrm>
              <a:off x="2620" y="8574"/>
              <a:ext cx="669" cy="10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5" imgW="241300" imgH="419100" progId="Equation.DSMT4">
                      <p:embed/>
                    </p:oleObj>
                  </mc:Choice>
                  <mc:Fallback>
                    <p:oleObj r:id="rId15" imgW="241300" imgH="419100" progId="Equation.DSMT4">
                      <p:embed/>
                      <p:pic>
                        <p:nvPicPr>
                          <p:cNvPr id="0" name="图片 3184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2620" y="8574"/>
                            <a:ext cx="669" cy="105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9" name="组合 28"/>
          <p:cNvGrpSpPr/>
          <p:nvPr/>
        </p:nvGrpSpPr>
        <p:grpSpPr>
          <a:xfrm>
            <a:off x="5430838" y="4948238"/>
            <a:ext cx="1798637" cy="1212850"/>
            <a:chOff x="8605" y="8023"/>
            <a:chExt cx="2834" cy="1910"/>
          </a:xfrm>
        </p:grpSpPr>
        <p:grpSp>
          <p:nvGrpSpPr>
            <p:cNvPr id="38987" name="组合 18"/>
            <p:cNvGrpSpPr/>
            <p:nvPr/>
          </p:nvGrpSpPr>
          <p:grpSpPr>
            <a:xfrm>
              <a:off x="8605" y="8552"/>
              <a:ext cx="1080" cy="1380"/>
              <a:chOff x="1349" y="8335"/>
              <a:chExt cx="1082" cy="1381"/>
            </a:xfrm>
          </p:grpSpPr>
          <p:cxnSp>
            <p:nvCxnSpPr>
              <p:cNvPr id="38988" name="直接箭头连接符 19"/>
              <p:cNvCxnSpPr/>
              <p:nvPr/>
            </p:nvCxnSpPr>
            <p:spPr>
              <a:xfrm flipH="1">
                <a:off x="2414" y="8335"/>
                <a:ext cx="17" cy="1381"/>
              </a:xfrm>
              <a:prstGeom prst="straightConnector1">
                <a:avLst/>
              </a:prstGeom>
              <a:ln w="31750" cap="flat" cmpd="sng">
                <a:solidFill>
                  <a:schemeClr val="tx1"/>
                </a:solidFill>
                <a:prstDash val="solid"/>
                <a:round/>
                <a:headEnd type="arrow" w="med" len="med"/>
                <a:tailEnd type="none" w="med" len="med"/>
              </a:ln>
            </p:spPr>
          </p:cxnSp>
          <p:graphicFrame>
            <p:nvGraphicFramePr>
              <p:cNvPr id="38989" name="对象 20"/>
              <p:cNvGraphicFramePr/>
              <p:nvPr/>
            </p:nvGraphicFramePr>
            <p:xfrm>
              <a:off x="1349" y="8708"/>
              <a:ext cx="867" cy="4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1" imgW="357505" imgH="381635" progId="Equation.DSMT4">
                      <p:embed/>
                    </p:oleObj>
                  </mc:Choice>
                  <mc:Fallback>
                    <p:oleObj r:id="rId11" imgW="357505" imgH="381635" progId="Equation.DSMT4">
                      <p:embed/>
                      <p:pic>
                        <p:nvPicPr>
                          <p:cNvPr id="0" name="图片 3186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1349" y="8708"/>
                            <a:ext cx="867" cy="49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8990" name="组合 22"/>
            <p:cNvGrpSpPr/>
            <p:nvPr/>
          </p:nvGrpSpPr>
          <p:grpSpPr>
            <a:xfrm>
              <a:off x="9905" y="9140"/>
              <a:ext cx="1535" cy="792"/>
              <a:chOff x="2228" y="8739"/>
              <a:chExt cx="1537" cy="794"/>
            </a:xfrm>
          </p:grpSpPr>
          <p:cxnSp>
            <p:nvCxnSpPr>
              <p:cNvPr id="38991" name="直接箭头连接符 23"/>
              <p:cNvCxnSpPr/>
              <p:nvPr/>
            </p:nvCxnSpPr>
            <p:spPr>
              <a:xfrm flipH="1">
                <a:off x="2228" y="8739"/>
                <a:ext cx="7" cy="794"/>
              </a:xfrm>
              <a:prstGeom prst="straightConnector1">
                <a:avLst/>
              </a:prstGeom>
              <a:ln w="31750" cap="flat" cmpd="sng">
                <a:solidFill>
                  <a:srgbClr val="7030A0"/>
                </a:solidFill>
                <a:prstDash val="solid"/>
                <a:round/>
                <a:headEnd type="arrow" w="med" len="med"/>
                <a:tailEnd type="none" w="med" len="med"/>
              </a:ln>
            </p:spPr>
          </p:cxnSp>
          <p:graphicFrame>
            <p:nvGraphicFramePr>
              <p:cNvPr id="38992" name="对象 24"/>
              <p:cNvGraphicFramePr/>
              <p:nvPr/>
            </p:nvGraphicFramePr>
            <p:xfrm>
              <a:off x="2357" y="8933"/>
              <a:ext cx="1408" cy="4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3" imgW="508000" imgH="215900" progId="Equation.DSMT4">
                      <p:embed/>
                    </p:oleObj>
                  </mc:Choice>
                  <mc:Fallback>
                    <p:oleObj r:id="rId13" imgW="508000" imgH="215900" progId="Equation.DSMT4">
                      <p:embed/>
                      <p:pic>
                        <p:nvPicPr>
                          <p:cNvPr id="0" name="图片 3193"/>
                          <p:cNvPicPr/>
                          <p:nvPr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2357" y="8933"/>
                            <a:ext cx="1408" cy="49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8993" name="组合 26"/>
            <p:cNvGrpSpPr/>
            <p:nvPr/>
          </p:nvGrpSpPr>
          <p:grpSpPr>
            <a:xfrm>
              <a:off x="10080" y="8022"/>
              <a:ext cx="875" cy="1142"/>
              <a:chOff x="2414" y="8574"/>
              <a:chExt cx="875" cy="1142"/>
            </a:xfrm>
          </p:grpSpPr>
          <p:cxnSp>
            <p:nvCxnSpPr>
              <p:cNvPr id="38994" name="直接箭头连接符 27"/>
              <p:cNvCxnSpPr/>
              <p:nvPr/>
            </p:nvCxnSpPr>
            <p:spPr>
              <a:xfrm flipH="1">
                <a:off x="2414" y="9143"/>
                <a:ext cx="21" cy="573"/>
              </a:xfrm>
              <a:prstGeom prst="straightConnector1">
                <a:avLst/>
              </a:prstGeom>
              <a:ln w="31750" cap="flat" cmpd="sng">
                <a:solidFill>
                  <a:srgbClr val="0070C0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graphicFrame>
            <p:nvGraphicFramePr>
              <p:cNvPr id="38995" name="对象 28"/>
              <p:cNvGraphicFramePr/>
              <p:nvPr/>
            </p:nvGraphicFramePr>
            <p:xfrm>
              <a:off x="2620" y="8574"/>
              <a:ext cx="669" cy="10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5" imgW="241300" imgH="419100" progId="Equation.DSMT4">
                      <p:embed/>
                    </p:oleObj>
                  </mc:Choice>
                  <mc:Fallback>
                    <p:oleObj r:id="rId15" imgW="241300" imgH="419100" progId="Equation.DSMT4">
                      <p:embed/>
                      <p:pic>
                        <p:nvPicPr>
                          <p:cNvPr id="0" name="图片 3195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2620" y="8574"/>
                            <a:ext cx="669" cy="105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6" name="Group 28"/>
          <p:cNvGrpSpPr/>
          <p:nvPr/>
        </p:nvGrpSpPr>
        <p:grpSpPr>
          <a:xfrm>
            <a:off x="2819400" y="4560888"/>
            <a:ext cx="1068388" cy="1766887"/>
            <a:chOff x="4164" y="434"/>
            <a:chExt cx="673" cy="1113"/>
          </a:xfrm>
        </p:grpSpPr>
        <p:pic>
          <p:nvPicPr>
            <p:cNvPr id="38997" name="Picture 29" descr="wltx1"/>
            <p:cNvPicPr preferRelativeResize="0"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 rot="300000" flipH="1">
              <a:off x="4280" y="722"/>
              <a:ext cx="557" cy="825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</p:pic>
        <p:sp>
          <p:nvSpPr>
            <p:cNvPr id="38998" name="AutoShape 30"/>
            <p:cNvSpPr/>
            <p:nvPr/>
          </p:nvSpPr>
          <p:spPr>
            <a:xfrm rot="1080000" flipV="1">
              <a:off x="4164" y="963"/>
              <a:ext cx="192" cy="372"/>
            </a:xfrm>
            <a:prstGeom prst="curvedRightArrow">
              <a:avLst>
                <a:gd name="adj1" fmla="val 35002"/>
                <a:gd name="adj2" fmla="val 70001"/>
                <a:gd name="adj3" fmla="val 33277"/>
              </a:avLst>
            </a:prstGeom>
            <a:solidFill>
              <a:schemeClr val="folHlink"/>
            </a:solidFill>
            <a:ln w="28575" cap="flat" cmpd="sng">
              <a:solidFill>
                <a:srgbClr val="D6009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just"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</a:pPr>
              <a:endParaRPr lang="zh-CN" altLang="en-US" dirty="0">
                <a:latin typeface="Verdana" panose="020B0604030504040204" pitchFamily="34" charset="0"/>
                <a:ea typeface="楷体_GB2312" pitchFamily="49" charset="-122"/>
              </a:endParaRPr>
            </a:p>
          </p:txBody>
        </p:sp>
        <p:grpSp>
          <p:nvGrpSpPr>
            <p:cNvPr id="38999" name="Group 33"/>
            <p:cNvGrpSpPr/>
            <p:nvPr/>
          </p:nvGrpSpPr>
          <p:grpSpPr>
            <a:xfrm>
              <a:off x="4578" y="434"/>
              <a:ext cx="258" cy="422"/>
              <a:chOff x="4770" y="434"/>
              <a:chExt cx="258" cy="422"/>
            </a:xfrm>
          </p:grpSpPr>
          <p:graphicFrame>
            <p:nvGraphicFramePr>
              <p:cNvPr id="39000" name="Object 34"/>
              <p:cNvGraphicFramePr>
                <a:graphicFrameLocks noChangeAspect="1"/>
              </p:cNvGraphicFramePr>
              <p:nvPr/>
            </p:nvGraphicFramePr>
            <p:xfrm>
              <a:off x="4792" y="434"/>
              <a:ext cx="236" cy="4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9" imgW="241300" imgH="419100" progId="Equation.3">
                      <p:embed/>
                    </p:oleObj>
                  </mc:Choice>
                  <mc:Fallback>
                    <p:oleObj r:id="rId19" imgW="241300" imgH="419100" progId="Equation.3">
                      <p:embed/>
                      <p:pic>
                        <p:nvPicPr>
                          <p:cNvPr id="0" name="图片 3191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792" y="434"/>
                            <a:ext cx="236" cy="42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001" name="Line 35"/>
              <p:cNvSpPr/>
              <p:nvPr/>
            </p:nvSpPr>
            <p:spPr>
              <a:xfrm flipV="1">
                <a:off x="4770" y="472"/>
                <a:ext cx="0" cy="384"/>
              </a:xfrm>
              <a:prstGeom prst="line">
                <a:avLst/>
              </a:prstGeom>
              <a:ln w="38100" cap="flat" cmpd="sng">
                <a:solidFill>
                  <a:srgbClr val="FF505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7" name="Rectangle 3"/>
          <p:cNvSpPr/>
          <p:nvPr/>
        </p:nvSpPr>
        <p:spPr>
          <a:xfrm>
            <a:off x="190500" y="149225"/>
            <a:ext cx="3090863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静电场是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有源无旋场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267268" name="Object 4"/>
          <p:cNvGraphicFramePr>
            <a:graphicFrameLocks noChangeAspect="1"/>
          </p:cNvGraphicFramePr>
          <p:nvPr/>
        </p:nvGraphicFramePr>
        <p:xfrm>
          <a:off x="190500" y="701675"/>
          <a:ext cx="26289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485900" imgH="457200" progId="Equation.3">
                  <p:embed/>
                </p:oleObj>
              </mc:Choice>
              <mc:Fallback>
                <p:oleObj r:id="rId2" imgW="1485900" imgH="457200" progId="Equation.3">
                  <p:embed/>
                  <p:pic>
                    <p:nvPicPr>
                      <p:cNvPr id="0" name="图片 319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0500" y="701675"/>
                        <a:ext cx="2628900" cy="936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269" name="Object 5"/>
          <p:cNvGraphicFramePr>
            <a:graphicFrameLocks noChangeAspect="1"/>
          </p:cNvGraphicFramePr>
          <p:nvPr/>
        </p:nvGraphicFramePr>
        <p:xfrm>
          <a:off x="190500" y="1804988"/>
          <a:ext cx="188118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41400" imgH="292100" progId="Equation.3">
                  <p:embed/>
                </p:oleObj>
              </mc:Choice>
              <mc:Fallback>
                <p:oleObj r:id="rId4" imgW="1041400" imgH="292100" progId="Equation.3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0500" y="1804988"/>
                        <a:ext cx="1881188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270" name="Text Box 6"/>
          <p:cNvSpPr txBox="1"/>
          <p:nvPr/>
        </p:nvSpPr>
        <p:spPr>
          <a:xfrm>
            <a:off x="3006725" y="942975"/>
            <a:ext cx="110172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有源场</a:t>
            </a:r>
          </a:p>
        </p:txBody>
      </p:sp>
      <p:sp>
        <p:nvSpPr>
          <p:cNvPr id="267271" name="Text Box 7"/>
          <p:cNvSpPr txBox="1"/>
          <p:nvPr/>
        </p:nvSpPr>
        <p:spPr>
          <a:xfrm>
            <a:off x="2940050" y="1814513"/>
            <a:ext cx="110172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无旋场</a:t>
            </a:r>
          </a:p>
        </p:txBody>
      </p:sp>
      <p:sp>
        <p:nvSpPr>
          <p:cNvPr id="267272" name="Rectangle 8"/>
          <p:cNvSpPr/>
          <p:nvPr/>
        </p:nvSpPr>
        <p:spPr>
          <a:xfrm>
            <a:off x="5099050" y="149225"/>
            <a:ext cx="3427413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涡旋电场是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无源有旋场</a:t>
            </a:r>
            <a:r>
              <a:rPr lang="zh-CN" altLang="en-US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267273" name="Object 9"/>
          <p:cNvGraphicFramePr>
            <a:graphicFrameLocks noChangeAspect="1"/>
          </p:cNvGraphicFramePr>
          <p:nvPr/>
        </p:nvGraphicFramePr>
        <p:xfrm>
          <a:off x="4746625" y="779463"/>
          <a:ext cx="2149475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041400" imgH="292100" progId="Equation.3">
                  <p:embed/>
                </p:oleObj>
              </mc:Choice>
              <mc:Fallback>
                <p:oleObj r:id="rId6" imgW="1041400" imgH="292100" progId="Equation.3">
                  <p:embed/>
                  <p:pic>
                    <p:nvPicPr>
                      <p:cNvPr id="0" name="图片 319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746625" y="779463"/>
                        <a:ext cx="2149475" cy="646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274" name="Object 10"/>
          <p:cNvGraphicFramePr>
            <a:graphicFrameLocks noChangeAspect="1"/>
          </p:cNvGraphicFramePr>
          <p:nvPr/>
        </p:nvGraphicFramePr>
        <p:xfrm>
          <a:off x="4746625" y="1527175"/>
          <a:ext cx="3114675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701800" imgH="419100" progId="Equation.3">
                  <p:embed/>
                </p:oleObj>
              </mc:Choice>
              <mc:Fallback>
                <p:oleObj r:id="rId8" imgW="1701800" imgH="419100" progId="Equation.3">
                  <p:embed/>
                  <p:pic>
                    <p:nvPicPr>
                      <p:cNvPr id="0" name="图片 319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746625" y="1527175"/>
                        <a:ext cx="3114675" cy="765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275" name="Text Box 11"/>
          <p:cNvSpPr txBox="1"/>
          <p:nvPr/>
        </p:nvSpPr>
        <p:spPr>
          <a:xfrm>
            <a:off x="7812088" y="838200"/>
            <a:ext cx="1131887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无源场</a:t>
            </a:r>
          </a:p>
        </p:txBody>
      </p:sp>
      <p:sp>
        <p:nvSpPr>
          <p:cNvPr id="267276" name="Text Box 12"/>
          <p:cNvSpPr txBox="1"/>
          <p:nvPr/>
        </p:nvSpPr>
        <p:spPr>
          <a:xfrm>
            <a:off x="7861300" y="1739900"/>
            <a:ext cx="1255713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有旋场</a:t>
            </a:r>
          </a:p>
        </p:txBody>
      </p:sp>
      <p:sp>
        <p:nvSpPr>
          <p:cNvPr id="39947" name="矩形 1"/>
          <p:cNvSpPr/>
          <p:nvPr/>
        </p:nvSpPr>
        <p:spPr>
          <a:xfrm>
            <a:off x="4343400" y="149225"/>
            <a:ext cx="101600" cy="2260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 anchorCtr="0"/>
          <a:lstStyle/>
          <a:p>
            <a:pPr>
              <a:buClrTx/>
              <a:buFontTx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48" name="矩形 2"/>
          <p:cNvSpPr/>
          <p:nvPr/>
        </p:nvSpPr>
        <p:spPr>
          <a:xfrm>
            <a:off x="190500" y="2393950"/>
            <a:ext cx="8753475" cy="9207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 anchorCtr="0"/>
          <a:lstStyle/>
          <a:p>
            <a:pPr>
              <a:buClrTx/>
              <a:buFontTx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9314" name="Rectangle 2"/>
          <p:cNvSpPr/>
          <p:nvPr/>
        </p:nvSpPr>
        <p:spPr>
          <a:xfrm>
            <a:off x="555625" y="2709863"/>
            <a:ext cx="7740650" cy="10144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一般情况下，静电场与涡旋电场同时并存，空间中的电场强度可以表示为： </a:t>
            </a:r>
          </a:p>
        </p:txBody>
      </p:sp>
      <p:graphicFrame>
        <p:nvGraphicFramePr>
          <p:cNvPr id="269315" name="Object 3"/>
          <p:cNvGraphicFramePr>
            <a:graphicFrameLocks noChangeAspect="1"/>
          </p:cNvGraphicFramePr>
          <p:nvPr/>
        </p:nvGraphicFramePr>
        <p:xfrm>
          <a:off x="3902075" y="3717925"/>
          <a:ext cx="189865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066165" imgH="304800" progId="Equation.3">
                  <p:embed/>
                </p:oleObj>
              </mc:Choice>
              <mc:Fallback>
                <p:oleObj r:id="rId10" imgW="1066165" imgH="304800" progId="Equation.3">
                  <p:embed/>
                  <p:pic>
                    <p:nvPicPr>
                      <p:cNvPr id="0" name="图片 319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902075" y="3717925"/>
                        <a:ext cx="1898650" cy="541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16" name="Rectangle 4"/>
          <p:cNvSpPr/>
          <p:nvPr/>
        </p:nvSpPr>
        <p:spPr>
          <a:xfrm>
            <a:off x="441325" y="4378325"/>
            <a:ext cx="31464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总电场所满足的方程</a:t>
            </a:r>
          </a:p>
        </p:txBody>
      </p:sp>
      <p:graphicFrame>
        <p:nvGraphicFramePr>
          <p:cNvPr id="269317" name="Object 5"/>
          <p:cNvGraphicFramePr>
            <a:graphicFrameLocks noChangeAspect="1"/>
          </p:cNvGraphicFramePr>
          <p:nvPr/>
        </p:nvGraphicFramePr>
        <p:xfrm>
          <a:off x="3825875" y="4378325"/>
          <a:ext cx="2417763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397000" imgH="457200" progId="Equation.3">
                  <p:embed/>
                </p:oleObj>
              </mc:Choice>
              <mc:Fallback>
                <p:oleObj r:id="rId12" imgW="1397000" imgH="457200" progId="Equation.3">
                  <p:embed/>
                  <p:pic>
                    <p:nvPicPr>
                      <p:cNvPr id="0" name="图片 319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825875" y="4378325"/>
                        <a:ext cx="2417763" cy="936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18" name="Object 6"/>
          <p:cNvGraphicFramePr>
            <a:graphicFrameLocks noChangeAspect="1"/>
          </p:cNvGraphicFramePr>
          <p:nvPr/>
        </p:nvGraphicFramePr>
        <p:xfrm>
          <a:off x="3825875" y="5380038"/>
          <a:ext cx="355600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612900" imgH="419100" progId="Equation.3">
                  <p:embed/>
                </p:oleObj>
              </mc:Choice>
              <mc:Fallback>
                <p:oleObj r:id="rId14" imgW="1612900" imgH="419100" progId="Equation.3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825875" y="5380038"/>
                        <a:ext cx="3556000" cy="923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7" grpId="0"/>
      <p:bldP spid="267270" grpId="0"/>
      <p:bldP spid="267271" grpId="0"/>
      <p:bldP spid="267272" grpId="0"/>
      <p:bldP spid="267275" grpId="0"/>
      <p:bldP spid="267276" grpId="0"/>
      <p:bldP spid="269314" grpId="0"/>
      <p:bldP spid="269316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文本框 1"/>
          <p:cNvSpPr txBox="1"/>
          <p:nvPr>
            <p:custDataLst>
              <p:tags r:id="rId1"/>
            </p:custDataLst>
          </p:nvPr>
        </p:nvSpPr>
        <p:spPr>
          <a:xfrm>
            <a:off x="965200" y="5600700"/>
            <a:ext cx="66357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100" name="组合 23"/>
          <p:cNvGrpSpPr/>
          <p:nvPr/>
        </p:nvGrpSpPr>
        <p:grpSpPr>
          <a:xfrm>
            <a:off x="2774315" y="4295775"/>
            <a:ext cx="2695575" cy="1979613"/>
            <a:chOff x="1704" y="2317"/>
            <a:chExt cx="6109" cy="4520"/>
          </a:xfrm>
        </p:grpSpPr>
        <p:grpSp>
          <p:nvGrpSpPr>
            <p:cNvPr id="4101" name="Group 439"/>
            <p:cNvGrpSpPr/>
            <p:nvPr/>
          </p:nvGrpSpPr>
          <p:grpSpPr>
            <a:xfrm>
              <a:off x="1704" y="2317"/>
              <a:ext cx="4487" cy="4519"/>
              <a:chOff x="682" y="927"/>
              <a:chExt cx="1795" cy="1808"/>
            </a:xfrm>
          </p:grpSpPr>
          <p:sp>
            <p:nvSpPr>
              <p:cNvPr id="4102" name="Oval 13"/>
              <p:cNvSpPr/>
              <p:nvPr>
                <p:custDataLst>
                  <p:tags r:id="rId75"/>
                </p:custDataLst>
              </p:nvPr>
            </p:nvSpPr>
            <p:spPr>
              <a:xfrm rot="-5400000">
                <a:off x="673" y="931"/>
                <a:ext cx="1808" cy="1795"/>
              </a:xfrm>
              <a:prstGeom prst="ellipse">
                <a:avLst/>
              </a:prstGeom>
              <a:solidFill>
                <a:srgbClr val="EAEAEA"/>
              </a:solidFill>
              <a:ln w="12700" cap="flat" cmpd="sng">
                <a:solidFill>
                  <a:schemeClr val="accent2"/>
                </a:solidFill>
                <a:prstDash val="lg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4103" name="Group 14"/>
              <p:cNvGrpSpPr/>
              <p:nvPr/>
            </p:nvGrpSpPr>
            <p:grpSpPr>
              <a:xfrm rot="-5400000">
                <a:off x="1564" y="2531"/>
                <a:ext cx="67" cy="60"/>
                <a:chOff x="2592" y="2400"/>
                <a:chExt cx="1344" cy="1296"/>
              </a:xfrm>
            </p:grpSpPr>
            <p:sp>
              <p:nvSpPr>
                <p:cNvPr id="4104" name="Line 15"/>
                <p:cNvSpPr/>
                <p:nvPr>
                  <p:custDataLst>
                    <p:tags r:id="rId114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105" name="Line 16"/>
                <p:cNvSpPr/>
                <p:nvPr>
                  <p:custDataLst>
                    <p:tags r:id="rId115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106" name="Group 17"/>
              <p:cNvGrpSpPr/>
              <p:nvPr/>
            </p:nvGrpSpPr>
            <p:grpSpPr>
              <a:xfrm rot="-5400000">
                <a:off x="1556" y="2172"/>
                <a:ext cx="65" cy="60"/>
                <a:chOff x="2592" y="2400"/>
                <a:chExt cx="1344" cy="1296"/>
              </a:xfrm>
            </p:grpSpPr>
            <p:sp>
              <p:nvSpPr>
                <p:cNvPr id="4107" name="Line 18"/>
                <p:cNvSpPr/>
                <p:nvPr>
                  <p:custDataLst>
                    <p:tags r:id="rId112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108" name="Line 19"/>
                <p:cNvSpPr/>
                <p:nvPr>
                  <p:custDataLst>
                    <p:tags r:id="rId113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109" name="Group 20"/>
              <p:cNvGrpSpPr/>
              <p:nvPr/>
            </p:nvGrpSpPr>
            <p:grpSpPr>
              <a:xfrm rot="-5400000">
                <a:off x="790" y="1833"/>
                <a:ext cx="68" cy="58"/>
                <a:chOff x="2592" y="2400"/>
                <a:chExt cx="1344" cy="1296"/>
              </a:xfrm>
            </p:grpSpPr>
            <p:sp>
              <p:nvSpPr>
                <p:cNvPr id="4110" name="Line 21"/>
                <p:cNvSpPr/>
                <p:nvPr>
                  <p:custDataLst>
                    <p:tags r:id="rId110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111" name="Line 22"/>
                <p:cNvSpPr/>
                <p:nvPr>
                  <p:custDataLst>
                    <p:tags r:id="rId111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112" name="Group 23"/>
              <p:cNvGrpSpPr/>
              <p:nvPr/>
            </p:nvGrpSpPr>
            <p:grpSpPr>
              <a:xfrm rot="-5400000">
                <a:off x="1571" y="1462"/>
                <a:ext cx="67" cy="60"/>
                <a:chOff x="2592" y="2400"/>
                <a:chExt cx="1344" cy="1296"/>
              </a:xfrm>
            </p:grpSpPr>
            <p:sp>
              <p:nvSpPr>
                <p:cNvPr id="4113" name="Line 24"/>
                <p:cNvSpPr/>
                <p:nvPr>
                  <p:custDataLst>
                    <p:tags r:id="rId108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114" name="Line 25"/>
                <p:cNvSpPr/>
                <p:nvPr>
                  <p:custDataLst>
                    <p:tags r:id="rId109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115" name="Group 26"/>
              <p:cNvGrpSpPr/>
              <p:nvPr/>
            </p:nvGrpSpPr>
            <p:grpSpPr>
              <a:xfrm rot="-5400000">
                <a:off x="1557" y="1053"/>
                <a:ext cx="66" cy="57"/>
                <a:chOff x="2592" y="2400"/>
                <a:chExt cx="1344" cy="1296"/>
              </a:xfrm>
            </p:grpSpPr>
            <p:sp>
              <p:nvSpPr>
                <p:cNvPr id="4116" name="Line 27"/>
                <p:cNvSpPr/>
                <p:nvPr>
                  <p:custDataLst>
                    <p:tags r:id="rId106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117" name="Line 28"/>
                <p:cNvSpPr/>
                <p:nvPr>
                  <p:custDataLst>
                    <p:tags r:id="rId107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118" name="Group 29"/>
              <p:cNvGrpSpPr/>
              <p:nvPr/>
            </p:nvGrpSpPr>
            <p:grpSpPr>
              <a:xfrm rot="-5400000">
                <a:off x="1930" y="1465"/>
                <a:ext cx="67" cy="57"/>
                <a:chOff x="2592" y="2400"/>
                <a:chExt cx="1344" cy="1296"/>
              </a:xfrm>
            </p:grpSpPr>
            <p:sp>
              <p:nvSpPr>
                <p:cNvPr id="4119" name="Line 30"/>
                <p:cNvSpPr/>
                <p:nvPr>
                  <p:custDataLst>
                    <p:tags r:id="rId104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120" name="Line 31"/>
                <p:cNvSpPr/>
                <p:nvPr>
                  <p:custDataLst>
                    <p:tags r:id="rId105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121" name="Group 32"/>
              <p:cNvGrpSpPr/>
              <p:nvPr/>
            </p:nvGrpSpPr>
            <p:grpSpPr>
              <a:xfrm rot="-5400000">
                <a:off x="1193" y="1824"/>
                <a:ext cx="66" cy="59"/>
                <a:chOff x="2592" y="2400"/>
                <a:chExt cx="1344" cy="1296"/>
              </a:xfrm>
            </p:grpSpPr>
            <p:sp>
              <p:nvSpPr>
                <p:cNvPr id="4122" name="Line 33"/>
                <p:cNvSpPr/>
                <p:nvPr>
                  <p:custDataLst>
                    <p:tags r:id="rId102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123" name="Line 34"/>
                <p:cNvSpPr/>
                <p:nvPr>
                  <p:custDataLst>
                    <p:tags r:id="rId103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124" name="Group 35"/>
              <p:cNvGrpSpPr/>
              <p:nvPr/>
            </p:nvGrpSpPr>
            <p:grpSpPr>
              <a:xfrm rot="-5400000">
                <a:off x="825" y="2194"/>
                <a:ext cx="68" cy="59"/>
                <a:chOff x="2592" y="2400"/>
                <a:chExt cx="1344" cy="1296"/>
              </a:xfrm>
            </p:grpSpPr>
            <p:sp>
              <p:nvSpPr>
                <p:cNvPr id="4125" name="Line 36"/>
                <p:cNvSpPr/>
                <p:nvPr>
                  <p:custDataLst>
                    <p:tags r:id="rId100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126" name="Line 37"/>
                <p:cNvSpPr/>
                <p:nvPr>
                  <p:custDataLst>
                    <p:tags r:id="rId101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127" name="Group 38"/>
              <p:cNvGrpSpPr/>
              <p:nvPr/>
            </p:nvGrpSpPr>
            <p:grpSpPr>
              <a:xfrm rot="-5400000">
                <a:off x="834" y="1433"/>
                <a:ext cx="65" cy="58"/>
                <a:chOff x="2592" y="2400"/>
                <a:chExt cx="1344" cy="1296"/>
              </a:xfrm>
            </p:grpSpPr>
            <p:sp>
              <p:nvSpPr>
                <p:cNvPr id="4128" name="Line 39"/>
                <p:cNvSpPr/>
                <p:nvPr>
                  <p:custDataLst>
                    <p:tags r:id="rId98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129" name="Line 40"/>
                <p:cNvSpPr/>
                <p:nvPr>
                  <p:custDataLst>
                    <p:tags r:id="rId99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130" name="Group 41"/>
              <p:cNvGrpSpPr/>
              <p:nvPr/>
            </p:nvGrpSpPr>
            <p:grpSpPr>
              <a:xfrm rot="-5400000">
                <a:off x="2324" y="2153"/>
                <a:ext cx="66" cy="57"/>
                <a:chOff x="2592" y="2400"/>
                <a:chExt cx="1344" cy="1296"/>
              </a:xfrm>
            </p:grpSpPr>
            <p:sp>
              <p:nvSpPr>
                <p:cNvPr id="4131" name="Line 42"/>
                <p:cNvSpPr/>
                <p:nvPr>
                  <p:custDataLst>
                    <p:tags r:id="rId96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132" name="Line 43"/>
                <p:cNvSpPr/>
                <p:nvPr>
                  <p:custDataLst>
                    <p:tags r:id="rId97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133" name="Group 44"/>
              <p:cNvGrpSpPr/>
              <p:nvPr/>
            </p:nvGrpSpPr>
            <p:grpSpPr>
              <a:xfrm rot="-5400000">
                <a:off x="1174" y="2520"/>
                <a:ext cx="66" cy="59"/>
                <a:chOff x="2592" y="2400"/>
                <a:chExt cx="1344" cy="1296"/>
              </a:xfrm>
            </p:grpSpPr>
            <p:sp>
              <p:nvSpPr>
                <p:cNvPr id="4134" name="Line 45"/>
                <p:cNvSpPr/>
                <p:nvPr>
                  <p:custDataLst>
                    <p:tags r:id="rId94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135" name="Line 46"/>
                <p:cNvSpPr/>
                <p:nvPr>
                  <p:custDataLst>
                    <p:tags r:id="rId95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136" name="Group 47"/>
              <p:cNvGrpSpPr/>
              <p:nvPr/>
            </p:nvGrpSpPr>
            <p:grpSpPr>
              <a:xfrm rot="-5400000">
                <a:off x="1195" y="1092"/>
                <a:ext cx="68" cy="59"/>
                <a:chOff x="2592" y="2400"/>
                <a:chExt cx="1344" cy="1296"/>
              </a:xfrm>
            </p:grpSpPr>
            <p:sp>
              <p:nvSpPr>
                <p:cNvPr id="4137" name="Line 48"/>
                <p:cNvSpPr/>
                <p:nvPr>
                  <p:custDataLst>
                    <p:tags r:id="rId92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138" name="Line 49"/>
                <p:cNvSpPr/>
                <p:nvPr>
                  <p:custDataLst>
                    <p:tags r:id="rId93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139" name="WordArt 50"/>
              <p:cNvSpPr>
                <a:spLocks noTextEdit="1"/>
              </p:cNvSpPr>
              <p:nvPr>
                <p:custDataLst>
                  <p:tags r:id="rId76"/>
                </p:custDataLst>
              </p:nvPr>
            </p:nvSpPr>
            <p:spPr>
              <a:xfrm>
                <a:off x="1517" y="1615"/>
                <a:ext cx="113" cy="16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0000"/>
                    </a:solidFill>
                    <a:effectLst>
                      <a:outerShdw dist="28398" dir="1593903" algn="ctr" rotWithShape="0">
                        <a:schemeClr val="bg1"/>
                      </a:outerShdw>
                    </a:effectLst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O</a:t>
                </a:r>
              </a:p>
            </p:txBody>
          </p:sp>
          <p:sp>
            <p:nvSpPr>
              <p:cNvPr id="57385" name="WordArt 51"/>
              <p:cNvSpPr>
                <a:spLocks noTextEdit="1"/>
              </p:cNvSpPr>
              <p:nvPr>
                <p:custDataLst>
                  <p:tags r:id="rId77"/>
                </p:custDataLst>
              </p:nvPr>
            </p:nvSpPr>
            <p:spPr>
              <a:xfrm>
                <a:off x="1232" y="2113"/>
                <a:ext cx="184" cy="17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90000" lnSpcReduction="10000"/>
              </a:bodyPr>
              <a:lstStyle/>
              <a:p>
                <a:pPr algn="ctr" fontAlgn="base"/>
                <a:r>
                  <a:rPr lang="zh-CN" altLang="en-US" sz="800" i="1" strike="noStrike" noProof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effectLst>
                      <a:outerShdw dist="35921" dir="2699999" algn="ctr" rotWithShape="0">
                        <a:schemeClr val="bg1"/>
                      </a:outerShdw>
                    </a:effectLst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R</a:t>
                </a:r>
                <a:endParaRPr lang="zh-CN" altLang="en-US" sz="800" i="1" strike="noStrike" noProof="1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effectLst>
                    <a:outerShdw dist="35921" dir="2699999" algn="ctr" rotWithShape="0">
                      <a:schemeClr val="bg1"/>
                    </a:outerShdw>
                  </a:effectLst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4141" name="Rectangle 52"/>
              <p:cNvSpPr/>
              <p:nvPr>
                <p:custDataLst>
                  <p:tags r:id="rId78"/>
                </p:custDataLst>
              </p:nvPr>
            </p:nvSpPr>
            <p:spPr>
              <a:xfrm rot="-10800000" flipH="1">
                <a:off x="799" y="1814"/>
                <a:ext cx="1610" cy="70"/>
              </a:xfrm>
              <a:prstGeom prst="rect">
                <a:avLst/>
              </a:prstGeom>
              <a:solidFill>
                <a:srgbClr val="FFCC00"/>
              </a:solidFill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42" name="Line 53"/>
              <p:cNvSpPr/>
              <p:nvPr>
                <p:custDataLst>
                  <p:tags r:id="rId79"/>
                </p:custDataLst>
              </p:nvPr>
            </p:nvSpPr>
            <p:spPr>
              <a:xfrm rot="5400000">
                <a:off x="1076" y="2165"/>
                <a:ext cx="832" cy="193"/>
              </a:xfrm>
              <a:prstGeom prst="line">
                <a:avLst/>
              </a:prstGeom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43" name="WordArt 54"/>
              <p:cNvSpPr>
                <a:spLocks noTextEdit="1"/>
              </p:cNvSpPr>
              <p:nvPr>
                <p:custDataLst>
                  <p:tags r:id="rId80"/>
                </p:custDataLst>
              </p:nvPr>
            </p:nvSpPr>
            <p:spPr>
              <a:xfrm>
                <a:off x="840" y="1922"/>
                <a:ext cx="120" cy="16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4144" name="WordArt 55"/>
              <p:cNvSpPr>
                <a:spLocks noTextEdit="1"/>
              </p:cNvSpPr>
              <p:nvPr>
                <p:custDataLst>
                  <p:tags r:id="rId81"/>
                </p:custDataLst>
              </p:nvPr>
            </p:nvSpPr>
            <p:spPr>
              <a:xfrm>
                <a:off x="2292" y="1942"/>
                <a:ext cx="146" cy="17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57390" name="WordArt 56"/>
              <p:cNvSpPr>
                <a:spLocks noTextEdit="1"/>
              </p:cNvSpPr>
              <p:nvPr>
                <p:custDataLst>
                  <p:tags r:id="rId82"/>
                </p:custDataLst>
              </p:nvPr>
            </p:nvSpPr>
            <p:spPr>
              <a:xfrm>
                <a:off x="1119" y="1380"/>
                <a:ext cx="239" cy="18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5991"/>
                  </a:avLst>
                </a:prstTxWarp>
                <a:normAutofit fontScale="90000"/>
              </a:bodyPr>
              <a:lstStyle/>
              <a:p>
                <a:pPr algn="ctr" fontAlgn="base"/>
                <a:r>
                  <a:rPr lang="zh-CN" altLang="en-US" sz="800" i="1" strike="noStrike" noProof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effectLst>
                      <a:outerShdw dist="52363" dir="842174" algn="ctr" rotWithShape="0">
                        <a:schemeClr val="bg1"/>
                      </a:outerShdw>
                    </a:effectLst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B</a:t>
                </a:r>
                <a:endParaRPr lang="zh-CN" altLang="en-US" sz="800" i="1" strike="noStrike" noProof="1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effectLst>
                    <a:outerShdw dist="52363" dir="842174" algn="ctr" rotWithShape="0">
                      <a:schemeClr val="bg1"/>
                    </a:outerShdw>
                  </a:effectLst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grpSp>
            <p:nvGrpSpPr>
              <p:cNvPr id="4146" name="Group 57"/>
              <p:cNvGrpSpPr/>
              <p:nvPr/>
            </p:nvGrpSpPr>
            <p:grpSpPr>
              <a:xfrm rot="-5400000">
                <a:off x="1947" y="2488"/>
                <a:ext cx="67" cy="57"/>
                <a:chOff x="2592" y="2400"/>
                <a:chExt cx="1344" cy="1296"/>
              </a:xfrm>
            </p:grpSpPr>
            <p:sp>
              <p:nvSpPr>
                <p:cNvPr id="4147" name="Line 58"/>
                <p:cNvSpPr/>
                <p:nvPr>
                  <p:custDataLst>
                    <p:tags r:id="rId90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148" name="Line 59"/>
                <p:cNvSpPr/>
                <p:nvPr>
                  <p:custDataLst>
                    <p:tags r:id="rId91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149" name="WordArt 60"/>
              <p:cNvSpPr>
                <a:spLocks noTextEdit="1"/>
              </p:cNvSpPr>
              <p:nvPr>
                <p:custDataLst>
                  <p:tags r:id="rId83"/>
                </p:custDataLst>
              </p:nvPr>
            </p:nvSpPr>
            <p:spPr>
              <a:xfrm>
                <a:off x="1794" y="1535"/>
                <a:ext cx="78" cy="23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49352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l</a:t>
                </a:r>
              </a:p>
            </p:txBody>
          </p:sp>
          <p:grpSp>
            <p:nvGrpSpPr>
              <p:cNvPr id="4150" name="Group 111"/>
              <p:cNvGrpSpPr/>
              <p:nvPr/>
            </p:nvGrpSpPr>
            <p:grpSpPr>
              <a:xfrm rot="-5400000">
                <a:off x="1939" y="1137"/>
                <a:ext cx="67" cy="57"/>
                <a:chOff x="2592" y="2400"/>
                <a:chExt cx="1344" cy="1296"/>
              </a:xfrm>
            </p:grpSpPr>
            <p:sp>
              <p:nvSpPr>
                <p:cNvPr id="4151" name="Line 112"/>
                <p:cNvSpPr/>
                <p:nvPr>
                  <p:custDataLst>
                    <p:tags r:id="rId88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152" name="Line 113"/>
                <p:cNvSpPr/>
                <p:nvPr>
                  <p:custDataLst>
                    <p:tags r:id="rId89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153" name="Group 114"/>
              <p:cNvGrpSpPr/>
              <p:nvPr/>
            </p:nvGrpSpPr>
            <p:grpSpPr>
              <a:xfrm rot="-5400000">
                <a:off x="2276" y="1459"/>
                <a:ext cx="67" cy="60"/>
                <a:chOff x="2592" y="2400"/>
                <a:chExt cx="1344" cy="1296"/>
              </a:xfrm>
            </p:grpSpPr>
            <p:sp>
              <p:nvSpPr>
                <p:cNvPr id="4154" name="Line 115"/>
                <p:cNvSpPr/>
                <p:nvPr>
                  <p:custDataLst>
                    <p:tags r:id="rId86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155" name="Line 116"/>
                <p:cNvSpPr/>
                <p:nvPr>
                  <p:custDataLst>
                    <p:tags r:id="rId87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156" name="Group 402"/>
              <p:cNvGrpSpPr/>
              <p:nvPr/>
            </p:nvGrpSpPr>
            <p:grpSpPr>
              <a:xfrm>
                <a:off x="2071" y="1041"/>
                <a:ext cx="264" cy="174"/>
                <a:chOff x="1447" y="264"/>
                <a:chExt cx="264" cy="174"/>
              </a:xfrm>
            </p:grpSpPr>
            <p:sp>
              <p:nvSpPr>
                <p:cNvPr id="57418" name="WordArt 403"/>
                <p:cNvSpPr>
                  <a:spLocks noTextEdit="1"/>
                </p:cNvSpPr>
                <p:nvPr>
                  <p:custDataLst>
                    <p:tags r:id="rId84"/>
                  </p:custDataLst>
                </p:nvPr>
              </p:nvSpPr>
              <p:spPr>
                <a:xfrm>
                  <a:off x="1447" y="264"/>
                  <a:ext cx="193" cy="14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5750"/>
                    </a:avLst>
                  </a:prstTxWarp>
                  <a:normAutofit fontScale="25000"/>
                </a:bodyPr>
                <a:lstStyle/>
                <a:p>
                  <a:pPr algn="ctr" fontAlgn="base"/>
                  <a:r>
                    <a:rPr lang="zh-CN" altLang="en-US" sz="3600" b="1" i="1" strike="noStrike" noProof="1">
                      <a:ln w="762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+mn-cs"/>
                    </a:rPr>
                    <a:t>E</a:t>
                  </a:r>
                  <a:endParaRPr lang="zh-CN" altLang="en-US" sz="3600" b="1" i="1" strike="noStrike" noProof="1">
                    <a:ln w="762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4158" name="WordArt 404"/>
                <p:cNvSpPr>
                  <a:spLocks noTextEdit="1"/>
                </p:cNvSpPr>
                <p:nvPr>
                  <p:custDataLst>
                    <p:tags r:id="rId85"/>
                  </p:custDataLst>
                </p:nvPr>
              </p:nvSpPr>
              <p:spPr>
                <a:xfrm>
                  <a:off x="1614" y="352"/>
                  <a:ext cx="97" cy="8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3606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800" i="1">
                      <a:ln w="762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B</a:t>
                  </a:r>
                </a:p>
              </p:txBody>
            </p:sp>
          </p:grpSp>
        </p:grpSp>
        <p:graphicFrame>
          <p:nvGraphicFramePr>
            <p:cNvPr id="4159" name="对象 21"/>
            <p:cNvGraphicFramePr/>
            <p:nvPr>
              <p:custDataLst>
                <p:tags r:id="rId74"/>
              </p:custDataLst>
            </p:nvPr>
          </p:nvGraphicFramePr>
          <p:xfrm>
            <a:off x="6504" y="2894"/>
            <a:ext cx="1309" cy="9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7" imgW="558800" imgH="405765" progId="Equation.DSMT4">
                    <p:embed/>
                  </p:oleObj>
                </mc:Choice>
                <mc:Fallback>
                  <p:oleObj r:id="rId117" imgW="558800" imgH="405765" progId="Equation.DSMT4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118"/>
                        <a:stretch>
                          <a:fillRect/>
                        </a:stretch>
                      </p:blipFill>
                      <p:spPr>
                        <a:xfrm>
                          <a:off x="6504" y="2894"/>
                          <a:ext cx="1309" cy="9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60" name="Group 528"/>
          <p:cNvGrpSpPr/>
          <p:nvPr/>
        </p:nvGrpSpPr>
        <p:grpSpPr>
          <a:xfrm>
            <a:off x="5836920" y="4364990"/>
            <a:ext cx="2095500" cy="1981200"/>
            <a:chOff x="515" y="1164"/>
            <a:chExt cx="1776" cy="1823"/>
          </a:xfrm>
        </p:grpSpPr>
        <p:sp>
          <p:nvSpPr>
            <p:cNvPr id="4161" name="Oval 13"/>
            <p:cNvSpPr/>
            <p:nvPr>
              <p:custDataLst>
                <p:tags r:id="rId4"/>
              </p:custDataLst>
            </p:nvPr>
          </p:nvSpPr>
          <p:spPr>
            <a:xfrm>
              <a:off x="542" y="1164"/>
              <a:ext cx="1678" cy="1823"/>
            </a:xfrm>
            <a:prstGeom prst="ellipse">
              <a:avLst/>
            </a:prstGeom>
            <a:solidFill>
              <a:srgbClr val="EAEAEA"/>
            </a:solidFill>
            <a:ln w="12700" cap="flat" cmpd="sng">
              <a:solidFill>
                <a:schemeClr val="accent2"/>
              </a:solidFill>
              <a:prstDash val="lg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162" name="Group 14"/>
            <p:cNvGrpSpPr/>
            <p:nvPr/>
          </p:nvGrpSpPr>
          <p:grpSpPr>
            <a:xfrm>
              <a:off x="652" y="1991"/>
              <a:ext cx="65" cy="55"/>
              <a:chOff x="2592" y="2400"/>
              <a:chExt cx="1344" cy="1296"/>
            </a:xfrm>
          </p:grpSpPr>
          <p:sp>
            <p:nvSpPr>
              <p:cNvPr id="4163" name="Line 15"/>
              <p:cNvSpPr/>
              <p:nvPr>
                <p:custDataLst>
                  <p:tags r:id="rId72"/>
                </p:custDataLst>
              </p:nvPr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64" name="Line 16"/>
              <p:cNvSpPr/>
              <p:nvPr>
                <p:custDataLst>
                  <p:tags r:id="rId73"/>
                </p:custDataLst>
              </p:nvPr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165" name="Group 17"/>
            <p:cNvGrpSpPr/>
            <p:nvPr/>
          </p:nvGrpSpPr>
          <p:grpSpPr>
            <a:xfrm>
              <a:off x="1007" y="2005"/>
              <a:ext cx="65" cy="56"/>
              <a:chOff x="2592" y="2400"/>
              <a:chExt cx="1344" cy="1296"/>
            </a:xfrm>
          </p:grpSpPr>
          <p:sp>
            <p:nvSpPr>
              <p:cNvPr id="4166" name="Line 18"/>
              <p:cNvSpPr/>
              <p:nvPr>
                <p:custDataLst>
                  <p:tags r:id="rId70"/>
                </p:custDataLst>
              </p:nvPr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67" name="Line 19"/>
              <p:cNvSpPr/>
              <p:nvPr>
                <p:custDataLst>
                  <p:tags r:id="rId71"/>
                </p:custDataLst>
              </p:nvPr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168" name="Group 20"/>
            <p:cNvGrpSpPr/>
            <p:nvPr/>
          </p:nvGrpSpPr>
          <p:grpSpPr>
            <a:xfrm>
              <a:off x="1371" y="1260"/>
              <a:ext cx="65" cy="55"/>
              <a:chOff x="2592" y="2400"/>
              <a:chExt cx="1344" cy="1296"/>
            </a:xfrm>
          </p:grpSpPr>
          <p:sp>
            <p:nvSpPr>
              <p:cNvPr id="4169" name="Line 21"/>
              <p:cNvSpPr/>
              <p:nvPr>
                <p:custDataLst>
                  <p:tags r:id="rId68"/>
                </p:custDataLst>
              </p:nvPr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70" name="Line 22"/>
              <p:cNvSpPr/>
              <p:nvPr>
                <p:custDataLst>
                  <p:tags r:id="rId69"/>
                </p:custDataLst>
              </p:nvPr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171" name="Group 23"/>
            <p:cNvGrpSpPr/>
            <p:nvPr/>
          </p:nvGrpSpPr>
          <p:grpSpPr>
            <a:xfrm>
              <a:off x="1732" y="2006"/>
              <a:ext cx="66" cy="55"/>
              <a:chOff x="2592" y="2400"/>
              <a:chExt cx="1344" cy="1296"/>
            </a:xfrm>
          </p:grpSpPr>
          <p:sp>
            <p:nvSpPr>
              <p:cNvPr id="4172" name="Line 24"/>
              <p:cNvSpPr/>
              <p:nvPr>
                <p:custDataLst>
                  <p:tags r:id="rId66"/>
                </p:custDataLst>
              </p:nvPr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73" name="Line 25"/>
              <p:cNvSpPr/>
              <p:nvPr>
                <p:custDataLst>
                  <p:tags r:id="rId67"/>
                </p:custDataLst>
              </p:nvPr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174" name="Group 26"/>
            <p:cNvGrpSpPr/>
            <p:nvPr/>
          </p:nvGrpSpPr>
          <p:grpSpPr>
            <a:xfrm>
              <a:off x="2115" y="2000"/>
              <a:ext cx="64" cy="56"/>
              <a:chOff x="2592" y="2400"/>
              <a:chExt cx="1344" cy="1296"/>
            </a:xfrm>
          </p:grpSpPr>
          <p:sp>
            <p:nvSpPr>
              <p:cNvPr id="4175" name="Line 27"/>
              <p:cNvSpPr/>
              <p:nvPr>
                <p:custDataLst>
                  <p:tags r:id="rId64"/>
                </p:custDataLst>
              </p:nvPr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76" name="Line 28"/>
              <p:cNvSpPr/>
              <p:nvPr>
                <p:custDataLst>
                  <p:tags r:id="rId65"/>
                </p:custDataLst>
              </p:nvPr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177" name="Group 29"/>
            <p:cNvGrpSpPr/>
            <p:nvPr/>
          </p:nvGrpSpPr>
          <p:grpSpPr>
            <a:xfrm>
              <a:off x="996" y="2378"/>
              <a:ext cx="64" cy="55"/>
              <a:chOff x="2592" y="2400"/>
              <a:chExt cx="1344" cy="1296"/>
            </a:xfrm>
          </p:grpSpPr>
          <p:sp>
            <p:nvSpPr>
              <p:cNvPr id="4178" name="Line 30"/>
              <p:cNvSpPr/>
              <p:nvPr>
                <p:custDataLst>
                  <p:tags r:id="rId62"/>
                </p:custDataLst>
              </p:nvPr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79" name="Line 31"/>
              <p:cNvSpPr/>
              <p:nvPr>
                <p:custDataLst>
                  <p:tags r:id="rId63"/>
                </p:custDataLst>
              </p:nvPr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180" name="Group 32"/>
            <p:cNvGrpSpPr/>
            <p:nvPr/>
          </p:nvGrpSpPr>
          <p:grpSpPr>
            <a:xfrm>
              <a:off x="1366" y="1655"/>
              <a:ext cx="64" cy="56"/>
              <a:chOff x="2592" y="2400"/>
              <a:chExt cx="1344" cy="1296"/>
            </a:xfrm>
          </p:grpSpPr>
          <p:sp>
            <p:nvSpPr>
              <p:cNvPr id="4181" name="Line 33"/>
              <p:cNvSpPr/>
              <p:nvPr>
                <p:custDataLst>
                  <p:tags r:id="rId60"/>
                </p:custDataLst>
              </p:nvPr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82" name="Line 34"/>
              <p:cNvSpPr/>
              <p:nvPr>
                <p:custDataLst>
                  <p:tags r:id="rId61"/>
                </p:custDataLst>
              </p:nvPr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183" name="Group 35"/>
            <p:cNvGrpSpPr/>
            <p:nvPr/>
          </p:nvGrpSpPr>
          <p:grpSpPr>
            <a:xfrm>
              <a:off x="1734" y="1654"/>
              <a:ext cx="64" cy="55"/>
              <a:chOff x="2592" y="2400"/>
              <a:chExt cx="1344" cy="1296"/>
            </a:xfrm>
          </p:grpSpPr>
          <p:sp>
            <p:nvSpPr>
              <p:cNvPr id="4184" name="Line 36"/>
              <p:cNvSpPr/>
              <p:nvPr>
                <p:custDataLst>
                  <p:tags r:id="rId58"/>
                </p:custDataLst>
              </p:nvPr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85" name="Line 37"/>
              <p:cNvSpPr/>
              <p:nvPr>
                <p:custDataLst>
                  <p:tags r:id="rId59"/>
                </p:custDataLst>
              </p:nvPr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186" name="Group 38"/>
            <p:cNvGrpSpPr/>
            <p:nvPr/>
          </p:nvGrpSpPr>
          <p:grpSpPr>
            <a:xfrm>
              <a:off x="1001" y="1265"/>
              <a:ext cx="64" cy="55"/>
              <a:chOff x="2592" y="2400"/>
              <a:chExt cx="1344" cy="1296"/>
            </a:xfrm>
          </p:grpSpPr>
          <p:sp>
            <p:nvSpPr>
              <p:cNvPr id="4187" name="Line 39"/>
              <p:cNvSpPr/>
              <p:nvPr>
                <p:custDataLst>
                  <p:tags r:id="rId56"/>
                </p:custDataLst>
              </p:nvPr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88" name="Line 40"/>
              <p:cNvSpPr/>
              <p:nvPr>
                <p:custDataLst>
                  <p:tags r:id="rId57"/>
                </p:custDataLst>
              </p:nvPr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189" name="Group 41"/>
            <p:cNvGrpSpPr/>
            <p:nvPr/>
          </p:nvGrpSpPr>
          <p:grpSpPr>
            <a:xfrm>
              <a:off x="1721" y="1260"/>
              <a:ext cx="64" cy="55"/>
              <a:chOff x="2592" y="2400"/>
              <a:chExt cx="1344" cy="1296"/>
            </a:xfrm>
          </p:grpSpPr>
          <p:sp>
            <p:nvSpPr>
              <p:cNvPr id="4190" name="Line 42"/>
              <p:cNvSpPr/>
              <p:nvPr>
                <p:custDataLst>
                  <p:tags r:id="rId54"/>
                </p:custDataLst>
              </p:nvPr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91" name="Line 43"/>
              <p:cNvSpPr/>
              <p:nvPr>
                <p:custDataLst>
                  <p:tags r:id="rId55"/>
                </p:custDataLst>
              </p:nvPr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192" name="Group 44"/>
            <p:cNvGrpSpPr/>
            <p:nvPr/>
          </p:nvGrpSpPr>
          <p:grpSpPr>
            <a:xfrm>
              <a:off x="991" y="2745"/>
              <a:ext cx="65" cy="56"/>
              <a:chOff x="2592" y="2400"/>
              <a:chExt cx="1344" cy="1296"/>
            </a:xfrm>
          </p:grpSpPr>
          <p:sp>
            <p:nvSpPr>
              <p:cNvPr id="4193" name="Line 45"/>
              <p:cNvSpPr/>
              <p:nvPr>
                <p:custDataLst>
                  <p:tags r:id="rId52"/>
                </p:custDataLst>
              </p:nvPr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94" name="Line 46"/>
              <p:cNvSpPr/>
              <p:nvPr>
                <p:custDataLst>
                  <p:tags r:id="rId53"/>
                </p:custDataLst>
              </p:nvPr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195" name="Group 47"/>
            <p:cNvGrpSpPr/>
            <p:nvPr/>
          </p:nvGrpSpPr>
          <p:grpSpPr>
            <a:xfrm>
              <a:off x="665" y="1647"/>
              <a:ext cx="64" cy="56"/>
              <a:chOff x="2592" y="2400"/>
              <a:chExt cx="1344" cy="1296"/>
            </a:xfrm>
          </p:grpSpPr>
          <p:sp>
            <p:nvSpPr>
              <p:cNvPr id="4196" name="Line 48"/>
              <p:cNvSpPr/>
              <p:nvPr>
                <p:custDataLst>
                  <p:tags r:id="rId50"/>
                </p:custDataLst>
              </p:nvPr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97" name="Line 49"/>
              <p:cNvSpPr/>
              <p:nvPr>
                <p:custDataLst>
                  <p:tags r:id="rId51"/>
                </p:custDataLst>
              </p:nvPr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198" name="Group 50"/>
            <p:cNvGrpSpPr/>
            <p:nvPr/>
          </p:nvGrpSpPr>
          <p:grpSpPr>
            <a:xfrm>
              <a:off x="2100" y="1659"/>
              <a:ext cx="66" cy="55"/>
              <a:chOff x="2592" y="2400"/>
              <a:chExt cx="1344" cy="1296"/>
            </a:xfrm>
          </p:grpSpPr>
          <p:sp>
            <p:nvSpPr>
              <p:cNvPr id="4199" name="Line 51"/>
              <p:cNvSpPr/>
              <p:nvPr>
                <p:custDataLst>
                  <p:tags r:id="rId48"/>
                </p:custDataLst>
              </p:nvPr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00" name="Line 52"/>
              <p:cNvSpPr/>
              <p:nvPr>
                <p:custDataLst>
                  <p:tags r:id="rId49"/>
                </p:custDataLst>
              </p:nvPr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201" name="Group 53"/>
            <p:cNvGrpSpPr/>
            <p:nvPr/>
          </p:nvGrpSpPr>
          <p:grpSpPr>
            <a:xfrm>
              <a:off x="1006" y="1651"/>
              <a:ext cx="65" cy="55"/>
              <a:chOff x="2592" y="2400"/>
              <a:chExt cx="1344" cy="1296"/>
            </a:xfrm>
          </p:grpSpPr>
          <p:sp>
            <p:nvSpPr>
              <p:cNvPr id="4202" name="Line 54"/>
              <p:cNvSpPr/>
              <p:nvPr>
                <p:custDataLst>
                  <p:tags r:id="rId46"/>
                </p:custDataLst>
              </p:nvPr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03" name="Line 55"/>
              <p:cNvSpPr/>
              <p:nvPr>
                <p:custDataLst>
                  <p:tags r:id="rId47"/>
                </p:custDataLst>
              </p:nvPr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204" name="WordArt 56"/>
            <p:cNvSpPr>
              <a:spLocks noTextEdit="1"/>
            </p:cNvSpPr>
            <p:nvPr>
              <p:custDataLst>
                <p:tags r:id="rId5"/>
              </p:custDataLst>
            </p:nvPr>
          </p:nvSpPr>
          <p:spPr>
            <a:xfrm>
              <a:off x="1399" y="1830"/>
              <a:ext cx="109" cy="15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800" i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0000"/>
                  </a:solidFill>
                  <a:effectLst>
                    <a:outerShdw dist="28398" dir="1593903" algn="ctr" rotWithShape="0">
                      <a:schemeClr val="bg1"/>
                    </a:outerShdw>
                  </a:effectLst>
                  <a:latin typeface="Times New Roman" panose="02020603050405020304" pitchFamily="18" charset="0"/>
                  <a:ea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58486" name="WordArt 57"/>
            <p:cNvSpPr>
              <a:spLocks noTextEdit="1"/>
            </p:cNvSpPr>
            <p:nvPr>
              <p:custDataLst>
                <p:tags r:id="rId6"/>
              </p:custDataLst>
            </p:nvPr>
          </p:nvSpPr>
          <p:spPr>
            <a:xfrm>
              <a:off x="821" y="2085"/>
              <a:ext cx="178" cy="16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60000"/>
            </a:bodyPr>
            <a:lstStyle/>
            <a:p>
              <a:pPr algn="ctr" fontAlgn="base"/>
              <a:r>
                <a:rPr lang="zh-CN" altLang="en-US" sz="800" i="1" strike="noStrike" noProof="1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effectLst>
                    <a:outerShdw dist="35921" dir="2699999" algn="ctr" rotWithShape="0">
                      <a:schemeClr val="bg1"/>
                    </a:outerShdw>
                  </a:effectLst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rPr>
                <a:t>R</a:t>
              </a:r>
              <a:endParaRPr lang="zh-CN" altLang="en-US" sz="800" i="1" strike="noStrike" noProof="1"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accent2"/>
                </a:solidFill>
                <a:effectLst>
                  <a:outerShdw dist="35921" dir="2699999" algn="ctr" rotWithShape="0">
                    <a:schemeClr val="bg1"/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55602" name="WordArt 61"/>
            <p:cNvSpPr>
              <a:spLocks noTextEdit="1"/>
            </p:cNvSpPr>
            <p:nvPr>
              <p:custDataLst>
                <p:tags r:id="rId7"/>
              </p:custDataLst>
            </p:nvPr>
          </p:nvSpPr>
          <p:spPr>
            <a:xfrm>
              <a:off x="515" y="2533"/>
              <a:ext cx="118" cy="15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/>
            </a:bodyPr>
            <a:lstStyle/>
            <a:p>
              <a:pPr algn="ctr" fontAlgn="base"/>
              <a:r>
                <a:rPr lang="en-US" altLang="zh-CN" sz="3600" i="1" strike="noStrike" noProof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rPr>
                <a:t>a</a:t>
              </a:r>
              <a:endParaRPr lang="en-US" altLang="zh-CN" sz="3600" i="1" strike="noStrike" noProof="1"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55603" name="WordArt 62"/>
            <p:cNvSpPr>
              <a:spLocks noTextEdit="1"/>
            </p:cNvSpPr>
            <p:nvPr>
              <p:custDataLst>
                <p:tags r:id="rId8"/>
              </p:custDataLst>
            </p:nvPr>
          </p:nvSpPr>
          <p:spPr>
            <a:xfrm>
              <a:off x="2150" y="2522"/>
              <a:ext cx="141" cy="16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30000"/>
            </a:bodyPr>
            <a:lstStyle/>
            <a:p>
              <a:pPr algn="ctr" fontAlgn="base"/>
              <a:r>
                <a:rPr lang="en-US" altLang="zh-CN" sz="3600" i="1" strike="noStrike" noProof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rPr>
                <a:t>b</a:t>
              </a:r>
              <a:endParaRPr lang="en-US" altLang="zh-CN" sz="3600" i="1" strike="noStrike" noProof="1"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58489" name="WordArt 63"/>
            <p:cNvSpPr>
              <a:spLocks noTextEdit="1"/>
            </p:cNvSpPr>
            <p:nvPr>
              <p:custDataLst>
                <p:tags r:id="rId9"/>
              </p:custDataLst>
            </p:nvPr>
          </p:nvSpPr>
          <p:spPr>
            <a:xfrm>
              <a:off x="1802" y="1779"/>
              <a:ext cx="232" cy="17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5991"/>
                </a:avLst>
              </a:prstTxWarp>
              <a:normAutofit fontScale="90000" lnSpcReduction="20000"/>
            </a:bodyPr>
            <a:lstStyle/>
            <a:p>
              <a:pPr algn="ctr" fontAlgn="base"/>
              <a:r>
                <a:rPr lang="zh-CN" altLang="en-US" sz="800" i="1" strike="noStrike" noProof="1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effectLst>
                    <a:outerShdw dist="52363" dir="842174" algn="ctr" rotWithShape="0">
                      <a:schemeClr val="bg1"/>
                    </a:outerShdw>
                  </a:effectLst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rPr>
                <a:t>B</a:t>
              </a:r>
              <a:endParaRPr lang="zh-CN" altLang="en-US" sz="800" i="1" strike="noStrike" noProof="1"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accent2"/>
                </a:solidFill>
                <a:effectLst>
                  <a:outerShdw dist="52363" dir="842174" algn="ctr" rotWithShape="0">
                    <a:schemeClr val="bg1"/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pSp>
          <p:nvGrpSpPr>
            <p:cNvPr id="4209" name="Group 78"/>
            <p:cNvGrpSpPr/>
            <p:nvPr/>
          </p:nvGrpSpPr>
          <p:grpSpPr>
            <a:xfrm>
              <a:off x="1728" y="2378"/>
              <a:ext cx="66" cy="56"/>
              <a:chOff x="2592" y="2400"/>
              <a:chExt cx="1344" cy="1296"/>
            </a:xfrm>
          </p:grpSpPr>
          <p:sp>
            <p:nvSpPr>
              <p:cNvPr id="4210" name="Line 79"/>
              <p:cNvSpPr/>
              <p:nvPr>
                <p:custDataLst>
                  <p:tags r:id="rId44"/>
                </p:custDataLst>
              </p:nvPr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1" name="Line 80"/>
              <p:cNvSpPr/>
              <p:nvPr>
                <p:custDataLst>
                  <p:tags r:id="rId45"/>
                </p:custDataLst>
              </p:nvPr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212" name="Group 81"/>
            <p:cNvGrpSpPr/>
            <p:nvPr/>
          </p:nvGrpSpPr>
          <p:grpSpPr>
            <a:xfrm>
              <a:off x="2094" y="2373"/>
              <a:ext cx="65" cy="56"/>
              <a:chOff x="2592" y="2400"/>
              <a:chExt cx="1344" cy="1296"/>
            </a:xfrm>
          </p:grpSpPr>
          <p:sp>
            <p:nvSpPr>
              <p:cNvPr id="4213" name="Line 82"/>
              <p:cNvSpPr/>
              <p:nvPr>
                <p:custDataLst>
                  <p:tags r:id="rId42"/>
                </p:custDataLst>
              </p:nvPr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4" name="Line 83"/>
              <p:cNvSpPr/>
              <p:nvPr>
                <p:custDataLst>
                  <p:tags r:id="rId43"/>
                </p:custDataLst>
              </p:nvPr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215" name="Group 84"/>
            <p:cNvGrpSpPr/>
            <p:nvPr/>
          </p:nvGrpSpPr>
          <p:grpSpPr>
            <a:xfrm>
              <a:off x="659" y="2369"/>
              <a:ext cx="65" cy="56"/>
              <a:chOff x="2592" y="2400"/>
              <a:chExt cx="1344" cy="1296"/>
            </a:xfrm>
          </p:grpSpPr>
          <p:sp>
            <p:nvSpPr>
              <p:cNvPr id="4216" name="Line 85"/>
              <p:cNvSpPr/>
              <p:nvPr>
                <p:custDataLst>
                  <p:tags r:id="rId40"/>
                </p:custDataLst>
              </p:nvPr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7" name="Line 86"/>
              <p:cNvSpPr/>
              <p:nvPr>
                <p:custDataLst>
                  <p:tags r:id="rId41"/>
                </p:custDataLst>
              </p:nvPr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218" name="Group 87"/>
            <p:cNvGrpSpPr/>
            <p:nvPr/>
          </p:nvGrpSpPr>
          <p:grpSpPr>
            <a:xfrm>
              <a:off x="1743" y="2738"/>
              <a:ext cx="65" cy="56"/>
              <a:chOff x="2592" y="2400"/>
              <a:chExt cx="1344" cy="1296"/>
            </a:xfrm>
          </p:grpSpPr>
          <p:sp>
            <p:nvSpPr>
              <p:cNvPr id="4219" name="Line 88"/>
              <p:cNvSpPr/>
              <p:nvPr>
                <p:custDataLst>
                  <p:tags r:id="rId38"/>
                </p:custDataLst>
              </p:nvPr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20" name="Line 89"/>
              <p:cNvSpPr/>
              <p:nvPr>
                <p:custDataLst>
                  <p:tags r:id="rId39"/>
                </p:custDataLst>
              </p:nvPr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221" name="Rectangle 58"/>
            <p:cNvSpPr/>
            <p:nvPr>
              <p:custDataLst>
                <p:tags r:id="rId10"/>
              </p:custDataLst>
            </p:nvPr>
          </p:nvSpPr>
          <p:spPr>
            <a:xfrm>
              <a:off x="706" y="2516"/>
              <a:ext cx="1399" cy="53"/>
            </a:xfrm>
            <a:prstGeom prst="rect">
              <a:avLst/>
            </a:prstGeom>
            <a:solidFill>
              <a:srgbClr val="FFCC00"/>
            </a:solidFill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222" name="Group 324"/>
            <p:cNvGrpSpPr/>
            <p:nvPr/>
          </p:nvGrpSpPr>
          <p:grpSpPr>
            <a:xfrm>
              <a:off x="960" y="1356"/>
              <a:ext cx="999" cy="277"/>
              <a:chOff x="960" y="1356"/>
              <a:chExt cx="999" cy="277"/>
            </a:xfrm>
          </p:grpSpPr>
          <p:grpSp>
            <p:nvGrpSpPr>
              <p:cNvPr id="4223" name="Group 66"/>
              <p:cNvGrpSpPr/>
              <p:nvPr/>
            </p:nvGrpSpPr>
            <p:grpSpPr>
              <a:xfrm>
                <a:off x="960" y="1356"/>
                <a:ext cx="331" cy="277"/>
                <a:chOff x="1002" y="3145"/>
                <a:chExt cx="363" cy="555"/>
              </a:xfrm>
            </p:grpSpPr>
            <p:sp>
              <p:nvSpPr>
                <p:cNvPr id="4224" name="WordArt 67"/>
                <p:cNvSpPr>
                  <a:spLocks noTextEdit="1"/>
                </p:cNvSpPr>
                <p:nvPr>
                  <p:custDataLst>
                    <p:tags r:id="rId33"/>
                  </p:custDataLst>
                </p:nvPr>
              </p:nvSpPr>
              <p:spPr>
                <a:xfrm>
                  <a:off x="1055" y="3466"/>
                  <a:ext cx="97" cy="23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800" b="1">
                      <a:ln w="762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4225" name="WordArt 68"/>
                <p:cNvSpPr>
                  <a:spLocks noTextEdit="1"/>
                </p:cNvSpPr>
                <p:nvPr>
                  <p:custDataLst>
                    <p:tags r:id="rId34"/>
                  </p:custDataLst>
                </p:nvPr>
              </p:nvSpPr>
              <p:spPr>
                <a:xfrm>
                  <a:off x="1175" y="3466"/>
                  <a:ext cx="122" cy="23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6449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762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t</a:t>
                  </a:r>
                </a:p>
              </p:txBody>
            </p:sp>
            <p:sp>
              <p:nvSpPr>
                <p:cNvPr id="58510" name="WordArt 69"/>
                <p:cNvSpPr>
                  <a:spLocks noTextEdit="1"/>
                </p:cNvSpPr>
                <p:nvPr>
                  <p:custDataLst>
                    <p:tags r:id="rId35"/>
                  </p:custDataLst>
                </p:nvPr>
              </p:nvSpPr>
              <p:spPr>
                <a:xfrm>
                  <a:off x="1110" y="3182"/>
                  <a:ext cx="201" cy="18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5991"/>
                    </a:avLst>
                  </a:prstTxWarp>
                  <a:normAutofit fontScale="25000"/>
                </a:bodyPr>
                <a:lstStyle/>
                <a:p>
                  <a:pPr algn="ctr" fontAlgn="base"/>
                  <a:r>
                    <a:rPr lang="zh-CN" altLang="en-US" sz="800" i="1" strike="noStrike" noProof="1">
                      <a:ln w="762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+mn-cs"/>
                    </a:rPr>
                    <a:t>B</a:t>
                  </a:r>
                  <a:endParaRPr lang="zh-CN" altLang="en-US" sz="800" i="1" strike="noStrike" noProof="1">
                    <a:ln w="762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4227" name="WordArt 70"/>
                <p:cNvSpPr>
                  <a:spLocks noTextEdit="1"/>
                </p:cNvSpPr>
                <p:nvPr>
                  <p:custDataLst>
                    <p:tags r:id="rId36"/>
                  </p:custDataLst>
                </p:nvPr>
              </p:nvSpPr>
              <p:spPr>
                <a:xfrm>
                  <a:off x="1040" y="3145"/>
                  <a:ext cx="97" cy="23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800" b="1">
                      <a:ln w="762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4228" name="Line 71"/>
                <p:cNvSpPr/>
                <p:nvPr>
                  <p:custDataLst>
                    <p:tags r:id="rId37"/>
                  </p:custDataLst>
                </p:nvPr>
              </p:nvSpPr>
              <p:spPr>
                <a:xfrm flipV="1">
                  <a:off x="1002" y="3424"/>
                  <a:ext cx="363" cy="0"/>
                </a:xfrm>
                <a:prstGeom prst="line">
                  <a:avLst/>
                </a:prstGeom>
                <a:ln w="7620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229" name="WordArt 73"/>
              <p:cNvSpPr>
                <a:spLocks noTextEdit="1"/>
              </p:cNvSpPr>
              <p:nvPr>
                <p:custDataLst>
                  <p:tags r:id="rId28"/>
                </p:custDataLst>
              </p:nvPr>
            </p:nvSpPr>
            <p:spPr>
              <a:xfrm>
                <a:off x="1867" y="1417"/>
                <a:ext cx="92" cy="15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762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4230" name="Group 319"/>
              <p:cNvGrpSpPr/>
              <p:nvPr/>
            </p:nvGrpSpPr>
            <p:grpSpPr>
              <a:xfrm>
                <a:off x="1331" y="1461"/>
                <a:ext cx="151" cy="53"/>
                <a:chOff x="1260" y="2371"/>
                <a:chExt cx="151" cy="53"/>
              </a:xfrm>
            </p:grpSpPr>
            <p:sp>
              <p:nvSpPr>
                <p:cNvPr id="4231" name="Line 320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7620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232" name="Line 321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7620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8517" name="WordArt 322"/>
              <p:cNvSpPr>
                <a:spLocks noTextEdit="1"/>
              </p:cNvSpPr>
              <p:nvPr>
                <p:custDataLst>
                  <p:tags r:id="rId29"/>
                </p:custDataLst>
              </p:nvPr>
            </p:nvSpPr>
            <p:spPr>
              <a:xfrm>
                <a:off x="1512" y="1394"/>
                <a:ext cx="156" cy="19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60000"/>
              </a:bodyPr>
              <a:lstStyle/>
              <a:p>
                <a:pPr algn="ctr" fontAlgn="base"/>
                <a:r>
                  <a:rPr lang="zh-CN" altLang="en-US" sz="1200" i="1" strike="noStrike" noProof="1">
                    <a:ln w="762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k</a:t>
                </a:r>
                <a:endParaRPr lang="zh-CN" altLang="en-US" sz="1200" i="1" strike="noStrike" noProof="1">
                  <a:ln w="7620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4234" name="Freeform 323"/>
              <p:cNvSpPr/>
              <p:nvPr>
                <p:custDataLst>
                  <p:tags r:id="rId30"/>
                </p:custDataLst>
              </p:nvPr>
            </p:nvSpPr>
            <p:spPr>
              <a:xfrm>
                <a:off x="1722" y="1446"/>
                <a:ext cx="114" cy="10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14" y="52"/>
                  </a:cxn>
                  <a:cxn ang="0">
                    <a:pos x="2" y="104"/>
                  </a:cxn>
                </a:cxnLst>
                <a:rect l="0" t="0" r="0" b="0"/>
                <a:pathLst>
                  <a:path w="114" h="104">
                    <a:moveTo>
                      <a:pt x="0" y="0"/>
                    </a:moveTo>
                    <a:lnTo>
                      <a:pt x="114" y="52"/>
                    </a:lnTo>
                    <a:lnTo>
                      <a:pt x="2" y="104"/>
                    </a:lnTo>
                  </a:path>
                </a:pathLst>
              </a:custGeom>
              <a:solidFill>
                <a:schemeClr val="bg1"/>
              </a:solidFill>
              <a:ln w="7620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235" name="Group 325"/>
            <p:cNvGrpSpPr/>
            <p:nvPr/>
          </p:nvGrpSpPr>
          <p:grpSpPr>
            <a:xfrm>
              <a:off x="960" y="1360"/>
              <a:ext cx="999" cy="277"/>
              <a:chOff x="960" y="1356"/>
              <a:chExt cx="999" cy="277"/>
            </a:xfrm>
          </p:grpSpPr>
          <p:grpSp>
            <p:nvGrpSpPr>
              <p:cNvPr id="4236" name="Group 326"/>
              <p:cNvGrpSpPr/>
              <p:nvPr/>
            </p:nvGrpSpPr>
            <p:grpSpPr>
              <a:xfrm>
                <a:off x="960" y="1356"/>
                <a:ext cx="331" cy="277"/>
                <a:chOff x="1002" y="3145"/>
                <a:chExt cx="363" cy="555"/>
              </a:xfrm>
            </p:grpSpPr>
            <p:sp>
              <p:nvSpPr>
                <p:cNvPr id="4237" name="WordArt 327"/>
                <p:cNvSpPr>
                  <a:spLocks noTextEdit="1"/>
                </p:cNvSpPr>
                <p:nvPr>
                  <p:custDataLst>
                    <p:tags r:id="rId23"/>
                  </p:custDataLst>
                </p:nvPr>
              </p:nvSpPr>
              <p:spPr>
                <a:xfrm>
                  <a:off x="1055" y="3466"/>
                  <a:ext cx="97" cy="23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800" b="1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4238" name="WordArt 328"/>
                <p:cNvSpPr>
                  <a:spLocks noTextEdit="1"/>
                </p:cNvSpPr>
                <p:nvPr>
                  <p:custDataLst>
                    <p:tags r:id="rId24"/>
                  </p:custDataLst>
                </p:nvPr>
              </p:nvSpPr>
              <p:spPr>
                <a:xfrm>
                  <a:off x="1175" y="3466"/>
                  <a:ext cx="122" cy="23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6449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t</a:t>
                  </a:r>
                </a:p>
              </p:txBody>
            </p:sp>
            <p:sp>
              <p:nvSpPr>
                <p:cNvPr id="58523" name="WordArt 329"/>
                <p:cNvSpPr>
                  <a:spLocks noTextEdit="1"/>
                </p:cNvSpPr>
                <p:nvPr>
                  <p:custDataLst>
                    <p:tags r:id="rId25"/>
                  </p:custDataLst>
                </p:nvPr>
              </p:nvSpPr>
              <p:spPr>
                <a:xfrm>
                  <a:off x="1110" y="3182"/>
                  <a:ext cx="201" cy="18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5991"/>
                    </a:avLst>
                  </a:prstTxWarp>
                  <a:normAutofit fontScale="25000"/>
                </a:bodyPr>
                <a:lstStyle/>
                <a:p>
                  <a:pPr algn="ctr" fontAlgn="base"/>
                  <a:r>
                    <a:rPr lang="zh-CN" altLang="en-US" sz="800" i="1" strike="noStrike" noProof="1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+mn-cs"/>
                    </a:rPr>
                    <a:t>B</a:t>
                  </a:r>
                  <a:endParaRPr lang="zh-CN" altLang="en-US" sz="800" i="1" strike="noStrike" noProof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4240" name="WordArt 330"/>
                <p:cNvSpPr>
                  <a:spLocks noTextEdit="1"/>
                </p:cNvSpPr>
                <p:nvPr>
                  <p:custDataLst>
                    <p:tags r:id="rId26"/>
                  </p:custDataLst>
                </p:nvPr>
              </p:nvSpPr>
              <p:spPr>
                <a:xfrm>
                  <a:off x="1040" y="3145"/>
                  <a:ext cx="97" cy="23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800" b="1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4241" name="Line 331"/>
                <p:cNvSpPr/>
                <p:nvPr>
                  <p:custDataLst>
                    <p:tags r:id="rId27"/>
                  </p:custDataLst>
                </p:nvPr>
              </p:nvSpPr>
              <p:spPr>
                <a:xfrm flipV="1">
                  <a:off x="1002" y="3424"/>
                  <a:ext cx="363" cy="0"/>
                </a:xfrm>
                <a:prstGeom prst="line">
                  <a:avLst/>
                </a:prstGeom>
                <a:ln w="38100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242" name="WordArt 332"/>
              <p:cNvSpPr>
                <a:spLocks noTextEdit="1"/>
              </p:cNvSpPr>
              <p:nvPr>
                <p:custDataLst>
                  <p:tags r:id="rId18"/>
                </p:custDataLst>
              </p:nvPr>
            </p:nvSpPr>
            <p:spPr>
              <a:xfrm>
                <a:off x="1867" y="1417"/>
                <a:ext cx="92" cy="15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4243" name="Group 333"/>
              <p:cNvGrpSpPr/>
              <p:nvPr/>
            </p:nvGrpSpPr>
            <p:grpSpPr>
              <a:xfrm>
                <a:off x="1331" y="1461"/>
                <a:ext cx="151" cy="53"/>
                <a:chOff x="1260" y="2371"/>
                <a:chExt cx="151" cy="53"/>
              </a:xfrm>
            </p:grpSpPr>
            <p:sp>
              <p:nvSpPr>
                <p:cNvPr id="4244" name="Line 334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245" name="Line 335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8530" name="WordArt 336"/>
              <p:cNvSpPr>
                <a:spLocks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1512" y="1394"/>
                <a:ext cx="156" cy="19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60000"/>
              </a:bodyPr>
              <a:lstStyle/>
              <a:p>
                <a:pPr algn="ctr" fontAlgn="base"/>
                <a:r>
                  <a:rPr lang="zh-CN" altLang="en-US" sz="1200" i="1" strike="noStrike" noProof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k</a:t>
                </a:r>
                <a:endParaRPr lang="zh-CN" altLang="en-US" sz="1200" i="1" strike="noStrike" noProof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4247" name="Freeform 337"/>
              <p:cNvSpPr/>
              <p:nvPr>
                <p:custDataLst>
                  <p:tags r:id="rId20"/>
                </p:custDataLst>
              </p:nvPr>
            </p:nvSpPr>
            <p:spPr>
              <a:xfrm>
                <a:off x="1722" y="1446"/>
                <a:ext cx="114" cy="10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14" y="52"/>
                  </a:cxn>
                  <a:cxn ang="0">
                    <a:pos x="2" y="104"/>
                  </a:cxn>
                </a:cxnLst>
                <a:rect l="0" t="0" r="0" b="0"/>
                <a:pathLst>
                  <a:path w="114" h="104">
                    <a:moveTo>
                      <a:pt x="0" y="0"/>
                    </a:moveTo>
                    <a:lnTo>
                      <a:pt x="114" y="52"/>
                    </a:lnTo>
                    <a:lnTo>
                      <a:pt x="2" y="104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48" name="Line 518"/>
            <p:cNvSpPr/>
            <p:nvPr>
              <p:custDataLst>
                <p:tags r:id="rId11"/>
              </p:custDataLst>
            </p:nvPr>
          </p:nvSpPr>
          <p:spPr>
            <a:xfrm flipH="1">
              <a:off x="657" y="2036"/>
              <a:ext cx="746" cy="5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4249" name="Group 519"/>
            <p:cNvGrpSpPr/>
            <p:nvPr/>
          </p:nvGrpSpPr>
          <p:grpSpPr>
            <a:xfrm>
              <a:off x="1365" y="2386"/>
              <a:ext cx="66" cy="55"/>
              <a:chOff x="2592" y="2400"/>
              <a:chExt cx="1344" cy="1296"/>
            </a:xfrm>
          </p:grpSpPr>
          <p:sp>
            <p:nvSpPr>
              <p:cNvPr id="4250" name="Line 520"/>
              <p:cNvSpPr/>
              <p:nvPr>
                <p:custDataLst>
                  <p:tags r:id="rId16"/>
                </p:custDataLst>
              </p:nvPr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51" name="Line 521"/>
              <p:cNvSpPr/>
              <p:nvPr>
                <p:custDataLst>
                  <p:tags r:id="rId17"/>
                </p:custDataLst>
              </p:nvPr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252" name="Group 522"/>
            <p:cNvGrpSpPr/>
            <p:nvPr/>
          </p:nvGrpSpPr>
          <p:grpSpPr>
            <a:xfrm>
              <a:off x="1376" y="2753"/>
              <a:ext cx="65" cy="56"/>
              <a:chOff x="2592" y="2400"/>
              <a:chExt cx="1344" cy="1296"/>
            </a:xfrm>
          </p:grpSpPr>
          <p:sp>
            <p:nvSpPr>
              <p:cNvPr id="4253" name="Line 523"/>
              <p:cNvSpPr/>
              <p:nvPr>
                <p:custDataLst>
                  <p:tags r:id="rId14"/>
                </p:custDataLst>
              </p:nvPr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54" name="Line 524"/>
              <p:cNvSpPr/>
              <p:nvPr>
                <p:custDataLst>
                  <p:tags r:id="rId15"/>
                </p:custDataLst>
              </p:nvPr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255" name="Group 525"/>
            <p:cNvGrpSpPr/>
            <p:nvPr/>
          </p:nvGrpSpPr>
          <p:grpSpPr>
            <a:xfrm>
              <a:off x="1383" y="2006"/>
              <a:ext cx="65" cy="56"/>
              <a:chOff x="2592" y="2400"/>
              <a:chExt cx="1344" cy="1296"/>
            </a:xfrm>
          </p:grpSpPr>
          <p:sp>
            <p:nvSpPr>
              <p:cNvPr id="4256" name="Line 526"/>
              <p:cNvSpPr/>
              <p:nvPr>
                <p:custDataLst>
                  <p:tags r:id="rId12"/>
                </p:custDataLst>
              </p:nvPr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57" name="Line 527"/>
              <p:cNvSpPr/>
              <p:nvPr>
                <p:custDataLst>
                  <p:tags r:id="rId13"/>
                </p:custDataLst>
              </p:nvPr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4258" name="组合 4"/>
          <p:cNvGrpSpPr/>
          <p:nvPr/>
        </p:nvGrpSpPr>
        <p:grpSpPr>
          <a:xfrm>
            <a:off x="323850" y="380408"/>
            <a:ext cx="8642350" cy="3784715"/>
            <a:chOff x="316" y="2118"/>
            <a:chExt cx="13610" cy="5961"/>
          </a:xfrm>
        </p:grpSpPr>
        <p:sp>
          <p:nvSpPr>
            <p:cNvPr id="4259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316" y="2118"/>
              <a:ext cx="13610" cy="59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algn="just"/>
              <a:r>
                <a:rPr lang="zh-CN" altLang="zh-CN" sz="2400">
                  <a:solidFill>
                    <a:srgbClr val="0000FF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课前测</a:t>
              </a:r>
              <a:r>
                <a:rPr lang="zh-CN" altLang="en-US" sz="2400">
                  <a:solidFill>
                    <a:srgbClr val="0000FF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：</a:t>
              </a:r>
            </a:p>
            <a:p>
              <a:pPr algn="just">
                <a:lnSpc>
                  <a:spcPct val="200000"/>
                </a:lnSpc>
              </a:pPr>
              <a:r>
                <a:rPr lang="en-US" altLang="zh-CN" sz="2400">
                  <a:solidFill>
                    <a:srgbClr val="0000FF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    </a:t>
              </a:r>
              <a:r>
                <a:rPr lang="en-US" altLang="zh-CN" sz="2400">
                  <a:latin typeface="Verdana" panose="020B0604030504040204" pitchFamily="34" charset="0"/>
                  <a:ea typeface="宋体" panose="02010600030101010101" pitchFamily="2" charset="-122"/>
                </a:rPr>
                <a:t>  </a:t>
              </a:r>
              <a:r>
                <a:rPr lang="zh-CN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如图，长度为</a:t>
              </a:r>
              <a:r>
                <a:rPr lang="zh-CN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lang="zh-CN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的导体棒</a:t>
              </a:r>
              <a:r>
                <a:rPr lang="zh-CN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ab</a:t>
              </a:r>
              <a:r>
                <a:rPr lang="zh-CN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静止放在半径为</a:t>
              </a: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的无限长直螺旋管内，导体棒与磁场垂直，</a:t>
              </a: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   </a:t>
              </a:r>
              <a:r>
                <a:rPr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磁感应强度随时间的变化率</a:t>
              </a: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      </a:t>
              </a:r>
              <a:r>
                <a:rPr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为恒量，则</a:t>
              </a:r>
              <a:r>
                <a:rPr lang="zh-CN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直导线</a:t>
              </a:r>
              <a:r>
                <a:rPr lang="zh-CN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ab</a:t>
              </a:r>
              <a:r>
                <a:rPr lang="zh-CN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上的感应电动势［      ］                                                  </a:t>
              </a:r>
            </a:p>
            <a:p>
              <a:pPr algn="just">
                <a:lnSpc>
                  <a:spcPct val="150000"/>
                </a:lnSpc>
              </a:pPr>
              <a:r>
                <a:rPr lang="zh-CN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   (A)  左图为零，右图不为零</a:t>
              </a: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     </a:t>
              </a:r>
              <a:r>
                <a:rPr lang="zh-CN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    </a:t>
              </a: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lang="zh-CN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(B)  左图不为零，右图为零         </a:t>
              </a:r>
            </a:p>
            <a:p>
              <a:pPr algn="just">
                <a:lnSpc>
                  <a:spcPct val="150000"/>
                </a:lnSpc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   </a:t>
              </a:r>
              <a:r>
                <a:rPr lang="zh-CN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(C)  都为零    </a:t>
              </a: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   </a:t>
              </a:r>
              <a:r>
                <a:rPr lang="zh-CN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               </a:t>
              </a:r>
              <a:r>
                <a:rPr lang="zh-CN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(D)  都不为零</a:t>
              </a:r>
              <a:endParaRPr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260" name="对象 1"/>
            <p:cNvGraphicFramePr/>
            <p:nvPr>
              <p:custDataLst>
                <p:tags r:id="rId3"/>
              </p:custDataLst>
            </p:nvPr>
          </p:nvGraphicFramePr>
          <p:xfrm>
            <a:off x="6666" y="4120"/>
            <a:ext cx="1076" cy="11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9" imgW="241300" imgH="393700" progId="Equation.KSEE3">
                    <p:embed/>
                  </p:oleObj>
                </mc:Choice>
                <mc:Fallback>
                  <p:oleObj r:id="rId119" imgW="241300" imgH="393700" progId="Equation.KSEE3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120"/>
                        <a:stretch>
                          <a:fillRect/>
                        </a:stretch>
                      </p:blipFill>
                      <p:spPr>
                        <a:xfrm>
                          <a:off x="6666" y="4120"/>
                          <a:ext cx="1076" cy="11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文本框 270337"/>
          <p:cNvSpPr txBox="1"/>
          <p:nvPr/>
        </p:nvSpPr>
        <p:spPr>
          <a:xfrm>
            <a:off x="180975" y="106363"/>
            <a:ext cx="8851900" cy="11985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求一个轴对称磁场变化时的涡旋电场。已知磁场均匀分布在半径为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zh-CN" altLang="en-US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的范围，且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/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=</a:t>
            </a:r>
            <a:r>
              <a:rPr lang="zh-CN" altLang="en-US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大于零的常量。</a:t>
            </a:r>
            <a:r>
              <a:rPr lang="zh-CN" altLang="en-US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求</a:t>
            </a:r>
            <a:r>
              <a:rPr lang="en-US" altLang="zh-CN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任意距中心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o</a:t>
            </a:r>
            <a:r>
              <a:rPr lang="zh-CN" altLang="en-US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为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zh-CN" altLang="en-US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处的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zh-CN" altLang="en-US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旋</a:t>
            </a:r>
            <a:r>
              <a:rPr lang="en-US" altLang="zh-CN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=?    </a:t>
            </a:r>
          </a:p>
        </p:txBody>
      </p:sp>
      <p:sp>
        <p:nvSpPr>
          <p:cNvPr id="270339" name="文本框 270338"/>
          <p:cNvSpPr txBox="1"/>
          <p:nvPr/>
        </p:nvSpPr>
        <p:spPr>
          <a:xfrm>
            <a:off x="3378200" y="990600"/>
            <a:ext cx="5473700" cy="13223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0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解：</a:t>
            </a:r>
            <a:r>
              <a: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由于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为匀强磁场且轴对称性分布</a:t>
            </a:r>
            <a:r>
              <a:rPr lang="en-US" altLang="zh-CN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因此管内外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zh-CN" altLang="en-US" sz="20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旋</a:t>
            </a:r>
            <a:r>
              <a: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宋体" panose="02010600030101010101" pitchFamily="2" charset="-122"/>
              </a:rPr>
              <a:t>线</a:t>
            </a:r>
            <a:r>
              <a: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是以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O</a:t>
            </a:r>
            <a:r>
              <a: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为中心的同心圆，环绕方向如图所示。同一圆周上的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E</a:t>
            </a:r>
            <a:r>
              <a:rPr lang="zh-CN" altLang="en-US" sz="20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旋</a:t>
            </a:r>
            <a:r>
              <a: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大小相等</a:t>
            </a:r>
            <a:r>
              <a:rPr lang="en-US" altLang="zh-CN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方向沿切线方向。</a:t>
            </a:r>
          </a:p>
        </p:txBody>
      </p:sp>
      <p:sp>
        <p:nvSpPr>
          <p:cNvPr id="270400" name="文本框 270399"/>
          <p:cNvSpPr txBox="1"/>
          <p:nvPr/>
        </p:nvSpPr>
        <p:spPr>
          <a:xfrm>
            <a:off x="3473450" y="2312988"/>
            <a:ext cx="5559425" cy="101441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取半径为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r</a:t>
            </a:r>
            <a:r>
              <a: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的电场线为积分路径，方向与</a:t>
            </a:r>
            <a:r>
              <a: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宋体" panose="02010600030101010101" pitchFamily="2" charset="-122"/>
              </a:rPr>
              <a:t>环绕方向</a:t>
            </a:r>
            <a:r>
              <a: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一致，则积分回路所围面积的法线方向垂直纸面向</a:t>
            </a:r>
            <a:r>
              <a:rPr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外</a:t>
            </a:r>
            <a:r>
              <a: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。</a:t>
            </a:r>
          </a:p>
        </p:txBody>
      </p:sp>
      <p:graphicFrame>
        <p:nvGraphicFramePr>
          <p:cNvPr id="270401" name="对象 270400"/>
          <p:cNvGraphicFramePr/>
          <p:nvPr/>
        </p:nvGraphicFramePr>
        <p:xfrm>
          <a:off x="4881563" y="3089275"/>
          <a:ext cx="2312987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409700" imgH="292100" progId="Equation.3">
                  <p:embed/>
                </p:oleObj>
              </mc:Choice>
              <mc:Fallback>
                <p:oleObj r:id="rId2" imgW="1409700" imgH="292100" progId="Equation.3">
                  <p:embed/>
                  <p:pic>
                    <p:nvPicPr>
                      <p:cNvPr id="0" name="图片 320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881563" y="3089275"/>
                        <a:ext cx="2312987" cy="525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620"/>
          <p:cNvGrpSpPr/>
          <p:nvPr/>
        </p:nvGrpSpPr>
        <p:grpSpPr>
          <a:xfrm>
            <a:off x="223838" y="1444625"/>
            <a:ext cx="3190875" cy="3144838"/>
            <a:chOff x="312" y="818"/>
            <a:chExt cx="2010" cy="1981"/>
          </a:xfrm>
        </p:grpSpPr>
        <p:sp>
          <p:nvSpPr>
            <p:cNvPr id="40966" name="Oval 419"/>
            <p:cNvSpPr/>
            <p:nvPr/>
          </p:nvSpPr>
          <p:spPr>
            <a:xfrm>
              <a:off x="436" y="935"/>
              <a:ext cx="1758" cy="1741"/>
            </a:xfrm>
            <a:prstGeom prst="ellipse">
              <a:avLst/>
            </a:prstGeom>
            <a:solidFill>
              <a:srgbClr val="EAEAEA"/>
            </a:solidFill>
            <a:ln w="12700" cap="flat" cmpd="sng">
              <a:solidFill>
                <a:schemeClr val="accent2"/>
              </a:solidFill>
              <a:prstDash val="lg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0967" name="Group 420"/>
            <p:cNvGrpSpPr/>
            <p:nvPr/>
          </p:nvGrpSpPr>
          <p:grpSpPr>
            <a:xfrm>
              <a:off x="550" y="1766"/>
              <a:ext cx="65" cy="56"/>
              <a:chOff x="2592" y="2400"/>
              <a:chExt cx="1344" cy="1296"/>
            </a:xfrm>
          </p:grpSpPr>
          <p:sp>
            <p:nvSpPr>
              <p:cNvPr id="40968" name="Line 421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969" name="Line 422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0970" name="Group 423"/>
            <p:cNvGrpSpPr/>
            <p:nvPr/>
          </p:nvGrpSpPr>
          <p:grpSpPr>
            <a:xfrm>
              <a:off x="1276" y="2510"/>
              <a:ext cx="65" cy="56"/>
              <a:chOff x="2592" y="2400"/>
              <a:chExt cx="1344" cy="1296"/>
            </a:xfrm>
          </p:grpSpPr>
          <p:sp>
            <p:nvSpPr>
              <p:cNvPr id="40971" name="Line 424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972" name="Line 425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0973" name="Group 426"/>
            <p:cNvGrpSpPr/>
            <p:nvPr/>
          </p:nvGrpSpPr>
          <p:grpSpPr>
            <a:xfrm>
              <a:off x="923" y="1768"/>
              <a:ext cx="66" cy="56"/>
              <a:chOff x="2592" y="2400"/>
              <a:chExt cx="1344" cy="1296"/>
            </a:xfrm>
          </p:grpSpPr>
          <p:sp>
            <p:nvSpPr>
              <p:cNvPr id="40974" name="Line 427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975" name="Line 428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0976" name="Group 429"/>
            <p:cNvGrpSpPr/>
            <p:nvPr/>
          </p:nvGrpSpPr>
          <p:grpSpPr>
            <a:xfrm>
              <a:off x="1273" y="1030"/>
              <a:ext cx="65" cy="56"/>
              <a:chOff x="2592" y="2400"/>
              <a:chExt cx="1344" cy="1296"/>
            </a:xfrm>
          </p:grpSpPr>
          <p:sp>
            <p:nvSpPr>
              <p:cNvPr id="40977" name="Line 430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978" name="Line 431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0979" name="Group 432"/>
            <p:cNvGrpSpPr/>
            <p:nvPr/>
          </p:nvGrpSpPr>
          <p:grpSpPr>
            <a:xfrm>
              <a:off x="1678" y="1793"/>
              <a:ext cx="65" cy="55"/>
              <a:chOff x="2592" y="2400"/>
              <a:chExt cx="1344" cy="1296"/>
            </a:xfrm>
          </p:grpSpPr>
          <p:sp>
            <p:nvSpPr>
              <p:cNvPr id="40980" name="Line 433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981" name="Line 434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0982" name="Group 435"/>
            <p:cNvGrpSpPr/>
            <p:nvPr/>
          </p:nvGrpSpPr>
          <p:grpSpPr>
            <a:xfrm>
              <a:off x="2027" y="1770"/>
              <a:ext cx="65" cy="55"/>
              <a:chOff x="2592" y="2400"/>
              <a:chExt cx="1344" cy="1296"/>
            </a:xfrm>
          </p:grpSpPr>
          <p:sp>
            <p:nvSpPr>
              <p:cNvPr id="40983" name="Line 436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984" name="Line 437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0985" name="Group 438"/>
            <p:cNvGrpSpPr/>
            <p:nvPr/>
          </p:nvGrpSpPr>
          <p:grpSpPr>
            <a:xfrm>
              <a:off x="948" y="2165"/>
              <a:ext cx="66" cy="55"/>
              <a:chOff x="2592" y="2400"/>
              <a:chExt cx="1344" cy="1296"/>
            </a:xfrm>
          </p:grpSpPr>
          <p:sp>
            <p:nvSpPr>
              <p:cNvPr id="40986" name="Line 439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987" name="Line 440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0988" name="Group 441"/>
            <p:cNvGrpSpPr/>
            <p:nvPr/>
          </p:nvGrpSpPr>
          <p:grpSpPr>
            <a:xfrm>
              <a:off x="1655" y="2140"/>
              <a:ext cx="66" cy="56"/>
              <a:chOff x="2592" y="2400"/>
              <a:chExt cx="1344" cy="1296"/>
            </a:xfrm>
          </p:grpSpPr>
          <p:sp>
            <p:nvSpPr>
              <p:cNvPr id="40989" name="Line 442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990" name="Line 443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0991" name="Oval 444"/>
            <p:cNvSpPr/>
            <p:nvPr/>
          </p:nvSpPr>
          <p:spPr>
            <a:xfrm>
              <a:off x="644" y="1136"/>
              <a:ext cx="1336" cy="1335"/>
            </a:xfrm>
            <a:prstGeom prst="ellipse">
              <a:avLst/>
            </a:prstGeom>
            <a:noFill/>
            <a:ln w="28575" cap="flat" cmpd="sng">
              <a:solidFill>
                <a:srgbClr val="CC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92" name="Oval 445"/>
            <p:cNvSpPr/>
            <p:nvPr/>
          </p:nvSpPr>
          <p:spPr>
            <a:xfrm>
              <a:off x="908" y="1419"/>
              <a:ext cx="826" cy="830"/>
            </a:xfrm>
            <a:prstGeom prst="ellipse">
              <a:avLst/>
            </a:prstGeom>
            <a:noFill/>
            <a:ln w="28575" cap="flat" cmpd="sng">
              <a:solidFill>
                <a:srgbClr val="CC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93" name="Oval 446"/>
            <p:cNvSpPr/>
            <p:nvPr/>
          </p:nvSpPr>
          <p:spPr>
            <a:xfrm>
              <a:off x="314" y="818"/>
              <a:ext cx="2005" cy="1981"/>
            </a:xfrm>
            <a:prstGeom prst="ellipse">
              <a:avLst/>
            </a:prstGeom>
            <a:noFill/>
            <a:ln w="28575" cap="flat" cmpd="sng">
              <a:solidFill>
                <a:srgbClr val="CC00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0994" name="Group 447"/>
            <p:cNvGrpSpPr/>
            <p:nvPr/>
          </p:nvGrpSpPr>
          <p:grpSpPr>
            <a:xfrm>
              <a:off x="1267" y="1425"/>
              <a:ext cx="66" cy="56"/>
              <a:chOff x="2592" y="2400"/>
              <a:chExt cx="1344" cy="1296"/>
            </a:xfrm>
          </p:grpSpPr>
          <p:sp>
            <p:nvSpPr>
              <p:cNvPr id="40995" name="Line 448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996" name="Line 449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0997" name="Group 450"/>
            <p:cNvGrpSpPr/>
            <p:nvPr/>
          </p:nvGrpSpPr>
          <p:grpSpPr>
            <a:xfrm>
              <a:off x="1267" y="2182"/>
              <a:ext cx="66" cy="55"/>
              <a:chOff x="2592" y="2400"/>
              <a:chExt cx="1344" cy="1296"/>
            </a:xfrm>
          </p:grpSpPr>
          <p:sp>
            <p:nvSpPr>
              <p:cNvPr id="40998" name="Line 451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999" name="Line 452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1000" name="Group 453"/>
            <p:cNvGrpSpPr/>
            <p:nvPr/>
          </p:nvGrpSpPr>
          <p:grpSpPr>
            <a:xfrm>
              <a:off x="1641" y="1430"/>
              <a:ext cx="65" cy="55"/>
              <a:chOff x="2592" y="2400"/>
              <a:chExt cx="1344" cy="1296"/>
            </a:xfrm>
          </p:grpSpPr>
          <p:sp>
            <p:nvSpPr>
              <p:cNvPr id="41001" name="Line 454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02" name="Line 455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1003" name="Group 456"/>
            <p:cNvGrpSpPr/>
            <p:nvPr/>
          </p:nvGrpSpPr>
          <p:grpSpPr>
            <a:xfrm>
              <a:off x="903" y="1076"/>
              <a:ext cx="66" cy="56"/>
              <a:chOff x="2592" y="2400"/>
              <a:chExt cx="1344" cy="1296"/>
            </a:xfrm>
          </p:grpSpPr>
          <p:sp>
            <p:nvSpPr>
              <p:cNvPr id="41004" name="Line 457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05" name="Line 458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1006" name="Group 459"/>
            <p:cNvGrpSpPr/>
            <p:nvPr/>
          </p:nvGrpSpPr>
          <p:grpSpPr>
            <a:xfrm>
              <a:off x="1652" y="1085"/>
              <a:ext cx="66" cy="55"/>
              <a:chOff x="2592" y="2400"/>
              <a:chExt cx="1344" cy="1296"/>
            </a:xfrm>
          </p:grpSpPr>
          <p:sp>
            <p:nvSpPr>
              <p:cNvPr id="41007" name="Line 460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08" name="Line 461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1009" name="Group 462"/>
            <p:cNvGrpSpPr/>
            <p:nvPr/>
          </p:nvGrpSpPr>
          <p:grpSpPr>
            <a:xfrm>
              <a:off x="945" y="2495"/>
              <a:ext cx="65" cy="55"/>
              <a:chOff x="2592" y="2400"/>
              <a:chExt cx="1344" cy="1296"/>
            </a:xfrm>
          </p:grpSpPr>
          <p:sp>
            <p:nvSpPr>
              <p:cNvPr id="41010" name="Line 463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11" name="Line 464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1012" name="Group 465"/>
            <p:cNvGrpSpPr/>
            <p:nvPr/>
          </p:nvGrpSpPr>
          <p:grpSpPr>
            <a:xfrm>
              <a:off x="1693" y="2489"/>
              <a:ext cx="66" cy="55"/>
              <a:chOff x="2592" y="2400"/>
              <a:chExt cx="1344" cy="1296"/>
            </a:xfrm>
          </p:grpSpPr>
          <p:sp>
            <p:nvSpPr>
              <p:cNvPr id="41013" name="Line 466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14" name="Line 467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1015" name="Group 468"/>
            <p:cNvGrpSpPr/>
            <p:nvPr/>
          </p:nvGrpSpPr>
          <p:grpSpPr>
            <a:xfrm>
              <a:off x="582" y="1428"/>
              <a:ext cx="65" cy="55"/>
              <a:chOff x="2592" y="2400"/>
              <a:chExt cx="1344" cy="1296"/>
            </a:xfrm>
          </p:grpSpPr>
          <p:sp>
            <p:nvSpPr>
              <p:cNvPr id="41016" name="Line 469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17" name="Line 470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1018" name="Group 471"/>
            <p:cNvGrpSpPr/>
            <p:nvPr/>
          </p:nvGrpSpPr>
          <p:grpSpPr>
            <a:xfrm>
              <a:off x="1988" y="1429"/>
              <a:ext cx="65" cy="55"/>
              <a:chOff x="2592" y="2400"/>
              <a:chExt cx="1344" cy="1296"/>
            </a:xfrm>
          </p:grpSpPr>
          <p:sp>
            <p:nvSpPr>
              <p:cNvPr id="41019" name="Line 472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20" name="Line 473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1021" name="Group 474"/>
            <p:cNvGrpSpPr/>
            <p:nvPr/>
          </p:nvGrpSpPr>
          <p:grpSpPr>
            <a:xfrm>
              <a:off x="608" y="2178"/>
              <a:ext cx="66" cy="55"/>
              <a:chOff x="2592" y="2400"/>
              <a:chExt cx="1344" cy="1296"/>
            </a:xfrm>
          </p:grpSpPr>
          <p:sp>
            <p:nvSpPr>
              <p:cNvPr id="41022" name="Line 475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23" name="Line 476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1024" name="Group 477"/>
            <p:cNvGrpSpPr/>
            <p:nvPr/>
          </p:nvGrpSpPr>
          <p:grpSpPr>
            <a:xfrm>
              <a:off x="1990" y="2077"/>
              <a:ext cx="66" cy="55"/>
              <a:chOff x="2592" y="2400"/>
              <a:chExt cx="1344" cy="1296"/>
            </a:xfrm>
          </p:grpSpPr>
          <p:sp>
            <p:nvSpPr>
              <p:cNvPr id="41025" name="Line 478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26" name="Line 479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1027" name="Group 480"/>
            <p:cNvGrpSpPr/>
            <p:nvPr/>
          </p:nvGrpSpPr>
          <p:grpSpPr>
            <a:xfrm>
              <a:off x="928" y="1419"/>
              <a:ext cx="65" cy="56"/>
              <a:chOff x="2592" y="2400"/>
              <a:chExt cx="1344" cy="1296"/>
            </a:xfrm>
          </p:grpSpPr>
          <p:sp>
            <p:nvSpPr>
              <p:cNvPr id="41028" name="Line 481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29" name="Line 482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1030" name="Group 485"/>
            <p:cNvGrpSpPr/>
            <p:nvPr/>
          </p:nvGrpSpPr>
          <p:grpSpPr>
            <a:xfrm>
              <a:off x="1292" y="1907"/>
              <a:ext cx="357" cy="187"/>
              <a:chOff x="1718" y="2419"/>
              <a:chExt cx="813" cy="306"/>
            </a:xfrm>
          </p:grpSpPr>
          <p:sp>
            <p:nvSpPr>
              <p:cNvPr id="41031" name="WordArt 486"/>
              <p:cNvSpPr>
                <a:spLocks noTextEdit="1"/>
              </p:cNvSpPr>
              <p:nvPr/>
            </p:nvSpPr>
            <p:spPr>
              <a:xfrm>
                <a:off x="1718" y="2445"/>
                <a:ext cx="393" cy="27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5991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 b="1" i="1">
                    <a:ln w="762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</a:p>
            </p:txBody>
          </p:sp>
          <p:grpSp>
            <p:nvGrpSpPr>
              <p:cNvPr id="41032" name="Group 487"/>
              <p:cNvGrpSpPr/>
              <p:nvPr/>
            </p:nvGrpSpPr>
            <p:grpSpPr>
              <a:xfrm>
                <a:off x="2116" y="2419"/>
                <a:ext cx="415" cy="306"/>
                <a:chOff x="2116" y="3310"/>
                <a:chExt cx="415" cy="306"/>
              </a:xfrm>
            </p:grpSpPr>
            <p:sp>
              <p:nvSpPr>
                <p:cNvPr id="41033" name="WordArt 488"/>
                <p:cNvSpPr>
                  <a:spLocks noTextEdit="1"/>
                </p:cNvSpPr>
                <p:nvPr/>
              </p:nvSpPr>
              <p:spPr>
                <a:xfrm>
                  <a:off x="2116" y="3321"/>
                  <a:ext cx="104" cy="28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762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(</a:t>
                  </a:r>
                </a:p>
              </p:txBody>
            </p:sp>
            <p:sp>
              <p:nvSpPr>
                <p:cNvPr id="41034" name="WordArt 489"/>
                <p:cNvSpPr>
                  <a:spLocks noTextEdit="1"/>
                </p:cNvSpPr>
                <p:nvPr/>
              </p:nvSpPr>
              <p:spPr>
                <a:xfrm>
                  <a:off x="2427" y="3328"/>
                  <a:ext cx="104" cy="28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762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)</a:t>
                  </a:r>
                </a:p>
              </p:txBody>
            </p:sp>
            <p:sp>
              <p:nvSpPr>
                <p:cNvPr id="41035" name="WordArt 490"/>
                <p:cNvSpPr>
                  <a:spLocks noTextEdit="1"/>
                </p:cNvSpPr>
                <p:nvPr/>
              </p:nvSpPr>
              <p:spPr>
                <a:xfrm>
                  <a:off x="2215" y="3310"/>
                  <a:ext cx="217" cy="28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6449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762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t</a:t>
                  </a:r>
                </a:p>
              </p:txBody>
            </p:sp>
          </p:grpSp>
        </p:grpSp>
        <p:sp>
          <p:nvSpPr>
            <p:cNvPr id="41036" name="Line 491"/>
            <p:cNvSpPr/>
            <p:nvPr/>
          </p:nvSpPr>
          <p:spPr>
            <a:xfrm flipV="1">
              <a:off x="1285" y="1306"/>
              <a:ext cx="748" cy="51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41037" name="WordArt 492"/>
            <p:cNvSpPr>
              <a:spLocks noTextEdit="1"/>
            </p:cNvSpPr>
            <p:nvPr/>
          </p:nvSpPr>
          <p:spPr>
            <a:xfrm>
              <a:off x="1123" y="1821"/>
              <a:ext cx="112" cy="15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800" i="1">
                  <a:ln w="7620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41038" name="WordArt 498"/>
            <p:cNvSpPr>
              <a:spLocks noTextEdit="1"/>
            </p:cNvSpPr>
            <p:nvPr/>
          </p:nvSpPr>
          <p:spPr>
            <a:xfrm>
              <a:off x="1000" y="1548"/>
              <a:ext cx="105" cy="15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7620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bg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41039" name="Line 499"/>
            <p:cNvSpPr/>
            <p:nvPr/>
          </p:nvSpPr>
          <p:spPr>
            <a:xfrm flipH="1" flipV="1">
              <a:off x="999" y="1209"/>
              <a:ext cx="294" cy="61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pSp>
          <p:nvGrpSpPr>
            <p:cNvPr id="41040" name="Group 500"/>
            <p:cNvGrpSpPr/>
            <p:nvPr/>
          </p:nvGrpSpPr>
          <p:grpSpPr>
            <a:xfrm>
              <a:off x="1268" y="1797"/>
              <a:ext cx="66" cy="56"/>
              <a:chOff x="2592" y="2400"/>
              <a:chExt cx="1344" cy="1296"/>
            </a:xfrm>
          </p:grpSpPr>
          <p:sp>
            <p:nvSpPr>
              <p:cNvPr id="41041" name="Line 501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42" name="Line 502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1043" name="Line 507"/>
            <p:cNvSpPr/>
            <p:nvPr/>
          </p:nvSpPr>
          <p:spPr>
            <a:xfrm flipV="1">
              <a:off x="1979" y="1777"/>
              <a:ext cx="2" cy="101"/>
            </a:xfrm>
            <a:prstGeom prst="line">
              <a:avLst/>
            </a:prstGeom>
            <a:ln w="57150" cap="flat" cmpd="sng">
              <a:solidFill>
                <a:srgbClr val="CC00CC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41044" name="Line 508"/>
            <p:cNvSpPr/>
            <p:nvPr/>
          </p:nvSpPr>
          <p:spPr>
            <a:xfrm flipV="1">
              <a:off x="2320" y="1775"/>
              <a:ext cx="2" cy="94"/>
            </a:xfrm>
            <a:prstGeom prst="line">
              <a:avLst/>
            </a:prstGeom>
            <a:ln w="57150" cap="flat" cmpd="sng">
              <a:solidFill>
                <a:srgbClr val="CC00CC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41045" name="Line 509"/>
            <p:cNvSpPr/>
            <p:nvPr/>
          </p:nvSpPr>
          <p:spPr>
            <a:xfrm flipH="1" flipV="1">
              <a:off x="1725" y="1774"/>
              <a:ext cx="5" cy="89"/>
            </a:xfrm>
            <a:prstGeom prst="line">
              <a:avLst/>
            </a:prstGeom>
            <a:ln w="57150" cap="flat" cmpd="sng">
              <a:solidFill>
                <a:srgbClr val="CC00CC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41046" name="Line 510"/>
            <p:cNvSpPr/>
            <p:nvPr/>
          </p:nvSpPr>
          <p:spPr>
            <a:xfrm flipH="1">
              <a:off x="312" y="1808"/>
              <a:ext cx="1" cy="34"/>
            </a:xfrm>
            <a:prstGeom prst="line">
              <a:avLst/>
            </a:prstGeom>
            <a:ln w="57150" cap="flat" cmpd="sng">
              <a:solidFill>
                <a:srgbClr val="CC00CC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41047" name="Line 511"/>
            <p:cNvSpPr/>
            <p:nvPr/>
          </p:nvSpPr>
          <p:spPr>
            <a:xfrm>
              <a:off x="647" y="1987"/>
              <a:ext cx="16" cy="55"/>
            </a:xfrm>
            <a:prstGeom prst="line">
              <a:avLst/>
            </a:prstGeom>
            <a:ln w="57150" cap="flat" cmpd="sng">
              <a:solidFill>
                <a:srgbClr val="CC00CC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41048" name="Line 512"/>
            <p:cNvSpPr/>
            <p:nvPr/>
          </p:nvSpPr>
          <p:spPr>
            <a:xfrm>
              <a:off x="932" y="1969"/>
              <a:ext cx="11" cy="34"/>
            </a:xfrm>
            <a:prstGeom prst="line">
              <a:avLst/>
            </a:prstGeom>
            <a:ln w="57150" cap="flat" cmpd="sng">
              <a:solidFill>
                <a:srgbClr val="CC00CC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sp>
          <p:nvSpPr>
            <p:cNvPr id="41049" name="WordArt 598"/>
            <p:cNvSpPr>
              <a:spLocks noTextEdit="1"/>
            </p:cNvSpPr>
            <p:nvPr/>
          </p:nvSpPr>
          <p:spPr>
            <a:xfrm>
              <a:off x="1000" y="1540"/>
              <a:ext cx="105" cy="15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41050" name="WordArt 599"/>
            <p:cNvSpPr>
              <a:spLocks noTextEdit="1"/>
            </p:cNvSpPr>
            <p:nvPr/>
          </p:nvSpPr>
          <p:spPr>
            <a:xfrm>
              <a:off x="1123" y="1821"/>
              <a:ext cx="112" cy="15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800" i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O</a:t>
              </a:r>
            </a:p>
          </p:txBody>
        </p:sp>
        <p:grpSp>
          <p:nvGrpSpPr>
            <p:cNvPr id="41051" name="Group 600"/>
            <p:cNvGrpSpPr/>
            <p:nvPr/>
          </p:nvGrpSpPr>
          <p:grpSpPr>
            <a:xfrm>
              <a:off x="1296" y="1903"/>
              <a:ext cx="357" cy="187"/>
              <a:chOff x="1718" y="2419"/>
              <a:chExt cx="813" cy="306"/>
            </a:xfrm>
          </p:grpSpPr>
          <p:sp>
            <p:nvSpPr>
              <p:cNvPr id="41052" name="WordArt 601"/>
              <p:cNvSpPr>
                <a:spLocks noTextEdit="1"/>
              </p:cNvSpPr>
              <p:nvPr/>
            </p:nvSpPr>
            <p:spPr>
              <a:xfrm>
                <a:off x="1718" y="2445"/>
                <a:ext cx="393" cy="27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5991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 b="1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</a:p>
            </p:txBody>
          </p:sp>
          <p:grpSp>
            <p:nvGrpSpPr>
              <p:cNvPr id="41053" name="Group 602"/>
              <p:cNvGrpSpPr/>
              <p:nvPr/>
            </p:nvGrpSpPr>
            <p:grpSpPr>
              <a:xfrm>
                <a:off x="2116" y="2419"/>
                <a:ext cx="415" cy="306"/>
                <a:chOff x="2116" y="3310"/>
                <a:chExt cx="415" cy="306"/>
              </a:xfrm>
            </p:grpSpPr>
            <p:sp>
              <p:nvSpPr>
                <p:cNvPr id="41054" name="WordArt 603"/>
                <p:cNvSpPr>
                  <a:spLocks noTextEdit="1"/>
                </p:cNvSpPr>
                <p:nvPr/>
              </p:nvSpPr>
              <p:spPr>
                <a:xfrm>
                  <a:off x="2116" y="3321"/>
                  <a:ext cx="104" cy="28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(</a:t>
                  </a:r>
                </a:p>
              </p:txBody>
            </p:sp>
            <p:sp>
              <p:nvSpPr>
                <p:cNvPr id="41055" name="WordArt 604"/>
                <p:cNvSpPr>
                  <a:spLocks noTextEdit="1"/>
                </p:cNvSpPr>
                <p:nvPr/>
              </p:nvSpPr>
              <p:spPr>
                <a:xfrm>
                  <a:off x="2427" y="3328"/>
                  <a:ext cx="104" cy="28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)</a:t>
                  </a:r>
                </a:p>
              </p:txBody>
            </p:sp>
            <p:sp>
              <p:nvSpPr>
                <p:cNvPr id="41056" name="WordArt 605"/>
                <p:cNvSpPr>
                  <a:spLocks noTextEdit="1"/>
                </p:cNvSpPr>
                <p:nvPr/>
              </p:nvSpPr>
              <p:spPr>
                <a:xfrm>
                  <a:off x="2215" y="3310"/>
                  <a:ext cx="217" cy="28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6449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t</a:t>
                  </a:r>
                </a:p>
              </p:txBody>
            </p:sp>
          </p:grpSp>
        </p:grpSp>
        <p:grpSp>
          <p:nvGrpSpPr>
            <p:cNvPr id="41057" name="Group 607"/>
            <p:cNvGrpSpPr/>
            <p:nvPr/>
          </p:nvGrpSpPr>
          <p:grpSpPr>
            <a:xfrm>
              <a:off x="1679" y="1576"/>
              <a:ext cx="181" cy="172"/>
              <a:chOff x="1679" y="1576"/>
              <a:chExt cx="181" cy="172"/>
            </a:xfrm>
          </p:grpSpPr>
          <p:sp>
            <p:nvSpPr>
              <p:cNvPr id="41058" name="WordArt 495"/>
              <p:cNvSpPr>
                <a:spLocks noTextEdit="1"/>
              </p:cNvSpPr>
              <p:nvPr/>
            </p:nvSpPr>
            <p:spPr>
              <a:xfrm>
                <a:off x="1679" y="1580"/>
                <a:ext cx="181" cy="16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 i="1">
                    <a:ln w="762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</a:t>
                </a:r>
              </a:p>
            </p:txBody>
          </p:sp>
          <p:sp>
            <p:nvSpPr>
              <p:cNvPr id="41059" name="WordArt 606"/>
              <p:cNvSpPr>
                <a:spLocks noTextEdit="1"/>
              </p:cNvSpPr>
              <p:nvPr/>
            </p:nvSpPr>
            <p:spPr>
              <a:xfrm>
                <a:off x="1679" y="1576"/>
                <a:ext cx="181" cy="16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</a:t>
                </a:r>
              </a:p>
            </p:txBody>
          </p:sp>
        </p:grpSp>
        <p:grpSp>
          <p:nvGrpSpPr>
            <p:cNvPr id="41060" name="Group 612"/>
            <p:cNvGrpSpPr/>
            <p:nvPr/>
          </p:nvGrpSpPr>
          <p:grpSpPr>
            <a:xfrm>
              <a:off x="1847" y="2253"/>
              <a:ext cx="297" cy="211"/>
              <a:chOff x="1887" y="2152"/>
              <a:chExt cx="297" cy="211"/>
            </a:xfrm>
          </p:grpSpPr>
          <p:grpSp>
            <p:nvGrpSpPr>
              <p:cNvPr id="41061" name="Group 608"/>
              <p:cNvGrpSpPr/>
              <p:nvPr/>
            </p:nvGrpSpPr>
            <p:grpSpPr>
              <a:xfrm>
                <a:off x="1887" y="2152"/>
                <a:ext cx="293" cy="211"/>
                <a:chOff x="1887" y="2152"/>
                <a:chExt cx="293" cy="211"/>
              </a:xfrm>
            </p:grpSpPr>
            <p:sp>
              <p:nvSpPr>
                <p:cNvPr id="41062" name="WordArt 505"/>
                <p:cNvSpPr>
                  <a:spLocks noTextEdit="1"/>
                </p:cNvSpPr>
                <p:nvPr/>
              </p:nvSpPr>
              <p:spPr>
                <a:xfrm>
                  <a:off x="1887" y="2152"/>
                  <a:ext cx="199" cy="20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575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762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41063" name="WordArt 506"/>
                <p:cNvSpPr>
                  <a:spLocks noTextEdit="1"/>
                </p:cNvSpPr>
                <p:nvPr/>
              </p:nvSpPr>
              <p:spPr>
                <a:xfrm>
                  <a:off x="2073" y="2254"/>
                  <a:ext cx="107" cy="10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5991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800" i="1">
                      <a:ln w="762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B</a:t>
                  </a:r>
                </a:p>
              </p:txBody>
            </p:sp>
          </p:grpSp>
          <p:grpSp>
            <p:nvGrpSpPr>
              <p:cNvPr id="41064" name="Group 609"/>
              <p:cNvGrpSpPr/>
              <p:nvPr/>
            </p:nvGrpSpPr>
            <p:grpSpPr>
              <a:xfrm>
                <a:off x="1891" y="2152"/>
                <a:ext cx="293" cy="211"/>
                <a:chOff x="1887" y="2152"/>
                <a:chExt cx="293" cy="211"/>
              </a:xfrm>
            </p:grpSpPr>
            <p:sp>
              <p:nvSpPr>
                <p:cNvPr id="41065" name="WordArt 610"/>
                <p:cNvSpPr>
                  <a:spLocks noTextEdit="1"/>
                </p:cNvSpPr>
                <p:nvPr/>
              </p:nvSpPr>
              <p:spPr>
                <a:xfrm>
                  <a:off x="1887" y="2152"/>
                  <a:ext cx="199" cy="20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575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rgbClr val="CC00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CC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41066" name="WordArt 611"/>
                <p:cNvSpPr>
                  <a:spLocks noTextEdit="1"/>
                </p:cNvSpPr>
                <p:nvPr/>
              </p:nvSpPr>
              <p:spPr>
                <a:xfrm>
                  <a:off x="2073" y="2254"/>
                  <a:ext cx="107" cy="10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5991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800" i="1">
                      <a:ln w="9525" cap="flat" cmpd="sng">
                        <a:solidFill>
                          <a:srgbClr val="CC00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CC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B</a:t>
                  </a:r>
                </a:p>
              </p:txBody>
            </p:sp>
          </p:grpSp>
        </p:grpSp>
      </p:grpSp>
      <p:grpSp>
        <p:nvGrpSpPr>
          <p:cNvPr id="57463" name="Group 621"/>
          <p:cNvGrpSpPr/>
          <p:nvPr/>
        </p:nvGrpSpPr>
        <p:grpSpPr>
          <a:xfrm>
            <a:off x="392113" y="4632325"/>
            <a:ext cx="3014662" cy="2157413"/>
            <a:chOff x="237" y="2640"/>
            <a:chExt cx="1899" cy="1359"/>
          </a:xfrm>
        </p:grpSpPr>
        <p:sp>
          <p:nvSpPr>
            <p:cNvPr id="41068" name="Line 240"/>
            <p:cNvSpPr/>
            <p:nvPr/>
          </p:nvSpPr>
          <p:spPr>
            <a:xfrm>
              <a:off x="322" y="2640"/>
              <a:ext cx="0" cy="111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triangle" w="sm" len="lg"/>
              <a:tailEnd type="none" w="med" len="med"/>
            </a:ln>
          </p:spPr>
        </p:sp>
        <p:sp>
          <p:nvSpPr>
            <p:cNvPr id="41069" name="Line 241"/>
            <p:cNvSpPr/>
            <p:nvPr/>
          </p:nvSpPr>
          <p:spPr>
            <a:xfrm>
              <a:off x="322" y="3759"/>
              <a:ext cx="177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41070" name="WordArt 242"/>
            <p:cNvSpPr>
              <a:spLocks noTextEdit="1"/>
            </p:cNvSpPr>
            <p:nvPr/>
          </p:nvSpPr>
          <p:spPr>
            <a:xfrm>
              <a:off x="237" y="3794"/>
              <a:ext cx="134" cy="19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7019"/>
                </a:avLst>
              </a:prstTxWarp>
              <a:normAutofit/>
            </a:bodyPr>
            <a:lstStyle/>
            <a:p>
              <a:pPr algn="ctr"/>
              <a:r>
                <a:rPr lang="zh-CN" altLang="en-US" sz="800" i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0000"/>
                  </a:solidFill>
                  <a:effectLst>
                    <a:outerShdw dist="56796" dir="1593903" algn="ctr" rotWithShape="0">
                      <a:schemeClr val="bg1"/>
                    </a:outerShdw>
                  </a:effectLst>
                  <a:latin typeface="Times New Roman" panose="02020603050405020304" pitchFamily="18" charset="0"/>
                  <a:ea typeface="Times New Roman" panose="02020603050405020304" pitchFamily="18" charset="0"/>
                </a:rPr>
                <a:t>O</a:t>
              </a:r>
            </a:p>
          </p:txBody>
        </p:sp>
        <p:grpSp>
          <p:nvGrpSpPr>
            <p:cNvPr id="41071" name="Group 243"/>
            <p:cNvGrpSpPr/>
            <p:nvPr/>
          </p:nvGrpSpPr>
          <p:grpSpPr>
            <a:xfrm>
              <a:off x="1997" y="3805"/>
              <a:ext cx="139" cy="171"/>
              <a:chOff x="3424" y="1933"/>
              <a:chExt cx="142" cy="182"/>
            </a:xfrm>
          </p:grpSpPr>
          <p:sp>
            <p:nvSpPr>
              <p:cNvPr id="41072" name="Rectangle 244"/>
              <p:cNvSpPr/>
              <p:nvPr/>
            </p:nvSpPr>
            <p:spPr>
              <a:xfrm>
                <a:off x="3424" y="1933"/>
                <a:ext cx="142" cy="182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073" name="WordArt 245"/>
              <p:cNvSpPr>
                <a:spLocks noTextEdit="1"/>
              </p:cNvSpPr>
              <p:nvPr/>
            </p:nvSpPr>
            <p:spPr>
              <a:xfrm>
                <a:off x="3440" y="1941"/>
                <a:ext cx="108" cy="16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</a:t>
                </a:r>
              </a:p>
            </p:txBody>
          </p:sp>
        </p:grpSp>
        <p:grpSp>
          <p:nvGrpSpPr>
            <p:cNvPr id="41074" name="Group 246"/>
            <p:cNvGrpSpPr/>
            <p:nvPr/>
          </p:nvGrpSpPr>
          <p:grpSpPr>
            <a:xfrm>
              <a:off x="873" y="3805"/>
              <a:ext cx="206" cy="194"/>
              <a:chOff x="3182" y="1846"/>
              <a:chExt cx="211" cy="206"/>
            </a:xfrm>
          </p:grpSpPr>
          <p:sp>
            <p:nvSpPr>
              <p:cNvPr id="41075" name="Rectangle 247"/>
              <p:cNvSpPr/>
              <p:nvPr/>
            </p:nvSpPr>
            <p:spPr>
              <a:xfrm>
                <a:off x="3188" y="1846"/>
                <a:ext cx="205" cy="206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076" name="WordArt 248"/>
              <p:cNvSpPr>
                <a:spLocks noTextEdit="1"/>
              </p:cNvSpPr>
              <p:nvPr/>
            </p:nvSpPr>
            <p:spPr>
              <a:xfrm>
                <a:off x="3182" y="1856"/>
                <a:ext cx="185" cy="17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</a:t>
                </a:r>
              </a:p>
            </p:txBody>
          </p:sp>
        </p:grpSp>
        <p:sp>
          <p:nvSpPr>
            <p:cNvPr id="41077" name="Line 249"/>
            <p:cNvSpPr/>
            <p:nvPr/>
          </p:nvSpPr>
          <p:spPr>
            <a:xfrm>
              <a:off x="977" y="3055"/>
              <a:ext cx="0" cy="6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</p:spPr>
        </p:sp>
        <p:sp>
          <p:nvSpPr>
            <p:cNvPr id="41078" name="Line 253"/>
            <p:cNvSpPr/>
            <p:nvPr/>
          </p:nvSpPr>
          <p:spPr>
            <a:xfrm flipV="1">
              <a:off x="337" y="3070"/>
              <a:ext cx="648" cy="683"/>
            </a:xfrm>
            <a:prstGeom prst="line">
              <a:avLst/>
            </a:prstGeom>
            <a:ln w="38100" cap="flat" cmpd="sng">
              <a:solidFill>
                <a:srgbClr val="CC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079" name="Arc 254"/>
            <p:cNvSpPr/>
            <p:nvPr/>
          </p:nvSpPr>
          <p:spPr>
            <a:xfrm>
              <a:off x="980" y="2695"/>
              <a:ext cx="983" cy="10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0164" h="21571" fill="none">
                  <a:moveTo>
                    <a:pt x="19046" y="21571"/>
                  </a:moveTo>
                  <a:cubicBezTo>
                    <a:pt x="10523" y="21129"/>
                    <a:pt x="3059" y="15710"/>
                    <a:pt x="-1" y="7743"/>
                  </a:cubicBezTo>
                </a:path>
                <a:path w="20164" h="21571" stroke="0">
                  <a:moveTo>
                    <a:pt x="19046" y="21571"/>
                  </a:moveTo>
                  <a:cubicBezTo>
                    <a:pt x="10523" y="21129"/>
                    <a:pt x="3059" y="15710"/>
                    <a:pt x="-1" y="7743"/>
                  </a:cubicBezTo>
                  <a:lnTo>
                    <a:pt x="20164" y="0"/>
                  </a:lnTo>
                  <a:lnTo>
                    <a:pt x="19046" y="21571"/>
                  </a:lnTo>
                  <a:close/>
                </a:path>
              </a:pathLst>
            </a:custGeom>
            <a:noFill/>
            <a:ln w="38100" cap="flat" cmpd="sng">
              <a:solidFill>
                <a:srgbClr val="CC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1080" name="Group 613"/>
            <p:cNvGrpSpPr/>
            <p:nvPr/>
          </p:nvGrpSpPr>
          <p:grpSpPr>
            <a:xfrm>
              <a:off x="377" y="2691"/>
              <a:ext cx="297" cy="211"/>
              <a:chOff x="1887" y="2152"/>
              <a:chExt cx="297" cy="211"/>
            </a:xfrm>
          </p:grpSpPr>
          <p:grpSp>
            <p:nvGrpSpPr>
              <p:cNvPr id="41081" name="Group 614"/>
              <p:cNvGrpSpPr/>
              <p:nvPr/>
            </p:nvGrpSpPr>
            <p:grpSpPr>
              <a:xfrm>
                <a:off x="1887" y="2152"/>
                <a:ext cx="293" cy="211"/>
                <a:chOff x="1887" y="2152"/>
                <a:chExt cx="293" cy="211"/>
              </a:xfrm>
            </p:grpSpPr>
            <p:sp>
              <p:nvSpPr>
                <p:cNvPr id="41082" name="WordArt 615"/>
                <p:cNvSpPr>
                  <a:spLocks noTextEdit="1"/>
                </p:cNvSpPr>
                <p:nvPr/>
              </p:nvSpPr>
              <p:spPr>
                <a:xfrm>
                  <a:off x="1887" y="2152"/>
                  <a:ext cx="199" cy="20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575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762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41083" name="WordArt 616"/>
                <p:cNvSpPr>
                  <a:spLocks noTextEdit="1"/>
                </p:cNvSpPr>
                <p:nvPr/>
              </p:nvSpPr>
              <p:spPr>
                <a:xfrm>
                  <a:off x="2073" y="2254"/>
                  <a:ext cx="107" cy="10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5991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800" i="1">
                      <a:ln w="762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B</a:t>
                  </a:r>
                </a:p>
              </p:txBody>
            </p:sp>
          </p:grpSp>
          <p:grpSp>
            <p:nvGrpSpPr>
              <p:cNvPr id="41084" name="Group 617"/>
              <p:cNvGrpSpPr/>
              <p:nvPr/>
            </p:nvGrpSpPr>
            <p:grpSpPr>
              <a:xfrm>
                <a:off x="1891" y="2152"/>
                <a:ext cx="293" cy="211"/>
                <a:chOff x="1887" y="2152"/>
                <a:chExt cx="293" cy="211"/>
              </a:xfrm>
            </p:grpSpPr>
            <p:sp>
              <p:nvSpPr>
                <p:cNvPr id="41085" name="WordArt 618"/>
                <p:cNvSpPr>
                  <a:spLocks noTextEdit="1"/>
                </p:cNvSpPr>
                <p:nvPr/>
              </p:nvSpPr>
              <p:spPr>
                <a:xfrm>
                  <a:off x="1887" y="2152"/>
                  <a:ext cx="199" cy="20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575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rgbClr val="CC00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CC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41086" name="WordArt 619"/>
                <p:cNvSpPr>
                  <a:spLocks noTextEdit="1"/>
                </p:cNvSpPr>
                <p:nvPr/>
              </p:nvSpPr>
              <p:spPr>
                <a:xfrm>
                  <a:off x="2073" y="2254"/>
                  <a:ext cx="107" cy="10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5991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800" i="1">
                      <a:ln w="9525" cap="flat" cmpd="sng">
                        <a:solidFill>
                          <a:srgbClr val="CC00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CC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B</a:t>
                  </a:r>
                </a:p>
              </p:txBody>
            </p:sp>
          </p:grpSp>
        </p:grpSp>
      </p:grpSp>
      <p:graphicFrame>
        <p:nvGraphicFramePr>
          <p:cNvPr id="23" name="Object 4"/>
          <p:cNvGraphicFramePr>
            <a:graphicFrameLocks noChangeAspect="1"/>
          </p:cNvGraphicFramePr>
          <p:nvPr/>
        </p:nvGraphicFramePr>
        <p:xfrm>
          <a:off x="3968750" y="3903663"/>
          <a:ext cx="1789113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889000" imgH="419100" progId="Equation.3">
                  <p:embed/>
                </p:oleObj>
              </mc:Choice>
              <mc:Fallback>
                <p:oleObj r:id="rId4" imgW="889000" imgH="419100" progId="Equation.3">
                  <p:embed/>
                  <p:pic>
                    <p:nvPicPr>
                      <p:cNvPr id="0" name="图片 320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68750" y="3903663"/>
                        <a:ext cx="1789113" cy="747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6" name="Object 20"/>
          <p:cNvGraphicFramePr>
            <a:graphicFrameLocks noChangeAspect="1"/>
          </p:cNvGraphicFramePr>
          <p:nvPr/>
        </p:nvGraphicFramePr>
        <p:xfrm>
          <a:off x="6022975" y="3536950"/>
          <a:ext cx="942975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508000" imgH="405765" progId="Equation.3">
                  <p:embed/>
                </p:oleObj>
              </mc:Choice>
              <mc:Fallback>
                <p:oleObj r:id="rId6" imgW="508000" imgH="405765" progId="Equation.3">
                  <p:embed/>
                  <p:pic>
                    <p:nvPicPr>
                      <p:cNvPr id="0" name="图片 320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022975" y="3536950"/>
                        <a:ext cx="942975" cy="804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左大括号 27"/>
          <p:cNvSpPr/>
          <p:nvPr/>
        </p:nvSpPr>
        <p:spPr bwMode="auto">
          <a:xfrm>
            <a:off x="5757863" y="3778250"/>
            <a:ext cx="265113" cy="1096963"/>
          </a:xfrm>
          <a:prstGeom prst="leftBrace">
            <a:avLst>
              <a:gd name="adj1" fmla="val 58333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9238" name="Object 22"/>
          <p:cNvGraphicFramePr>
            <a:graphicFrameLocks noChangeAspect="1"/>
          </p:cNvGraphicFramePr>
          <p:nvPr/>
        </p:nvGraphicFramePr>
        <p:xfrm>
          <a:off x="7535863" y="4525963"/>
          <a:ext cx="8540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68300" imgH="165100" progId="Equation.3">
                  <p:embed/>
                </p:oleObj>
              </mc:Choice>
              <mc:Fallback>
                <p:oleObj r:id="rId8" imgW="368300" imgH="165100" progId="Equation.3">
                  <p:embed/>
                  <p:pic>
                    <p:nvPicPr>
                      <p:cNvPr id="0" name="图片 320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535863" y="4525963"/>
                        <a:ext cx="854075" cy="38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9" name="Object 23"/>
          <p:cNvGraphicFramePr>
            <a:graphicFrameLocks noChangeAspect="1"/>
          </p:cNvGraphicFramePr>
          <p:nvPr/>
        </p:nvGraphicFramePr>
        <p:xfrm>
          <a:off x="6022975" y="4300538"/>
          <a:ext cx="949325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533400" imgH="405765" progId="Equation.3">
                  <p:embed/>
                </p:oleObj>
              </mc:Choice>
              <mc:Fallback>
                <p:oleObj r:id="rId10" imgW="533400" imgH="405765" progId="Equation.3">
                  <p:embed/>
                  <p:pic>
                    <p:nvPicPr>
                      <p:cNvPr id="0" name="图片 320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022975" y="4300538"/>
                        <a:ext cx="949325" cy="833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0" name="Object 24"/>
          <p:cNvGraphicFramePr>
            <a:graphicFrameLocks noChangeAspect="1"/>
          </p:cNvGraphicFramePr>
          <p:nvPr/>
        </p:nvGraphicFramePr>
        <p:xfrm>
          <a:off x="7535863" y="3722688"/>
          <a:ext cx="8540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457200" imgH="165100" progId="Equation.3">
                  <p:embed/>
                </p:oleObj>
              </mc:Choice>
              <mc:Fallback>
                <p:oleObj r:id="rId12" imgW="457200" imgH="165100" progId="Equation.3">
                  <p:embed/>
                  <p:pic>
                    <p:nvPicPr>
                      <p:cNvPr id="0" name="图片 320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535863" y="3722688"/>
                        <a:ext cx="854075" cy="38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109"/>
          <p:cNvGrpSpPr/>
          <p:nvPr/>
        </p:nvGrpSpPr>
        <p:grpSpPr>
          <a:xfrm>
            <a:off x="4333875" y="5133975"/>
            <a:ext cx="3668713" cy="1625600"/>
            <a:chOff x="640966" y="-16898"/>
            <a:chExt cx="5245741" cy="2374314"/>
          </a:xfrm>
        </p:grpSpPr>
        <p:graphicFrame>
          <p:nvGraphicFramePr>
            <p:cNvPr id="41094" name="Object 3"/>
            <p:cNvGraphicFramePr>
              <a:graphicFrameLocks noChangeAspect="1"/>
            </p:cNvGraphicFramePr>
            <p:nvPr/>
          </p:nvGraphicFramePr>
          <p:xfrm>
            <a:off x="2117693" y="-16898"/>
            <a:ext cx="1106183" cy="11788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381000" imgH="405765" progId="Equation.3">
                    <p:embed/>
                  </p:oleObj>
                </mc:Choice>
                <mc:Fallback>
                  <p:oleObj r:id="rId14" imgW="381000" imgH="405765" progId="Equation.3">
                    <p:embed/>
                    <p:pic>
                      <p:nvPicPr>
                        <p:cNvPr id="0" name="图片 3208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2117693" y="-16898"/>
                          <a:ext cx="1106183" cy="11788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95" name="Object 7"/>
            <p:cNvGraphicFramePr>
              <a:graphicFrameLocks noChangeAspect="1"/>
            </p:cNvGraphicFramePr>
            <p:nvPr/>
          </p:nvGraphicFramePr>
          <p:xfrm>
            <a:off x="640966" y="862100"/>
            <a:ext cx="1244229" cy="799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381000" imgH="241300" progId="Equation.3">
                    <p:embed/>
                  </p:oleObj>
                </mc:Choice>
                <mc:Fallback>
                  <p:oleObj r:id="rId16" imgW="381000" imgH="241300" progId="Equation.3">
                    <p:embed/>
                    <p:pic>
                      <p:nvPicPr>
                        <p:cNvPr id="0" name="图片 3209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640966" y="862100"/>
                          <a:ext cx="1244229" cy="7991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96" name="Object 4"/>
            <p:cNvGraphicFramePr>
              <a:graphicFrameLocks noChangeAspect="1"/>
            </p:cNvGraphicFramePr>
            <p:nvPr/>
          </p:nvGraphicFramePr>
          <p:xfrm>
            <a:off x="2192164" y="1265863"/>
            <a:ext cx="1223340" cy="10915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469900" imgH="419100" progId="Equation.3">
                    <p:embed/>
                  </p:oleObj>
                </mc:Choice>
                <mc:Fallback>
                  <p:oleObj r:id="rId18" imgW="469900" imgH="419100" progId="Equation.3">
                    <p:embed/>
                    <p:pic>
                      <p:nvPicPr>
                        <p:cNvPr id="0" name="图片 3210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2192164" y="1265863"/>
                          <a:ext cx="1223340" cy="109155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左大括号 33"/>
            <p:cNvSpPr/>
            <p:nvPr/>
          </p:nvSpPr>
          <p:spPr>
            <a:xfrm>
              <a:off x="1885506" y="612881"/>
              <a:ext cx="231781" cy="1296765"/>
            </a:xfrm>
            <a:prstGeom prst="leftBrace">
              <a:avLst>
                <a:gd name="adj1" fmla="val 58333"/>
                <a:gd name="adj2" fmla="val 50000"/>
              </a:avLst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aphicFrame>
          <p:nvGraphicFramePr>
            <p:cNvPr id="41098" name="Object 7"/>
            <p:cNvGraphicFramePr>
              <a:graphicFrameLocks noChangeAspect="1"/>
            </p:cNvGraphicFramePr>
            <p:nvPr/>
          </p:nvGraphicFramePr>
          <p:xfrm>
            <a:off x="4279653" y="359020"/>
            <a:ext cx="1442215" cy="5290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457200" imgH="165100" progId="Equation.3">
                    <p:embed/>
                  </p:oleObj>
                </mc:Choice>
                <mc:Fallback>
                  <p:oleObj r:id="rId20" imgW="457200" imgH="165100" progId="Equation.3">
                    <p:embed/>
                    <p:pic>
                      <p:nvPicPr>
                        <p:cNvPr id="0" name="图片 3211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4279653" y="359020"/>
                          <a:ext cx="1442215" cy="52906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99" name="Object 7"/>
            <p:cNvGraphicFramePr>
              <a:graphicFrameLocks noChangeAspect="1"/>
            </p:cNvGraphicFramePr>
            <p:nvPr/>
          </p:nvGraphicFramePr>
          <p:xfrm>
            <a:off x="4279200" y="1485843"/>
            <a:ext cx="1607507" cy="579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2" imgW="368300" imgH="165100" progId="Equation.3">
                    <p:embed/>
                  </p:oleObj>
                </mc:Choice>
                <mc:Fallback>
                  <p:oleObj r:id="rId22" imgW="368300" imgH="165100" progId="Equation.3">
                    <p:embed/>
                    <p:pic>
                      <p:nvPicPr>
                        <p:cNvPr id="0" name="图片 3202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4279200" y="1485843"/>
                          <a:ext cx="1607507" cy="57919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7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39" grpId="0"/>
      <p:bldP spid="270339" grpId="1"/>
      <p:bldP spid="270400" grpId="0"/>
      <p:bldP spid="28" grpId="0" bldLvl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5" name="组合 23"/>
          <p:cNvGrpSpPr/>
          <p:nvPr/>
        </p:nvGrpSpPr>
        <p:grpSpPr>
          <a:xfrm>
            <a:off x="1089025" y="996950"/>
            <a:ext cx="3206750" cy="3351213"/>
            <a:chOff x="1714" y="1569"/>
            <a:chExt cx="5052" cy="5278"/>
          </a:xfrm>
        </p:grpSpPr>
        <p:grpSp>
          <p:nvGrpSpPr>
            <p:cNvPr id="41986" name="Group 439"/>
            <p:cNvGrpSpPr/>
            <p:nvPr/>
          </p:nvGrpSpPr>
          <p:grpSpPr>
            <a:xfrm>
              <a:off x="1714" y="1700"/>
              <a:ext cx="5035" cy="5147"/>
              <a:chOff x="686" y="680"/>
              <a:chExt cx="2014" cy="2059"/>
            </a:xfrm>
          </p:grpSpPr>
          <p:sp>
            <p:nvSpPr>
              <p:cNvPr id="41987" name="Oval 13"/>
              <p:cNvSpPr/>
              <p:nvPr/>
            </p:nvSpPr>
            <p:spPr>
              <a:xfrm rot="-5400000">
                <a:off x="711" y="923"/>
                <a:ext cx="1787" cy="1841"/>
              </a:xfrm>
              <a:prstGeom prst="ellipse">
                <a:avLst/>
              </a:prstGeom>
              <a:solidFill>
                <a:srgbClr val="EAEAEA"/>
              </a:solidFill>
              <a:ln w="12700" cap="flat" cmpd="sng">
                <a:solidFill>
                  <a:schemeClr val="accent2"/>
                </a:solidFill>
                <a:prstDash val="lg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41988" name="Group 14"/>
              <p:cNvGrpSpPr/>
              <p:nvPr/>
            </p:nvGrpSpPr>
            <p:grpSpPr>
              <a:xfrm rot="-5400000">
                <a:off x="1568" y="2535"/>
                <a:ext cx="67" cy="60"/>
                <a:chOff x="2592" y="2400"/>
                <a:chExt cx="1344" cy="1296"/>
              </a:xfrm>
            </p:grpSpPr>
            <p:sp>
              <p:nvSpPr>
                <p:cNvPr id="41989" name="Line 15"/>
                <p:cNvSpPr/>
                <p:nvPr/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1990" name="Line 16"/>
                <p:cNvSpPr/>
                <p:nvPr/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1991" name="Group 17"/>
              <p:cNvGrpSpPr/>
              <p:nvPr/>
            </p:nvGrpSpPr>
            <p:grpSpPr>
              <a:xfrm rot="-5400000">
                <a:off x="1560" y="2176"/>
                <a:ext cx="65" cy="60"/>
                <a:chOff x="2592" y="2400"/>
                <a:chExt cx="1344" cy="1296"/>
              </a:xfrm>
            </p:grpSpPr>
            <p:sp>
              <p:nvSpPr>
                <p:cNvPr id="41992" name="Line 18"/>
                <p:cNvSpPr/>
                <p:nvPr/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1993" name="Line 19"/>
                <p:cNvSpPr/>
                <p:nvPr/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1994" name="Group 20"/>
              <p:cNvGrpSpPr/>
              <p:nvPr/>
            </p:nvGrpSpPr>
            <p:grpSpPr>
              <a:xfrm rot="-5400000">
                <a:off x="790" y="1833"/>
                <a:ext cx="68" cy="58"/>
                <a:chOff x="2592" y="2400"/>
                <a:chExt cx="1344" cy="1296"/>
              </a:xfrm>
            </p:grpSpPr>
            <p:sp>
              <p:nvSpPr>
                <p:cNvPr id="41995" name="Line 21"/>
                <p:cNvSpPr/>
                <p:nvPr/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1996" name="Line 22"/>
                <p:cNvSpPr/>
                <p:nvPr/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1997" name="Group 23"/>
              <p:cNvGrpSpPr/>
              <p:nvPr/>
            </p:nvGrpSpPr>
            <p:grpSpPr>
              <a:xfrm rot="-5400000">
                <a:off x="1575" y="1466"/>
                <a:ext cx="67" cy="60"/>
                <a:chOff x="2592" y="2400"/>
                <a:chExt cx="1344" cy="1296"/>
              </a:xfrm>
            </p:grpSpPr>
            <p:sp>
              <p:nvSpPr>
                <p:cNvPr id="41998" name="Line 24"/>
                <p:cNvSpPr/>
                <p:nvPr/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1999" name="Line 25"/>
                <p:cNvSpPr/>
                <p:nvPr/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2000" name="Group 26"/>
              <p:cNvGrpSpPr/>
              <p:nvPr/>
            </p:nvGrpSpPr>
            <p:grpSpPr>
              <a:xfrm rot="-5400000">
                <a:off x="1561" y="1057"/>
                <a:ext cx="66" cy="57"/>
                <a:chOff x="2592" y="2400"/>
                <a:chExt cx="1344" cy="1296"/>
              </a:xfrm>
            </p:grpSpPr>
            <p:sp>
              <p:nvSpPr>
                <p:cNvPr id="42001" name="Line 27"/>
                <p:cNvSpPr/>
                <p:nvPr/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2002" name="Line 28"/>
                <p:cNvSpPr/>
                <p:nvPr/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2003" name="Group 29"/>
              <p:cNvGrpSpPr/>
              <p:nvPr/>
            </p:nvGrpSpPr>
            <p:grpSpPr>
              <a:xfrm rot="-5400000">
                <a:off x="1934" y="1469"/>
                <a:ext cx="67" cy="57"/>
                <a:chOff x="2592" y="2400"/>
                <a:chExt cx="1344" cy="1296"/>
              </a:xfrm>
            </p:grpSpPr>
            <p:sp>
              <p:nvSpPr>
                <p:cNvPr id="42004" name="Line 30"/>
                <p:cNvSpPr/>
                <p:nvPr/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2005" name="Line 31"/>
                <p:cNvSpPr/>
                <p:nvPr/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2006" name="Group 32"/>
              <p:cNvGrpSpPr/>
              <p:nvPr/>
            </p:nvGrpSpPr>
            <p:grpSpPr>
              <a:xfrm rot="-5400000">
                <a:off x="1197" y="1828"/>
                <a:ext cx="66" cy="59"/>
                <a:chOff x="2592" y="2400"/>
                <a:chExt cx="1344" cy="1296"/>
              </a:xfrm>
            </p:grpSpPr>
            <p:sp>
              <p:nvSpPr>
                <p:cNvPr id="42007" name="Line 33"/>
                <p:cNvSpPr/>
                <p:nvPr/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2008" name="Line 34"/>
                <p:cNvSpPr/>
                <p:nvPr/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2009" name="Group 35"/>
              <p:cNvGrpSpPr/>
              <p:nvPr/>
            </p:nvGrpSpPr>
            <p:grpSpPr>
              <a:xfrm rot="-5400000">
                <a:off x="829" y="2198"/>
                <a:ext cx="68" cy="59"/>
                <a:chOff x="2592" y="2400"/>
                <a:chExt cx="1344" cy="1296"/>
              </a:xfrm>
            </p:grpSpPr>
            <p:sp>
              <p:nvSpPr>
                <p:cNvPr id="42010" name="Line 36"/>
                <p:cNvSpPr/>
                <p:nvPr/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2011" name="Line 37"/>
                <p:cNvSpPr/>
                <p:nvPr/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2012" name="Group 38"/>
              <p:cNvGrpSpPr/>
              <p:nvPr/>
            </p:nvGrpSpPr>
            <p:grpSpPr>
              <a:xfrm rot="-5400000">
                <a:off x="838" y="1437"/>
                <a:ext cx="65" cy="58"/>
                <a:chOff x="2592" y="2400"/>
                <a:chExt cx="1344" cy="1296"/>
              </a:xfrm>
            </p:grpSpPr>
            <p:sp>
              <p:nvSpPr>
                <p:cNvPr id="42013" name="Line 39"/>
                <p:cNvSpPr/>
                <p:nvPr/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2014" name="Line 40"/>
                <p:cNvSpPr/>
                <p:nvPr/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2015" name="Group 41"/>
              <p:cNvGrpSpPr/>
              <p:nvPr/>
            </p:nvGrpSpPr>
            <p:grpSpPr>
              <a:xfrm rot="-5400000">
                <a:off x="2328" y="2157"/>
                <a:ext cx="66" cy="57"/>
                <a:chOff x="2592" y="2400"/>
                <a:chExt cx="1344" cy="1296"/>
              </a:xfrm>
            </p:grpSpPr>
            <p:sp>
              <p:nvSpPr>
                <p:cNvPr id="42016" name="Line 42"/>
                <p:cNvSpPr/>
                <p:nvPr/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2017" name="Line 43"/>
                <p:cNvSpPr/>
                <p:nvPr/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2018" name="Group 44"/>
              <p:cNvGrpSpPr/>
              <p:nvPr/>
            </p:nvGrpSpPr>
            <p:grpSpPr>
              <a:xfrm rot="-5400000">
                <a:off x="1178" y="2524"/>
                <a:ext cx="66" cy="59"/>
                <a:chOff x="2592" y="2400"/>
                <a:chExt cx="1344" cy="1296"/>
              </a:xfrm>
            </p:grpSpPr>
            <p:sp>
              <p:nvSpPr>
                <p:cNvPr id="42019" name="Line 45"/>
                <p:cNvSpPr/>
                <p:nvPr/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2020" name="Line 46"/>
                <p:cNvSpPr/>
                <p:nvPr/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2021" name="Group 47"/>
              <p:cNvGrpSpPr/>
              <p:nvPr/>
            </p:nvGrpSpPr>
            <p:grpSpPr>
              <a:xfrm rot="-5400000">
                <a:off x="1199" y="1096"/>
                <a:ext cx="68" cy="59"/>
                <a:chOff x="2592" y="2400"/>
                <a:chExt cx="1344" cy="1296"/>
              </a:xfrm>
            </p:grpSpPr>
            <p:sp>
              <p:nvSpPr>
                <p:cNvPr id="42022" name="Line 48"/>
                <p:cNvSpPr/>
                <p:nvPr/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2023" name="Line 49"/>
                <p:cNvSpPr/>
                <p:nvPr/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2024" name="WordArt 50"/>
              <p:cNvSpPr>
                <a:spLocks noTextEdit="1"/>
              </p:cNvSpPr>
              <p:nvPr/>
            </p:nvSpPr>
            <p:spPr>
              <a:xfrm>
                <a:off x="1419" y="1765"/>
                <a:ext cx="113" cy="16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0000"/>
                    </a:solidFill>
                    <a:effectLst>
                      <a:outerShdw dist="28398" dir="1593903" algn="ctr" rotWithShape="0">
                        <a:schemeClr val="bg1"/>
                      </a:outerShdw>
                    </a:effectLst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O</a:t>
                </a:r>
              </a:p>
            </p:txBody>
          </p:sp>
          <p:sp>
            <p:nvSpPr>
              <p:cNvPr id="42025" name="WordArt 51"/>
              <p:cNvSpPr>
                <a:spLocks noTextEdit="1"/>
              </p:cNvSpPr>
              <p:nvPr/>
            </p:nvSpPr>
            <p:spPr>
              <a:xfrm>
                <a:off x="1232" y="2113"/>
                <a:ext cx="184" cy="17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effectLst>
                      <a:outerShdw dist="35921" dir="2699999" algn="ctr" rotWithShape="0">
                        <a:schemeClr val="bg1"/>
                      </a:outerShdw>
                    </a:effectLst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</a:t>
                </a:r>
              </a:p>
            </p:txBody>
          </p:sp>
          <p:sp>
            <p:nvSpPr>
              <p:cNvPr id="42026" name="Rectangle 52"/>
              <p:cNvSpPr/>
              <p:nvPr/>
            </p:nvSpPr>
            <p:spPr>
              <a:xfrm rot="-10800000" flipH="1">
                <a:off x="1611" y="1851"/>
                <a:ext cx="925" cy="31"/>
              </a:xfrm>
              <a:prstGeom prst="rect">
                <a:avLst/>
              </a:prstGeom>
              <a:solidFill>
                <a:srgbClr val="FFCC00"/>
              </a:solidFill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027" name="Line 53"/>
              <p:cNvSpPr/>
              <p:nvPr/>
            </p:nvSpPr>
            <p:spPr>
              <a:xfrm rot="5400000">
                <a:off x="1080" y="2169"/>
                <a:ext cx="832" cy="193"/>
              </a:xfrm>
              <a:prstGeom prst="line">
                <a:avLst/>
              </a:prstGeom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028" name="WordArt 54"/>
              <p:cNvSpPr>
                <a:spLocks noTextEdit="1"/>
              </p:cNvSpPr>
              <p:nvPr/>
            </p:nvSpPr>
            <p:spPr>
              <a:xfrm>
                <a:off x="1610" y="1922"/>
                <a:ext cx="120" cy="16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42029" name="WordArt 55"/>
              <p:cNvSpPr>
                <a:spLocks noTextEdit="1"/>
              </p:cNvSpPr>
              <p:nvPr/>
            </p:nvSpPr>
            <p:spPr>
              <a:xfrm>
                <a:off x="2554" y="1865"/>
                <a:ext cx="146" cy="17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42030" name="WordArt 56"/>
              <p:cNvSpPr>
                <a:spLocks noTextEdit="1"/>
              </p:cNvSpPr>
              <p:nvPr/>
            </p:nvSpPr>
            <p:spPr>
              <a:xfrm>
                <a:off x="1182" y="1420"/>
                <a:ext cx="239" cy="18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5991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effectLst>
                      <a:outerShdw dist="52363" dir="842174" algn="ctr" rotWithShape="0">
                        <a:schemeClr val="bg1"/>
                      </a:outerShdw>
                    </a:effectLst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</a:p>
            </p:txBody>
          </p:sp>
          <p:grpSp>
            <p:nvGrpSpPr>
              <p:cNvPr id="42031" name="Group 57"/>
              <p:cNvGrpSpPr/>
              <p:nvPr/>
            </p:nvGrpSpPr>
            <p:grpSpPr>
              <a:xfrm rot="-5400000">
                <a:off x="1951" y="2492"/>
                <a:ext cx="67" cy="57"/>
                <a:chOff x="2592" y="2400"/>
                <a:chExt cx="1344" cy="1296"/>
              </a:xfrm>
            </p:grpSpPr>
            <p:sp>
              <p:nvSpPr>
                <p:cNvPr id="42032" name="Line 58"/>
                <p:cNvSpPr/>
                <p:nvPr/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2033" name="Line 59"/>
                <p:cNvSpPr/>
                <p:nvPr/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2034" name="WordArt 60"/>
              <p:cNvSpPr>
                <a:spLocks noTextEdit="1"/>
              </p:cNvSpPr>
              <p:nvPr/>
            </p:nvSpPr>
            <p:spPr>
              <a:xfrm>
                <a:off x="2050" y="1926"/>
                <a:ext cx="78" cy="23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49352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l</a:t>
                </a:r>
              </a:p>
            </p:txBody>
          </p:sp>
          <p:grpSp>
            <p:nvGrpSpPr>
              <p:cNvPr id="42035" name="Group 111"/>
              <p:cNvGrpSpPr/>
              <p:nvPr/>
            </p:nvGrpSpPr>
            <p:grpSpPr>
              <a:xfrm rot="-5400000">
                <a:off x="1943" y="1141"/>
                <a:ext cx="67" cy="57"/>
                <a:chOff x="2592" y="2400"/>
                <a:chExt cx="1344" cy="1296"/>
              </a:xfrm>
            </p:grpSpPr>
            <p:sp>
              <p:nvSpPr>
                <p:cNvPr id="42036" name="Line 112"/>
                <p:cNvSpPr/>
                <p:nvPr/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2037" name="Line 113"/>
                <p:cNvSpPr/>
                <p:nvPr/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2038" name="Group 114"/>
              <p:cNvGrpSpPr/>
              <p:nvPr/>
            </p:nvGrpSpPr>
            <p:grpSpPr>
              <a:xfrm rot="-5400000">
                <a:off x="2280" y="1463"/>
                <a:ext cx="67" cy="60"/>
                <a:chOff x="2592" y="2400"/>
                <a:chExt cx="1344" cy="1296"/>
              </a:xfrm>
            </p:grpSpPr>
            <p:sp>
              <p:nvSpPr>
                <p:cNvPr id="42039" name="Line 115"/>
                <p:cNvSpPr/>
                <p:nvPr/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2040" name="Line 116"/>
                <p:cNvSpPr/>
                <p:nvPr/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2041" name="Group 130"/>
              <p:cNvGrpSpPr/>
              <p:nvPr/>
            </p:nvGrpSpPr>
            <p:grpSpPr>
              <a:xfrm>
                <a:off x="1458" y="680"/>
                <a:ext cx="276" cy="176"/>
                <a:chOff x="948" y="2966"/>
                <a:chExt cx="417" cy="252"/>
              </a:xfrm>
            </p:grpSpPr>
            <p:sp>
              <p:nvSpPr>
                <p:cNvPr id="42042" name="WordArt 131"/>
                <p:cNvSpPr>
                  <a:spLocks noTextEdit="1"/>
                </p:cNvSpPr>
                <p:nvPr/>
              </p:nvSpPr>
              <p:spPr>
                <a:xfrm>
                  <a:off x="948" y="2966"/>
                  <a:ext cx="417" cy="25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3175" cap="flat" cmpd="sng">
                        <a:solidFill>
                          <a:srgbClr val="3333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3333FF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(   )</a:t>
                  </a:r>
                </a:p>
              </p:txBody>
            </p:sp>
            <p:sp>
              <p:nvSpPr>
                <p:cNvPr id="42043" name="WordArt 132"/>
                <p:cNvSpPr>
                  <a:spLocks noTextEdit="1"/>
                </p:cNvSpPr>
                <p:nvPr/>
              </p:nvSpPr>
              <p:spPr>
                <a:xfrm>
                  <a:off x="1062" y="3005"/>
                  <a:ext cx="185" cy="16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3175" cap="flat" cmpd="sng">
                        <a:solidFill>
                          <a:srgbClr val="3333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3333FF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</p:grpSp>
          <p:grpSp>
            <p:nvGrpSpPr>
              <p:cNvPr id="42044" name="Group 160"/>
              <p:cNvGrpSpPr/>
              <p:nvPr/>
            </p:nvGrpSpPr>
            <p:grpSpPr>
              <a:xfrm>
                <a:off x="779" y="1025"/>
                <a:ext cx="1654" cy="1640"/>
                <a:chOff x="779" y="1029"/>
                <a:chExt cx="1654" cy="1640"/>
              </a:xfrm>
            </p:grpSpPr>
            <p:sp>
              <p:nvSpPr>
                <p:cNvPr id="42045" name="Oval 161"/>
                <p:cNvSpPr/>
                <p:nvPr/>
              </p:nvSpPr>
              <p:spPr>
                <a:xfrm>
                  <a:off x="1282" y="1586"/>
                  <a:ext cx="576" cy="576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2046" name="Oval 162"/>
                <p:cNvSpPr/>
                <p:nvPr/>
              </p:nvSpPr>
              <p:spPr>
                <a:xfrm>
                  <a:off x="999" y="1259"/>
                  <a:ext cx="1194" cy="1184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2047" name="Oval 163"/>
                <p:cNvSpPr/>
                <p:nvPr/>
              </p:nvSpPr>
              <p:spPr>
                <a:xfrm>
                  <a:off x="779" y="1039"/>
                  <a:ext cx="1651" cy="163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2048" name="Line 164"/>
                <p:cNvSpPr/>
                <p:nvPr/>
              </p:nvSpPr>
              <p:spPr>
                <a:xfrm flipH="1" flipV="1">
                  <a:off x="1544" y="1260"/>
                  <a:ext cx="108" cy="3"/>
                </a:xfrm>
                <a:prstGeom prst="line">
                  <a:avLst/>
                </a:prstGeom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stealth" w="lg" len="lg"/>
                </a:ln>
              </p:spPr>
            </p:sp>
            <p:sp>
              <p:nvSpPr>
                <p:cNvPr id="42049" name="Line 165"/>
                <p:cNvSpPr/>
                <p:nvPr/>
              </p:nvSpPr>
              <p:spPr>
                <a:xfrm flipH="1" flipV="1">
                  <a:off x="1526" y="1587"/>
                  <a:ext cx="69" cy="3"/>
                </a:xfrm>
                <a:prstGeom prst="line">
                  <a:avLst/>
                </a:prstGeom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stealth" w="lg" len="lg"/>
                </a:ln>
              </p:spPr>
            </p:sp>
            <p:sp>
              <p:nvSpPr>
                <p:cNvPr id="42050" name="Line 166"/>
                <p:cNvSpPr/>
                <p:nvPr/>
              </p:nvSpPr>
              <p:spPr>
                <a:xfrm flipH="1" flipV="1">
                  <a:off x="1547" y="1029"/>
                  <a:ext cx="78" cy="3"/>
                </a:xfrm>
                <a:prstGeom prst="line">
                  <a:avLst/>
                </a:prstGeom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stealth" w="lg" len="lg"/>
                </a:ln>
              </p:spPr>
            </p:sp>
            <p:sp>
              <p:nvSpPr>
                <p:cNvPr id="42051" name="Line 167"/>
                <p:cNvSpPr/>
                <p:nvPr/>
              </p:nvSpPr>
              <p:spPr>
                <a:xfrm flipV="1">
                  <a:off x="2193" y="1425"/>
                  <a:ext cx="0" cy="414"/>
                </a:xfrm>
                <a:prstGeom prst="line">
                  <a:avLst/>
                </a:prstGeom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stealth" w="lg" len="lg"/>
                </a:ln>
              </p:spPr>
            </p:sp>
            <p:sp>
              <p:nvSpPr>
                <p:cNvPr id="42052" name="Line 168"/>
                <p:cNvSpPr/>
                <p:nvPr/>
              </p:nvSpPr>
              <p:spPr>
                <a:xfrm flipV="1">
                  <a:off x="1854" y="1680"/>
                  <a:ext cx="0" cy="171"/>
                </a:xfrm>
                <a:prstGeom prst="line">
                  <a:avLst/>
                </a:prstGeom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stealth" w="lg" len="lg"/>
                </a:ln>
              </p:spPr>
            </p:sp>
            <p:sp>
              <p:nvSpPr>
                <p:cNvPr id="42053" name="Line 169"/>
                <p:cNvSpPr/>
                <p:nvPr/>
              </p:nvSpPr>
              <p:spPr>
                <a:xfrm flipH="1" flipV="1">
                  <a:off x="2433" y="1236"/>
                  <a:ext cx="0" cy="606"/>
                </a:xfrm>
                <a:prstGeom prst="line">
                  <a:avLst/>
                </a:prstGeom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stealth" w="lg" len="lg"/>
                </a:ln>
              </p:spPr>
            </p:sp>
            <p:sp>
              <p:nvSpPr>
                <p:cNvPr id="42054" name="Line 170"/>
                <p:cNvSpPr/>
                <p:nvPr/>
              </p:nvSpPr>
              <p:spPr>
                <a:xfrm>
                  <a:off x="1314" y="1994"/>
                  <a:ext cx="36" cy="57"/>
                </a:xfrm>
                <a:prstGeom prst="line">
                  <a:avLst/>
                </a:prstGeom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stealth" w="lg" len="lg"/>
                </a:ln>
              </p:spPr>
            </p:sp>
            <p:sp>
              <p:nvSpPr>
                <p:cNvPr id="42055" name="Line 171"/>
                <p:cNvSpPr/>
                <p:nvPr/>
              </p:nvSpPr>
              <p:spPr>
                <a:xfrm>
                  <a:off x="1068" y="2126"/>
                  <a:ext cx="36" cy="57"/>
                </a:xfrm>
                <a:prstGeom prst="line">
                  <a:avLst/>
                </a:prstGeom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stealth" w="lg" len="lg"/>
                </a:ln>
              </p:spPr>
            </p:sp>
            <p:sp>
              <p:nvSpPr>
                <p:cNvPr id="42056" name="Line 172"/>
                <p:cNvSpPr/>
                <p:nvPr/>
              </p:nvSpPr>
              <p:spPr>
                <a:xfrm>
                  <a:off x="930" y="2324"/>
                  <a:ext cx="36" cy="57"/>
                </a:xfrm>
                <a:prstGeom prst="line">
                  <a:avLst/>
                </a:prstGeom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stealth" w="lg" len="lg"/>
                </a:ln>
              </p:spPr>
            </p:sp>
          </p:grpSp>
          <p:grpSp>
            <p:nvGrpSpPr>
              <p:cNvPr id="42057" name="Group 402"/>
              <p:cNvGrpSpPr/>
              <p:nvPr/>
            </p:nvGrpSpPr>
            <p:grpSpPr>
              <a:xfrm>
                <a:off x="2071" y="1041"/>
                <a:ext cx="264" cy="174"/>
                <a:chOff x="1447" y="264"/>
                <a:chExt cx="264" cy="174"/>
              </a:xfrm>
            </p:grpSpPr>
            <p:sp>
              <p:nvSpPr>
                <p:cNvPr id="42058" name="WordArt 403"/>
                <p:cNvSpPr>
                  <a:spLocks noTextEdit="1"/>
                </p:cNvSpPr>
                <p:nvPr/>
              </p:nvSpPr>
              <p:spPr>
                <a:xfrm>
                  <a:off x="1447" y="264"/>
                  <a:ext cx="193" cy="14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575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762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42059" name="WordArt 404"/>
                <p:cNvSpPr>
                  <a:spLocks noTextEdit="1"/>
                </p:cNvSpPr>
                <p:nvPr/>
              </p:nvSpPr>
              <p:spPr>
                <a:xfrm>
                  <a:off x="1614" y="352"/>
                  <a:ext cx="97" cy="8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3606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800" i="1">
                      <a:ln w="762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B</a:t>
                  </a:r>
                </a:p>
              </p:txBody>
            </p:sp>
          </p:grpSp>
          <p:grpSp>
            <p:nvGrpSpPr>
              <p:cNvPr id="42060" name="Group 405"/>
              <p:cNvGrpSpPr/>
              <p:nvPr/>
            </p:nvGrpSpPr>
            <p:grpSpPr>
              <a:xfrm>
                <a:off x="2076" y="1040"/>
                <a:ext cx="264" cy="174"/>
                <a:chOff x="1447" y="264"/>
                <a:chExt cx="264" cy="174"/>
              </a:xfrm>
            </p:grpSpPr>
            <p:sp>
              <p:nvSpPr>
                <p:cNvPr id="42061" name="WordArt 406"/>
                <p:cNvSpPr>
                  <a:spLocks noTextEdit="1"/>
                </p:cNvSpPr>
                <p:nvPr/>
              </p:nvSpPr>
              <p:spPr>
                <a:xfrm>
                  <a:off x="1447" y="264"/>
                  <a:ext cx="193" cy="14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575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rgbClr val="CC00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CC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42062" name="WordArt 407"/>
                <p:cNvSpPr>
                  <a:spLocks noTextEdit="1"/>
                </p:cNvSpPr>
                <p:nvPr/>
              </p:nvSpPr>
              <p:spPr>
                <a:xfrm>
                  <a:off x="1614" y="352"/>
                  <a:ext cx="97" cy="8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3606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800" i="1">
                      <a:ln w="9525" cap="flat" cmpd="sng">
                        <a:solidFill>
                          <a:srgbClr val="CC00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CC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B</a:t>
                  </a:r>
                </a:p>
              </p:txBody>
            </p:sp>
          </p:grpSp>
        </p:grpSp>
        <p:graphicFrame>
          <p:nvGraphicFramePr>
            <p:cNvPr id="42063" name="对象 21"/>
            <p:cNvGraphicFramePr/>
            <p:nvPr/>
          </p:nvGraphicFramePr>
          <p:xfrm>
            <a:off x="5457" y="1569"/>
            <a:ext cx="1309" cy="9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558800" imgH="405765" progId="Equation.DSMT4">
                    <p:embed/>
                  </p:oleObj>
                </mc:Choice>
                <mc:Fallback>
                  <p:oleObj r:id="rId2" imgW="558800" imgH="405765" progId="Equation.DSMT4">
                    <p:embed/>
                    <p:pic>
                      <p:nvPicPr>
                        <p:cNvPr id="0" name="图片 3212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5457" y="1569"/>
                          <a:ext cx="1309" cy="9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064" name="Rectangle 437"/>
          <p:cNvSpPr>
            <a:spLocks noGrp="1"/>
          </p:cNvSpPr>
          <p:nvPr>
            <p:ph type="title" idx="4294967295"/>
          </p:nvPr>
        </p:nvSpPr>
        <p:spPr>
          <a:xfrm>
            <a:off x="1371600" y="0"/>
            <a:ext cx="7772400" cy="241300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sz="800" dirty="0">
                <a:solidFill>
                  <a:schemeClr val="bg1"/>
                </a:solidFill>
              </a:rPr>
              <a:t>例</a:t>
            </a:r>
          </a:p>
        </p:txBody>
      </p:sp>
      <p:sp>
        <p:nvSpPr>
          <p:cNvPr id="42065" name="Rectangle 2" descr="羊皮纸"/>
          <p:cNvSpPr/>
          <p:nvPr/>
        </p:nvSpPr>
        <p:spPr>
          <a:xfrm>
            <a:off x="0" y="6664325"/>
            <a:ext cx="9144000" cy="187325"/>
          </a:xfrm>
          <a:prstGeom prst="rect">
            <a:avLst/>
          </a:prstGeom>
          <a:blipFill rotWithShape="0">
            <a:blip r:embed="rId4"/>
          </a:blipFill>
          <a:ln w="9525" cap="flat" cmpd="sng">
            <a:solidFill>
              <a:srgbClr val="FFFF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433"/>
          <p:cNvGrpSpPr/>
          <p:nvPr/>
        </p:nvGrpSpPr>
        <p:grpSpPr>
          <a:xfrm>
            <a:off x="468313" y="363538"/>
            <a:ext cx="8320087" cy="439737"/>
            <a:chOff x="295" y="229"/>
            <a:chExt cx="5241" cy="277"/>
          </a:xfrm>
        </p:grpSpPr>
        <p:sp>
          <p:nvSpPr>
            <p:cNvPr id="42067" name="WordArt 117"/>
            <p:cNvSpPr>
              <a:spLocks noTextEdit="1"/>
            </p:cNvSpPr>
            <p:nvPr/>
          </p:nvSpPr>
          <p:spPr>
            <a:xfrm rot="10800000" flipH="1" flipV="1">
              <a:off x="2612" y="271"/>
              <a:ext cx="2924" cy="1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2000" b="1"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求下图    棒上的感生电动势</a:t>
              </a:r>
            </a:p>
          </p:txBody>
        </p:sp>
        <p:grpSp>
          <p:nvGrpSpPr>
            <p:cNvPr id="42068" name="Group 118"/>
            <p:cNvGrpSpPr/>
            <p:nvPr/>
          </p:nvGrpSpPr>
          <p:grpSpPr>
            <a:xfrm rot="10800000" flipH="1" flipV="1">
              <a:off x="3350" y="275"/>
              <a:ext cx="241" cy="178"/>
              <a:chOff x="2992" y="1247"/>
              <a:chExt cx="360" cy="254"/>
            </a:xfrm>
          </p:grpSpPr>
          <p:grpSp>
            <p:nvGrpSpPr>
              <p:cNvPr id="42069" name="Group 119"/>
              <p:cNvGrpSpPr/>
              <p:nvPr/>
            </p:nvGrpSpPr>
            <p:grpSpPr>
              <a:xfrm>
                <a:off x="2992" y="1281"/>
                <a:ext cx="360" cy="220"/>
                <a:chOff x="2992" y="1281"/>
                <a:chExt cx="360" cy="220"/>
              </a:xfrm>
            </p:grpSpPr>
            <p:sp>
              <p:nvSpPr>
                <p:cNvPr id="42070" name="WordArt 120"/>
                <p:cNvSpPr>
                  <a:spLocks noTextEdit="1"/>
                </p:cNvSpPr>
                <p:nvPr/>
              </p:nvSpPr>
              <p:spPr>
                <a:xfrm>
                  <a:off x="2992" y="1293"/>
                  <a:ext cx="150" cy="19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a</a:t>
                  </a:r>
                </a:p>
              </p:txBody>
            </p:sp>
            <p:sp>
              <p:nvSpPr>
                <p:cNvPr id="42071" name="WordArt 121"/>
                <p:cNvSpPr>
                  <a:spLocks noTextEdit="1"/>
                </p:cNvSpPr>
                <p:nvPr/>
              </p:nvSpPr>
              <p:spPr>
                <a:xfrm>
                  <a:off x="3172" y="1281"/>
                  <a:ext cx="180" cy="22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b</a:t>
                  </a:r>
                </a:p>
              </p:txBody>
            </p:sp>
          </p:grpSp>
          <p:sp>
            <p:nvSpPr>
              <p:cNvPr id="42072" name="Line 122"/>
              <p:cNvSpPr/>
              <p:nvPr/>
            </p:nvSpPr>
            <p:spPr>
              <a:xfrm>
                <a:off x="2998" y="1247"/>
                <a:ext cx="34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2073" name="WordArt 123"/>
            <p:cNvSpPr>
              <a:spLocks noTextEdit="1"/>
            </p:cNvSpPr>
            <p:nvPr/>
          </p:nvSpPr>
          <p:spPr>
            <a:xfrm rot="10800000" flipH="1" flipV="1">
              <a:off x="295" y="277"/>
              <a:ext cx="523" cy="15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2000" b="1"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应用</a:t>
              </a:r>
            </a:p>
          </p:txBody>
        </p:sp>
        <p:sp>
          <p:nvSpPr>
            <p:cNvPr id="42074" name="Rectangle 136"/>
            <p:cNvSpPr/>
            <p:nvPr/>
          </p:nvSpPr>
          <p:spPr>
            <a:xfrm>
              <a:off x="905" y="268"/>
              <a:ext cx="505" cy="207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rgbClr val="00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75" name="WordArt 137"/>
            <p:cNvSpPr>
              <a:spLocks noTextEdit="1"/>
            </p:cNvSpPr>
            <p:nvPr/>
          </p:nvSpPr>
          <p:spPr>
            <a:xfrm>
              <a:off x="1205" y="302"/>
              <a:ext cx="123" cy="1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800" i="1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42076" name="WordArt 138"/>
            <p:cNvSpPr>
              <a:spLocks noTextEdit="1"/>
            </p:cNvSpPr>
            <p:nvPr/>
          </p:nvSpPr>
          <p:spPr>
            <a:xfrm>
              <a:off x="976" y="306"/>
              <a:ext cx="77" cy="12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42077" name="Freeform 139"/>
            <p:cNvSpPr/>
            <p:nvPr/>
          </p:nvSpPr>
          <p:spPr>
            <a:xfrm>
              <a:off x="1078" y="309"/>
              <a:ext cx="113" cy="8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</a:cxnLst>
              <a:rect l="0" t="0" r="0" b="0"/>
              <a:pathLst>
                <a:path w="205" h="118">
                  <a:moveTo>
                    <a:pt x="189" y="0"/>
                  </a:moveTo>
                  <a:lnTo>
                    <a:pt x="0" y="63"/>
                  </a:lnTo>
                  <a:lnTo>
                    <a:pt x="205" y="118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78" name="Line 140"/>
            <p:cNvSpPr/>
            <p:nvPr/>
          </p:nvSpPr>
          <p:spPr>
            <a:xfrm>
              <a:off x="1064" y="393"/>
              <a:ext cx="104" cy="4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42079" name="Group 142"/>
            <p:cNvGrpSpPr/>
            <p:nvPr/>
          </p:nvGrpSpPr>
          <p:grpSpPr>
            <a:xfrm>
              <a:off x="2205" y="229"/>
              <a:ext cx="307" cy="275"/>
              <a:chOff x="2995" y="3214"/>
              <a:chExt cx="352" cy="362"/>
            </a:xfrm>
          </p:grpSpPr>
          <p:sp>
            <p:nvSpPr>
              <p:cNvPr id="42080" name="WordArt 143"/>
              <p:cNvSpPr>
                <a:spLocks noTextEdit="1"/>
              </p:cNvSpPr>
              <p:nvPr/>
            </p:nvSpPr>
            <p:spPr>
              <a:xfrm>
                <a:off x="3022" y="3214"/>
                <a:ext cx="90" cy="15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800" b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2081" name="Line 144"/>
              <p:cNvSpPr/>
              <p:nvPr/>
            </p:nvSpPr>
            <p:spPr>
              <a:xfrm>
                <a:off x="2995" y="3399"/>
                <a:ext cx="35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082" name="WordArt 145"/>
              <p:cNvSpPr>
                <a:spLocks noTextEdit="1"/>
              </p:cNvSpPr>
              <p:nvPr/>
            </p:nvSpPr>
            <p:spPr>
              <a:xfrm>
                <a:off x="3046" y="3426"/>
                <a:ext cx="90" cy="15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800" b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2083" name="WordArt 146"/>
              <p:cNvSpPr>
                <a:spLocks noTextEdit="1"/>
              </p:cNvSpPr>
              <p:nvPr/>
            </p:nvSpPr>
            <p:spPr>
              <a:xfrm>
                <a:off x="3135" y="3420"/>
                <a:ext cx="179" cy="14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64773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</a:t>
                </a:r>
              </a:p>
            </p:txBody>
          </p:sp>
          <p:sp>
            <p:nvSpPr>
              <p:cNvPr id="42084" name="WordArt 147"/>
              <p:cNvSpPr>
                <a:spLocks noTextEdit="1"/>
              </p:cNvSpPr>
              <p:nvPr/>
            </p:nvSpPr>
            <p:spPr>
              <a:xfrm>
                <a:off x="3125" y="3215"/>
                <a:ext cx="154" cy="13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5991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 i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</a:p>
            </p:txBody>
          </p:sp>
        </p:grpSp>
        <p:grpSp>
          <p:nvGrpSpPr>
            <p:cNvPr id="42085" name="Group 148"/>
            <p:cNvGrpSpPr/>
            <p:nvPr/>
          </p:nvGrpSpPr>
          <p:grpSpPr>
            <a:xfrm>
              <a:off x="1977" y="235"/>
              <a:ext cx="164" cy="271"/>
              <a:chOff x="4900" y="2276"/>
              <a:chExt cx="189" cy="356"/>
            </a:xfrm>
          </p:grpSpPr>
          <p:sp>
            <p:nvSpPr>
              <p:cNvPr id="42086" name="WordArt 149"/>
              <p:cNvSpPr>
                <a:spLocks noTextEdit="1"/>
              </p:cNvSpPr>
              <p:nvPr/>
            </p:nvSpPr>
            <p:spPr>
              <a:xfrm>
                <a:off x="4910" y="2511"/>
                <a:ext cx="132" cy="12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42087" name="WordArt 150"/>
              <p:cNvSpPr>
                <a:spLocks noTextEdit="1"/>
              </p:cNvSpPr>
              <p:nvPr/>
            </p:nvSpPr>
            <p:spPr>
              <a:xfrm>
                <a:off x="4943" y="2276"/>
                <a:ext cx="84" cy="13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</a:t>
                </a:r>
              </a:p>
            </p:txBody>
          </p:sp>
          <p:sp>
            <p:nvSpPr>
              <p:cNvPr id="42088" name="Line 151"/>
              <p:cNvSpPr/>
              <p:nvPr/>
            </p:nvSpPr>
            <p:spPr>
              <a:xfrm>
                <a:off x="4900" y="2446"/>
                <a:ext cx="189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2089" name="Group 152"/>
            <p:cNvGrpSpPr/>
            <p:nvPr/>
          </p:nvGrpSpPr>
          <p:grpSpPr>
            <a:xfrm>
              <a:off x="1760" y="343"/>
              <a:ext cx="148" cy="56"/>
              <a:chOff x="217" y="2711"/>
              <a:chExt cx="161" cy="59"/>
            </a:xfrm>
          </p:grpSpPr>
          <p:sp>
            <p:nvSpPr>
              <p:cNvPr id="42090" name="Line 153"/>
              <p:cNvSpPr/>
              <p:nvPr/>
            </p:nvSpPr>
            <p:spPr>
              <a:xfrm>
                <a:off x="220" y="2711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091" name="Line 154"/>
              <p:cNvSpPr/>
              <p:nvPr/>
            </p:nvSpPr>
            <p:spPr>
              <a:xfrm>
                <a:off x="217" y="2770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2092" name="Group 401"/>
            <p:cNvGrpSpPr/>
            <p:nvPr/>
          </p:nvGrpSpPr>
          <p:grpSpPr>
            <a:xfrm>
              <a:off x="1455" y="288"/>
              <a:ext cx="264" cy="174"/>
              <a:chOff x="1447" y="264"/>
              <a:chExt cx="264" cy="174"/>
            </a:xfrm>
          </p:grpSpPr>
          <p:sp>
            <p:nvSpPr>
              <p:cNvPr id="42093" name="WordArt 157"/>
              <p:cNvSpPr>
                <a:spLocks noTextEdit="1"/>
              </p:cNvSpPr>
              <p:nvPr/>
            </p:nvSpPr>
            <p:spPr>
              <a:xfrm>
                <a:off x="1447" y="264"/>
                <a:ext cx="193" cy="14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575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rgbClr val="CC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42094" name="WordArt 158"/>
              <p:cNvSpPr>
                <a:spLocks noTextEdit="1"/>
              </p:cNvSpPr>
              <p:nvPr/>
            </p:nvSpPr>
            <p:spPr>
              <a:xfrm>
                <a:off x="1614" y="352"/>
                <a:ext cx="97" cy="8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3606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 i="1">
                    <a:ln w="9525" cap="flat" cmpd="sng">
                      <a:solidFill>
                        <a:srgbClr val="CC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</a:p>
            </p:txBody>
          </p:sp>
        </p:grpSp>
      </p:grpSp>
      <p:sp>
        <p:nvSpPr>
          <p:cNvPr id="42095" name="Rectangle 397" descr="羊皮纸"/>
          <p:cNvSpPr/>
          <p:nvPr/>
        </p:nvSpPr>
        <p:spPr>
          <a:xfrm>
            <a:off x="0" y="0"/>
            <a:ext cx="9144000" cy="187325"/>
          </a:xfrm>
          <a:prstGeom prst="rect">
            <a:avLst/>
          </a:prstGeom>
          <a:blipFill rotWithShape="0">
            <a:blip r:embed="rId4"/>
          </a:blipFill>
          <a:ln w="9525" cap="flat" cmpd="sng">
            <a:solidFill>
              <a:srgbClr val="FFFF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1" name="Group 438"/>
          <p:cNvGrpSpPr/>
          <p:nvPr/>
        </p:nvGrpSpPr>
        <p:grpSpPr>
          <a:xfrm>
            <a:off x="4883150" y="1008063"/>
            <a:ext cx="2922588" cy="3532187"/>
            <a:chOff x="3076" y="662"/>
            <a:chExt cx="1841" cy="2225"/>
          </a:xfrm>
        </p:grpSpPr>
        <p:sp>
          <p:nvSpPr>
            <p:cNvPr id="42097" name="Oval 61"/>
            <p:cNvSpPr/>
            <p:nvPr/>
          </p:nvSpPr>
          <p:spPr>
            <a:xfrm rot="-5400000">
              <a:off x="3101" y="976"/>
              <a:ext cx="1787" cy="1841"/>
            </a:xfrm>
            <a:prstGeom prst="ellipse">
              <a:avLst/>
            </a:prstGeom>
            <a:solidFill>
              <a:srgbClr val="66FFFF"/>
            </a:solidFill>
            <a:ln w="12700" cap="flat" cmpd="sng">
              <a:solidFill>
                <a:schemeClr val="accent2"/>
              </a:solidFill>
              <a:prstDash val="lg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2098" name="Group 62"/>
            <p:cNvGrpSpPr/>
            <p:nvPr/>
          </p:nvGrpSpPr>
          <p:grpSpPr>
            <a:xfrm rot="-5400000">
              <a:off x="3947" y="2610"/>
              <a:ext cx="67" cy="60"/>
              <a:chOff x="2592" y="2400"/>
              <a:chExt cx="1344" cy="1296"/>
            </a:xfrm>
          </p:grpSpPr>
          <p:sp>
            <p:nvSpPr>
              <p:cNvPr id="42099" name="Line 63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00" name="Line 64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2101" name="Group 65"/>
            <p:cNvGrpSpPr/>
            <p:nvPr/>
          </p:nvGrpSpPr>
          <p:grpSpPr>
            <a:xfrm rot="-5400000">
              <a:off x="3950" y="2229"/>
              <a:ext cx="65" cy="60"/>
              <a:chOff x="2592" y="2400"/>
              <a:chExt cx="1344" cy="1296"/>
            </a:xfrm>
          </p:grpSpPr>
          <p:sp>
            <p:nvSpPr>
              <p:cNvPr id="42102" name="Line 66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03" name="Line 67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2104" name="Group 68"/>
            <p:cNvGrpSpPr/>
            <p:nvPr/>
          </p:nvGrpSpPr>
          <p:grpSpPr>
            <a:xfrm rot="-5400000">
              <a:off x="3180" y="1886"/>
              <a:ext cx="68" cy="58"/>
              <a:chOff x="2592" y="2400"/>
              <a:chExt cx="1344" cy="1296"/>
            </a:xfrm>
          </p:grpSpPr>
          <p:sp>
            <p:nvSpPr>
              <p:cNvPr id="42105" name="Line 69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06" name="Line 70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2107" name="Group 71"/>
            <p:cNvGrpSpPr/>
            <p:nvPr/>
          </p:nvGrpSpPr>
          <p:grpSpPr>
            <a:xfrm rot="-5400000">
              <a:off x="3964" y="1519"/>
              <a:ext cx="67" cy="60"/>
              <a:chOff x="2592" y="2400"/>
              <a:chExt cx="1344" cy="1296"/>
            </a:xfrm>
          </p:grpSpPr>
          <p:sp>
            <p:nvSpPr>
              <p:cNvPr id="42108" name="Line 72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09" name="Line 73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2110" name="Group 74"/>
            <p:cNvGrpSpPr/>
            <p:nvPr/>
          </p:nvGrpSpPr>
          <p:grpSpPr>
            <a:xfrm rot="-5400000">
              <a:off x="3951" y="1110"/>
              <a:ext cx="66" cy="57"/>
              <a:chOff x="2592" y="2400"/>
              <a:chExt cx="1344" cy="1296"/>
            </a:xfrm>
          </p:grpSpPr>
          <p:sp>
            <p:nvSpPr>
              <p:cNvPr id="42111" name="Line 75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12" name="Line 76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2113" name="Group 77"/>
            <p:cNvGrpSpPr/>
            <p:nvPr/>
          </p:nvGrpSpPr>
          <p:grpSpPr>
            <a:xfrm rot="-5400000">
              <a:off x="4369" y="2206"/>
              <a:ext cx="67" cy="57"/>
              <a:chOff x="2592" y="2400"/>
              <a:chExt cx="1344" cy="1296"/>
            </a:xfrm>
          </p:grpSpPr>
          <p:sp>
            <p:nvSpPr>
              <p:cNvPr id="42114" name="Line 78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15" name="Line 79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2116" name="Group 80"/>
            <p:cNvGrpSpPr/>
            <p:nvPr/>
          </p:nvGrpSpPr>
          <p:grpSpPr>
            <a:xfrm rot="-5400000">
              <a:off x="3587" y="1881"/>
              <a:ext cx="66" cy="59"/>
              <a:chOff x="2592" y="2400"/>
              <a:chExt cx="1344" cy="1296"/>
            </a:xfrm>
          </p:grpSpPr>
          <p:sp>
            <p:nvSpPr>
              <p:cNvPr id="42117" name="Line 81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18" name="Line 82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2119" name="Group 83"/>
            <p:cNvGrpSpPr/>
            <p:nvPr/>
          </p:nvGrpSpPr>
          <p:grpSpPr>
            <a:xfrm rot="-5400000">
              <a:off x="3219" y="2251"/>
              <a:ext cx="68" cy="59"/>
              <a:chOff x="2592" y="2400"/>
              <a:chExt cx="1344" cy="1296"/>
            </a:xfrm>
          </p:grpSpPr>
          <p:sp>
            <p:nvSpPr>
              <p:cNvPr id="42120" name="Line 84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21" name="Line 85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2122" name="Group 86"/>
            <p:cNvGrpSpPr/>
            <p:nvPr/>
          </p:nvGrpSpPr>
          <p:grpSpPr>
            <a:xfrm rot="-5400000">
              <a:off x="3228" y="1490"/>
              <a:ext cx="65" cy="58"/>
              <a:chOff x="2592" y="2400"/>
              <a:chExt cx="1344" cy="1296"/>
            </a:xfrm>
          </p:grpSpPr>
          <p:sp>
            <p:nvSpPr>
              <p:cNvPr id="42123" name="Line 87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24" name="Line 88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2125" name="Group 89"/>
            <p:cNvGrpSpPr/>
            <p:nvPr/>
          </p:nvGrpSpPr>
          <p:grpSpPr>
            <a:xfrm rot="-5400000">
              <a:off x="4718" y="2210"/>
              <a:ext cx="66" cy="57"/>
              <a:chOff x="2592" y="2400"/>
              <a:chExt cx="1344" cy="1296"/>
            </a:xfrm>
          </p:grpSpPr>
          <p:sp>
            <p:nvSpPr>
              <p:cNvPr id="42126" name="Line 90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27" name="Line 91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2128" name="Group 92"/>
            <p:cNvGrpSpPr/>
            <p:nvPr/>
          </p:nvGrpSpPr>
          <p:grpSpPr>
            <a:xfrm rot="-5400000">
              <a:off x="3590" y="2577"/>
              <a:ext cx="66" cy="59"/>
              <a:chOff x="2592" y="2400"/>
              <a:chExt cx="1344" cy="1296"/>
            </a:xfrm>
          </p:grpSpPr>
          <p:sp>
            <p:nvSpPr>
              <p:cNvPr id="42129" name="Line 93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30" name="Line 94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2131" name="Group 95"/>
            <p:cNvGrpSpPr/>
            <p:nvPr/>
          </p:nvGrpSpPr>
          <p:grpSpPr>
            <a:xfrm rot="-5400000">
              <a:off x="3589" y="1149"/>
              <a:ext cx="68" cy="59"/>
              <a:chOff x="2592" y="2400"/>
              <a:chExt cx="1344" cy="1296"/>
            </a:xfrm>
          </p:grpSpPr>
          <p:sp>
            <p:nvSpPr>
              <p:cNvPr id="42132" name="Line 96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33" name="Line 97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2134" name="WordArt 98"/>
            <p:cNvSpPr>
              <a:spLocks noTextEdit="1"/>
            </p:cNvSpPr>
            <p:nvPr/>
          </p:nvSpPr>
          <p:spPr>
            <a:xfrm>
              <a:off x="3798" y="1818"/>
              <a:ext cx="113" cy="16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800" i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0000"/>
                  </a:solidFill>
                  <a:effectLst>
                    <a:outerShdw dist="28398" dir="1593903" algn="ctr" rotWithShape="0">
                      <a:schemeClr val="bg1"/>
                    </a:outerShdw>
                  </a:effectLst>
                  <a:latin typeface="Times New Roman" panose="02020603050405020304" pitchFamily="18" charset="0"/>
                  <a:ea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42135" name="WordArt 99"/>
            <p:cNvSpPr>
              <a:spLocks noTextEdit="1"/>
            </p:cNvSpPr>
            <p:nvPr/>
          </p:nvSpPr>
          <p:spPr>
            <a:xfrm>
              <a:off x="3622" y="2166"/>
              <a:ext cx="184" cy="1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800" i="1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effectLst>
                    <a:outerShdw dist="35921" dir="2699999" algn="ctr" rotWithShape="0">
                      <a:schemeClr val="bg1"/>
                    </a:outerShdw>
                  </a:effectLst>
                  <a:latin typeface="Times New Roman" panose="02020603050405020304" pitchFamily="18" charset="0"/>
                  <a:ea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42136" name="Rectangle 100"/>
            <p:cNvSpPr/>
            <p:nvPr/>
          </p:nvSpPr>
          <p:spPr>
            <a:xfrm rot="5400000" flipH="1">
              <a:off x="3940" y="1830"/>
              <a:ext cx="1262" cy="30"/>
            </a:xfrm>
            <a:prstGeom prst="rect">
              <a:avLst/>
            </a:prstGeom>
            <a:solidFill>
              <a:srgbClr val="FFCC00"/>
            </a:solidFill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137" name="Line 101"/>
            <p:cNvSpPr/>
            <p:nvPr/>
          </p:nvSpPr>
          <p:spPr>
            <a:xfrm rot="5400000">
              <a:off x="3470" y="2222"/>
              <a:ext cx="832" cy="193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138" name="Line 102"/>
            <p:cNvSpPr/>
            <p:nvPr/>
          </p:nvSpPr>
          <p:spPr>
            <a:xfrm rot="-5400000">
              <a:off x="4299" y="1630"/>
              <a:ext cx="0" cy="58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139" name="WordArt 103"/>
            <p:cNvSpPr>
              <a:spLocks noTextEdit="1"/>
            </p:cNvSpPr>
            <p:nvPr/>
          </p:nvSpPr>
          <p:spPr>
            <a:xfrm>
              <a:off x="4673" y="2334"/>
              <a:ext cx="120" cy="1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2140" name="WordArt 104"/>
            <p:cNvSpPr>
              <a:spLocks noTextEdit="1"/>
            </p:cNvSpPr>
            <p:nvPr/>
          </p:nvSpPr>
          <p:spPr>
            <a:xfrm>
              <a:off x="4640" y="972"/>
              <a:ext cx="146" cy="17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2141" name="WordArt 105"/>
            <p:cNvSpPr>
              <a:spLocks noTextEdit="1"/>
            </p:cNvSpPr>
            <p:nvPr/>
          </p:nvSpPr>
          <p:spPr>
            <a:xfrm>
              <a:off x="3572" y="1473"/>
              <a:ext cx="239" cy="18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5991"/>
                </a:avLst>
              </a:prstTxWarp>
              <a:normAutofit/>
            </a:bodyPr>
            <a:lstStyle/>
            <a:p>
              <a:pPr algn="ctr"/>
              <a:r>
                <a:rPr lang="zh-CN" altLang="en-US" sz="800" i="1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effectLst>
                    <a:outerShdw dist="52363" dir="842174" algn="ctr" rotWithShape="0">
                      <a:schemeClr val="bg1"/>
                    </a:outerShdw>
                  </a:effectLst>
                  <a:latin typeface="Times New Roman" panose="02020603050405020304" pitchFamily="18" charset="0"/>
                  <a:ea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2142" name="WordArt 106"/>
            <p:cNvSpPr>
              <a:spLocks noTextEdit="1"/>
            </p:cNvSpPr>
            <p:nvPr/>
          </p:nvSpPr>
          <p:spPr>
            <a:xfrm>
              <a:off x="4245" y="1939"/>
              <a:ext cx="89" cy="17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effectLst>
                    <a:outerShdw dist="45791" dir="2021404" algn="ctr" rotWithShape="0">
                      <a:schemeClr val="bg1"/>
                    </a:outerShdw>
                  </a:effectLst>
                  <a:latin typeface="Times New Roman" panose="02020603050405020304" pitchFamily="18" charset="0"/>
                  <a:ea typeface="Times New Roman" panose="02020603050405020304" pitchFamily="18" charset="0"/>
                </a:rPr>
                <a:t>h</a:t>
              </a:r>
            </a:p>
          </p:txBody>
        </p:sp>
        <p:grpSp>
          <p:nvGrpSpPr>
            <p:cNvPr id="42143" name="Group 107"/>
            <p:cNvGrpSpPr/>
            <p:nvPr/>
          </p:nvGrpSpPr>
          <p:grpSpPr>
            <a:xfrm rot="-5400000">
              <a:off x="4319" y="2567"/>
              <a:ext cx="67" cy="57"/>
              <a:chOff x="2592" y="2400"/>
              <a:chExt cx="1344" cy="1296"/>
            </a:xfrm>
          </p:grpSpPr>
          <p:sp>
            <p:nvSpPr>
              <p:cNvPr id="42144" name="Line 108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45" name="Line 109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2146" name="WordArt 110"/>
            <p:cNvSpPr>
              <a:spLocks noTextEdit="1"/>
            </p:cNvSpPr>
            <p:nvPr/>
          </p:nvSpPr>
          <p:spPr>
            <a:xfrm>
              <a:off x="4722" y="1621"/>
              <a:ext cx="78" cy="23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9352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l</a:t>
              </a:r>
            </a:p>
          </p:txBody>
        </p:sp>
        <p:grpSp>
          <p:nvGrpSpPr>
            <p:cNvPr id="42147" name="Group 124"/>
            <p:cNvGrpSpPr/>
            <p:nvPr/>
          </p:nvGrpSpPr>
          <p:grpSpPr>
            <a:xfrm rot="-5400000">
              <a:off x="4278" y="1125"/>
              <a:ext cx="67" cy="60"/>
              <a:chOff x="2592" y="2400"/>
              <a:chExt cx="1344" cy="1296"/>
            </a:xfrm>
          </p:grpSpPr>
          <p:sp>
            <p:nvSpPr>
              <p:cNvPr id="42148" name="Line 125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49" name="Line 126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2150" name="Group 127"/>
            <p:cNvGrpSpPr/>
            <p:nvPr/>
          </p:nvGrpSpPr>
          <p:grpSpPr>
            <a:xfrm rot="-5400000">
              <a:off x="4298" y="1515"/>
              <a:ext cx="67" cy="60"/>
              <a:chOff x="2592" y="2400"/>
              <a:chExt cx="1344" cy="1296"/>
            </a:xfrm>
          </p:grpSpPr>
          <p:sp>
            <p:nvSpPr>
              <p:cNvPr id="42151" name="Line 128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52" name="Line 129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2153" name="Group 133"/>
            <p:cNvGrpSpPr/>
            <p:nvPr/>
          </p:nvGrpSpPr>
          <p:grpSpPr>
            <a:xfrm>
              <a:off x="3923" y="662"/>
              <a:ext cx="276" cy="181"/>
              <a:chOff x="3923" y="666"/>
              <a:chExt cx="276" cy="181"/>
            </a:xfrm>
          </p:grpSpPr>
          <p:sp>
            <p:nvSpPr>
              <p:cNvPr id="42154" name="WordArt 134"/>
              <p:cNvSpPr>
                <a:spLocks noTextEdit="1"/>
              </p:cNvSpPr>
              <p:nvPr/>
            </p:nvSpPr>
            <p:spPr>
              <a:xfrm>
                <a:off x="3923" y="671"/>
                <a:ext cx="276" cy="17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3333FF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   )</a:t>
                </a:r>
              </a:p>
            </p:txBody>
          </p:sp>
          <p:sp>
            <p:nvSpPr>
              <p:cNvPr id="42155" name="WordArt 135"/>
              <p:cNvSpPr>
                <a:spLocks noTextEdit="1"/>
              </p:cNvSpPr>
              <p:nvPr/>
            </p:nvSpPr>
            <p:spPr>
              <a:xfrm>
                <a:off x="3998" y="666"/>
                <a:ext cx="112" cy="14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3175" cap="flat" cmpd="sng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3333FF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</a:p>
            </p:txBody>
          </p:sp>
        </p:grpSp>
        <p:sp>
          <p:nvSpPr>
            <p:cNvPr id="42156" name="Oval 335"/>
            <p:cNvSpPr/>
            <p:nvPr/>
          </p:nvSpPr>
          <p:spPr>
            <a:xfrm rot="-5400000">
              <a:off x="3101" y="976"/>
              <a:ext cx="1787" cy="1841"/>
            </a:xfrm>
            <a:prstGeom prst="ellipse">
              <a:avLst/>
            </a:prstGeom>
            <a:solidFill>
              <a:srgbClr val="EAEAEA"/>
            </a:solidFill>
            <a:ln w="12700" cap="flat" cmpd="sng">
              <a:solidFill>
                <a:schemeClr val="accent2"/>
              </a:solidFill>
              <a:prstDash val="lg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2157" name="Group 336"/>
            <p:cNvGrpSpPr/>
            <p:nvPr/>
          </p:nvGrpSpPr>
          <p:grpSpPr>
            <a:xfrm rot="-5400000">
              <a:off x="3947" y="2610"/>
              <a:ext cx="67" cy="60"/>
              <a:chOff x="2592" y="2400"/>
              <a:chExt cx="1344" cy="1296"/>
            </a:xfrm>
          </p:grpSpPr>
          <p:sp>
            <p:nvSpPr>
              <p:cNvPr id="42158" name="Line 337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59" name="Line 338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2160" name="Group 339"/>
            <p:cNvGrpSpPr/>
            <p:nvPr/>
          </p:nvGrpSpPr>
          <p:grpSpPr>
            <a:xfrm rot="-5400000">
              <a:off x="3950" y="2229"/>
              <a:ext cx="65" cy="60"/>
              <a:chOff x="2592" y="2400"/>
              <a:chExt cx="1344" cy="1296"/>
            </a:xfrm>
          </p:grpSpPr>
          <p:sp>
            <p:nvSpPr>
              <p:cNvPr id="42161" name="Line 340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62" name="Line 341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2163" name="Group 342"/>
            <p:cNvGrpSpPr/>
            <p:nvPr/>
          </p:nvGrpSpPr>
          <p:grpSpPr>
            <a:xfrm rot="-5400000">
              <a:off x="3180" y="1886"/>
              <a:ext cx="68" cy="58"/>
              <a:chOff x="2592" y="2400"/>
              <a:chExt cx="1344" cy="1296"/>
            </a:xfrm>
          </p:grpSpPr>
          <p:sp>
            <p:nvSpPr>
              <p:cNvPr id="42164" name="Line 343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65" name="Line 344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2166" name="Group 345"/>
            <p:cNvGrpSpPr/>
            <p:nvPr/>
          </p:nvGrpSpPr>
          <p:grpSpPr>
            <a:xfrm rot="-5400000">
              <a:off x="3975" y="1464"/>
              <a:ext cx="67" cy="60"/>
              <a:chOff x="2592" y="2400"/>
              <a:chExt cx="1344" cy="1296"/>
            </a:xfrm>
          </p:grpSpPr>
          <p:sp>
            <p:nvSpPr>
              <p:cNvPr id="42167" name="Line 346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68" name="Line 347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2169" name="Group 348"/>
            <p:cNvGrpSpPr/>
            <p:nvPr/>
          </p:nvGrpSpPr>
          <p:grpSpPr>
            <a:xfrm rot="-5400000">
              <a:off x="4369" y="2206"/>
              <a:ext cx="67" cy="57"/>
              <a:chOff x="2592" y="2400"/>
              <a:chExt cx="1344" cy="1296"/>
            </a:xfrm>
          </p:grpSpPr>
          <p:sp>
            <p:nvSpPr>
              <p:cNvPr id="42170" name="Line 349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71" name="Line 350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2172" name="Group 351"/>
            <p:cNvGrpSpPr/>
            <p:nvPr/>
          </p:nvGrpSpPr>
          <p:grpSpPr>
            <a:xfrm rot="-5400000">
              <a:off x="3587" y="1881"/>
              <a:ext cx="66" cy="59"/>
              <a:chOff x="2592" y="2400"/>
              <a:chExt cx="1344" cy="1296"/>
            </a:xfrm>
          </p:grpSpPr>
          <p:sp>
            <p:nvSpPr>
              <p:cNvPr id="42173" name="Line 352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74" name="Line 353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2175" name="Group 354"/>
            <p:cNvGrpSpPr/>
            <p:nvPr/>
          </p:nvGrpSpPr>
          <p:grpSpPr>
            <a:xfrm rot="-5400000">
              <a:off x="3219" y="2251"/>
              <a:ext cx="68" cy="59"/>
              <a:chOff x="2592" y="2400"/>
              <a:chExt cx="1344" cy="1296"/>
            </a:xfrm>
          </p:grpSpPr>
          <p:sp>
            <p:nvSpPr>
              <p:cNvPr id="42176" name="Line 355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77" name="Line 356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2178" name="Group 357"/>
            <p:cNvGrpSpPr/>
            <p:nvPr/>
          </p:nvGrpSpPr>
          <p:grpSpPr>
            <a:xfrm rot="-5400000">
              <a:off x="3228" y="1490"/>
              <a:ext cx="65" cy="58"/>
              <a:chOff x="2592" y="2400"/>
              <a:chExt cx="1344" cy="1296"/>
            </a:xfrm>
          </p:grpSpPr>
          <p:sp>
            <p:nvSpPr>
              <p:cNvPr id="42179" name="Line 358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80" name="Line 359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2181" name="Group 360"/>
            <p:cNvGrpSpPr/>
            <p:nvPr/>
          </p:nvGrpSpPr>
          <p:grpSpPr>
            <a:xfrm rot="-5400000">
              <a:off x="4718" y="2210"/>
              <a:ext cx="66" cy="57"/>
              <a:chOff x="2592" y="2400"/>
              <a:chExt cx="1344" cy="1296"/>
            </a:xfrm>
          </p:grpSpPr>
          <p:sp>
            <p:nvSpPr>
              <p:cNvPr id="42182" name="Line 361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83" name="Line 362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2184" name="Group 363"/>
            <p:cNvGrpSpPr/>
            <p:nvPr/>
          </p:nvGrpSpPr>
          <p:grpSpPr>
            <a:xfrm rot="-5400000">
              <a:off x="3590" y="2577"/>
              <a:ext cx="66" cy="59"/>
              <a:chOff x="2592" y="2400"/>
              <a:chExt cx="1344" cy="1296"/>
            </a:xfrm>
          </p:grpSpPr>
          <p:sp>
            <p:nvSpPr>
              <p:cNvPr id="42185" name="Line 364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86" name="Line 365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2187" name="Group 366"/>
            <p:cNvGrpSpPr/>
            <p:nvPr/>
          </p:nvGrpSpPr>
          <p:grpSpPr>
            <a:xfrm rot="-5400000">
              <a:off x="3589" y="1149"/>
              <a:ext cx="68" cy="59"/>
              <a:chOff x="2592" y="2400"/>
              <a:chExt cx="1344" cy="1296"/>
            </a:xfrm>
          </p:grpSpPr>
          <p:sp>
            <p:nvSpPr>
              <p:cNvPr id="42188" name="Line 367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89" name="Line 368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2190" name="WordArt 369"/>
            <p:cNvSpPr>
              <a:spLocks noTextEdit="1"/>
            </p:cNvSpPr>
            <p:nvPr/>
          </p:nvSpPr>
          <p:spPr>
            <a:xfrm>
              <a:off x="3798" y="1818"/>
              <a:ext cx="113" cy="16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800" i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0000"/>
                  </a:solidFill>
                  <a:effectLst>
                    <a:outerShdw dist="28398" dir="1593903" algn="ctr" rotWithShape="0">
                      <a:schemeClr val="bg1"/>
                    </a:outerShdw>
                  </a:effectLst>
                  <a:latin typeface="Times New Roman" panose="02020603050405020304" pitchFamily="18" charset="0"/>
                  <a:ea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42191" name="WordArt 370"/>
            <p:cNvSpPr>
              <a:spLocks noTextEdit="1"/>
            </p:cNvSpPr>
            <p:nvPr/>
          </p:nvSpPr>
          <p:spPr>
            <a:xfrm>
              <a:off x="3622" y="2166"/>
              <a:ext cx="184" cy="1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800" i="1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effectLst>
                    <a:outerShdw dist="35921" dir="2699999" algn="ctr" rotWithShape="0">
                      <a:schemeClr val="bg1"/>
                    </a:outerShdw>
                  </a:effectLst>
                  <a:latin typeface="Times New Roman" panose="02020603050405020304" pitchFamily="18" charset="0"/>
                  <a:ea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42192" name="Rectangle 371"/>
            <p:cNvSpPr/>
            <p:nvPr/>
          </p:nvSpPr>
          <p:spPr>
            <a:xfrm rot="5400000" flipH="1">
              <a:off x="3950" y="1840"/>
              <a:ext cx="1262" cy="30"/>
            </a:xfrm>
            <a:prstGeom prst="rect">
              <a:avLst/>
            </a:prstGeom>
            <a:solidFill>
              <a:srgbClr val="FFCC00"/>
            </a:solidFill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193" name="Line 372"/>
            <p:cNvSpPr/>
            <p:nvPr/>
          </p:nvSpPr>
          <p:spPr>
            <a:xfrm rot="5400000">
              <a:off x="3470" y="2222"/>
              <a:ext cx="832" cy="193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194" name="Line 373"/>
            <p:cNvSpPr/>
            <p:nvPr/>
          </p:nvSpPr>
          <p:spPr>
            <a:xfrm rot="-5400000">
              <a:off x="4299" y="1630"/>
              <a:ext cx="0" cy="58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195" name="WordArt 374"/>
            <p:cNvSpPr>
              <a:spLocks noTextEdit="1"/>
            </p:cNvSpPr>
            <p:nvPr/>
          </p:nvSpPr>
          <p:spPr>
            <a:xfrm>
              <a:off x="4673" y="2334"/>
              <a:ext cx="120" cy="1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2196" name="WordArt 375"/>
            <p:cNvSpPr>
              <a:spLocks noTextEdit="1"/>
            </p:cNvSpPr>
            <p:nvPr/>
          </p:nvSpPr>
          <p:spPr>
            <a:xfrm>
              <a:off x="4640" y="972"/>
              <a:ext cx="146" cy="17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2197" name="WordArt 376"/>
            <p:cNvSpPr>
              <a:spLocks noTextEdit="1"/>
            </p:cNvSpPr>
            <p:nvPr/>
          </p:nvSpPr>
          <p:spPr>
            <a:xfrm>
              <a:off x="3572" y="1473"/>
              <a:ext cx="239" cy="18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5991"/>
                </a:avLst>
              </a:prstTxWarp>
              <a:normAutofit/>
            </a:bodyPr>
            <a:lstStyle/>
            <a:p>
              <a:pPr algn="ctr"/>
              <a:r>
                <a:rPr lang="zh-CN" altLang="en-US" sz="800" i="1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effectLst>
                    <a:outerShdw dist="52363" dir="842174" algn="ctr" rotWithShape="0">
                      <a:schemeClr val="bg1"/>
                    </a:outerShdw>
                  </a:effectLst>
                  <a:latin typeface="Times New Roman" panose="02020603050405020304" pitchFamily="18" charset="0"/>
                  <a:ea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2198" name="WordArt 377"/>
            <p:cNvSpPr>
              <a:spLocks noTextEdit="1"/>
            </p:cNvSpPr>
            <p:nvPr/>
          </p:nvSpPr>
          <p:spPr>
            <a:xfrm>
              <a:off x="4299" y="1939"/>
              <a:ext cx="89" cy="17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effectLst>
                    <a:outerShdw dist="45791" dir="2021404" algn="ctr" rotWithShape="0">
                      <a:schemeClr val="bg1"/>
                    </a:outerShdw>
                  </a:effectLst>
                  <a:latin typeface="Times New Roman" panose="02020603050405020304" pitchFamily="18" charset="0"/>
                  <a:ea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42199" name="Line 378"/>
            <p:cNvSpPr/>
            <p:nvPr/>
          </p:nvSpPr>
          <p:spPr>
            <a:xfrm rot="-5400000">
              <a:off x="4087" y="1437"/>
              <a:ext cx="382" cy="5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200" name="Line 379"/>
            <p:cNvSpPr/>
            <p:nvPr/>
          </p:nvSpPr>
          <p:spPr>
            <a:xfrm rot="-5400000" flipV="1">
              <a:off x="4142" y="1122"/>
              <a:ext cx="480" cy="329"/>
            </a:xfrm>
            <a:prstGeom prst="line">
              <a:avLst/>
            </a:prstGeom>
            <a:ln w="38100" cap="flat" cmpd="sng">
              <a:solidFill>
                <a:srgbClr val="CC00CC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42201" name="Freeform 380"/>
            <p:cNvSpPr/>
            <p:nvPr/>
          </p:nvSpPr>
          <p:spPr>
            <a:xfrm rot="-5400000">
              <a:off x="4264" y="1433"/>
              <a:ext cx="220" cy="141"/>
            </a:xfrm>
            <a:custGeom>
              <a:avLst/>
              <a:gdLst/>
              <a:ahLst/>
              <a:cxnLst>
                <a:cxn ang="0">
                  <a:pos x="0" y="84"/>
                </a:cxn>
                <a:cxn ang="0">
                  <a:pos x="116" y="0"/>
                </a:cxn>
                <a:cxn ang="0">
                  <a:pos x="210" y="131"/>
                </a:cxn>
              </a:cxnLst>
              <a:rect l="0" t="0" r="0" b="0"/>
              <a:pathLst>
                <a:path w="221" h="142">
                  <a:moveTo>
                    <a:pt x="0" y="95"/>
                  </a:moveTo>
                  <a:lnTo>
                    <a:pt x="127" y="0"/>
                  </a:lnTo>
                  <a:lnTo>
                    <a:pt x="221" y="142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202" name="Arc 381"/>
            <p:cNvSpPr/>
            <p:nvPr/>
          </p:nvSpPr>
          <p:spPr>
            <a:xfrm rot="-2964726">
              <a:off x="4405" y="1261"/>
              <a:ext cx="174" cy="1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0748" h="20818" fill="none">
                  <a:moveTo>
                    <a:pt x="5758" y="-1"/>
                  </a:moveTo>
                  <a:cubicBezTo>
                    <a:pt x="12987" y="1999"/>
                    <a:pt x="18662" y="7606"/>
                    <a:pt x="20748" y="14811"/>
                  </a:cubicBezTo>
                </a:path>
                <a:path w="20748" h="20818" stroke="0">
                  <a:moveTo>
                    <a:pt x="5758" y="-1"/>
                  </a:moveTo>
                  <a:cubicBezTo>
                    <a:pt x="12987" y="1999"/>
                    <a:pt x="18662" y="7606"/>
                    <a:pt x="20748" y="14811"/>
                  </a:cubicBezTo>
                  <a:lnTo>
                    <a:pt x="0" y="20818"/>
                  </a:lnTo>
                  <a:lnTo>
                    <a:pt x="5758" y="-1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203" name="WordArt 382"/>
            <p:cNvSpPr>
              <a:spLocks noTextEdit="1"/>
            </p:cNvSpPr>
            <p:nvPr/>
          </p:nvSpPr>
          <p:spPr>
            <a:xfrm>
              <a:off x="4372" y="1044"/>
              <a:ext cx="133" cy="17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6069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effectLst>
                    <a:outerShdw dist="28398" dir="1593903" algn="ctr" rotWithShape="0">
                      <a:schemeClr val="bg1"/>
                    </a:outerShdw>
                  </a:effectLst>
                  <a:latin typeface="Symbol" panose="05050102010706020507" charset="0"/>
                  <a:ea typeface="Symbol" panose="05050102010706020507" charset="0"/>
                </a:rPr>
                <a:t>q</a:t>
              </a:r>
            </a:p>
          </p:txBody>
        </p:sp>
        <p:sp>
          <p:nvSpPr>
            <p:cNvPr id="42204" name="WordArt 383"/>
            <p:cNvSpPr>
              <a:spLocks noTextEdit="1"/>
            </p:cNvSpPr>
            <p:nvPr/>
          </p:nvSpPr>
          <p:spPr>
            <a:xfrm>
              <a:off x="4122" y="1611"/>
              <a:ext cx="100" cy="12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effectLst>
                    <a:outerShdw dist="56796" dir="1593903" algn="ctr" rotWithShape="0">
                      <a:schemeClr val="bg1"/>
                    </a:outerShdw>
                  </a:effectLst>
                  <a:latin typeface="Times New Roman" panose="02020603050405020304" pitchFamily="18" charset="0"/>
                  <a:ea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42205" name="Arc 384"/>
            <p:cNvSpPr/>
            <p:nvPr/>
          </p:nvSpPr>
          <p:spPr>
            <a:xfrm rot="3129920">
              <a:off x="4104" y="1805"/>
              <a:ext cx="122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14358" h="21600" fill="none">
                  <a:moveTo>
                    <a:pt x="-1" y="0"/>
                  </a:moveTo>
                  <a:cubicBezTo>
                    <a:pt x="5293" y="0"/>
                    <a:pt x="10403" y="1944"/>
                    <a:pt x="14358" y="5462"/>
                  </a:cubicBezTo>
                </a:path>
                <a:path w="14358" h="21600" stroke="0">
                  <a:moveTo>
                    <a:pt x="-1" y="0"/>
                  </a:moveTo>
                  <a:cubicBezTo>
                    <a:pt x="5293" y="0"/>
                    <a:pt x="10403" y="1944"/>
                    <a:pt x="14358" y="5462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206" name="WordArt 385"/>
            <p:cNvSpPr>
              <a:spLocks noTextEdit="1"/>
            </p:cNvSpPr>
            <p:nvPr/>
          </p:nvSpPr>
          <p:spPr>
            <a:xfrm>
              <a:off x="4272" y="1748"/>
              <a:ext cx="113" cy="14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6069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effectLst>
                    <a:outerShdw dist="28398" dir="1593903" algn="ctr" rotWithShape="0">
                      <a:schemeClr val="bg1"/>
                    </a:outerShdw>
                  </a:effectLst>
                  <a:latin typeface="Symbol" panose="05050102010706020507" charset="0"/>
                  <a:ea typeface="Symbol" panose="05050102010706020507" charset="0"/>
                </a:rPr>
                <a:t>q</a:t>
              </a:r>
            </a:p>
          </p:txBody>
        </p:sp>
        <p:sp>
          <p:nvSpPr>
            <p:cNvPr id="42207" name="Line 386"/>
            <p:cNvSpPr/>
            <p:nvPr/>
          </p:nvSpPr>
          <p:spPr>
            <a:xfrm>
              <a:off x="3991" y="1903"/>
              <a:ext cx="598" cy="5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42208" name="Group 387"/>
            <p:cNvGrpSpPr/>
            <p:nvPr/>
          </p:nvGrpSpPr>
          <p:grpSpPr>
            <a:xfrm rot="-5400000">
              <a:off x="4319" y="2567"/>
              <a:ext cx="67" cy="57"/>
              <a:chOff x="2592" y="2400"/>
              <a:chExt cx="1344" cy="1296"/>
            </a:xfrm>
          </p:grpSpPr>
          <p:sp>
            <p:nvSpPr>
              <p:cNvPr id="42209" name="Line 388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210" name="Line 389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2211" name="WordArt 390"/>
            <p:cNvSpPr>
              <a:spLocks noTextEdit="1"/>
            </p:cNvSpPr>
            <p:nvPr/>
          </p:nvSpPr>
          <p:spPr>
            <a:xfrm>
              <a:off x="4722" y="1621"/>
              <a:ext cx="78" cy="23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9352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42212" name="Oval 391"/>
            <p:cNvSpPr/>
            <p:nvPr/>
          </p:nvSpPr>
          <p:spPr>
            <a:xfrm>
              <a:off x="3329" y="1263"/>
              <a:ext cx="1365" cy="1319"/>
            </a:xfrm>
            <a:prstGeom prst="ellipse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213" name="Line 392"/>
            <p:cNvSpPr/>
            <p:nvPr/>
          </p:nvSpPr>
          <p:spPr>
            <a:xfrm>
              <a:off x="3836" y="2887"/>
              <a:ext cx="511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214" name="Line 396"/>
            <p:cNvSpPr/>
            <p:nvPr/>
          </p:nvSpPr>
          <p:spPr>
            <a:xfrm>
              <a:off x="3331" y="1895"/>
              <a:ext cx="0" cy="73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grpSp>
          <p:nvGrpSpPr>
            <p:cNvPr id="42215" name="Group 414"/>
            <p:cNvGrpSpPr/>
            <p:nvPr/>
          </p:nvGrpSpPr>
          <p:grpSpPr>
            <a:xfrm>
              <a:off x="3911" y="1023"/>
              <a:ext cx="269" cy="175"/>
              <a:chOff x="5096" y="1412"/>
              <a:chExt cx="269" cy="175"/>
            </a:xfrm>
          </p:grpSpPr>
          <p:grpSp>
            <p:nvGrpSpPr>
              <p:cNvPr id="42216" name="Group 408"/>
              <p:cNvGrpSpPr/>
              <p:nvPr/>
            </p:nvGrpSpPr>
            <p:grpSpPr>
              <a:xfrm>
                <a:off x="5096" y="1413"/>
                <a:ext cx="264" cy="174"/>
                <a:chOff x="1447" y="264"/>
                <a:chExt cx="264" cy="174"/>
              </a:xfrm>
            </p:grpSpPr>
            <p:sp>
              <p:nvSpPr>
                <p:cNvPr id="42217" name="WordArt 409"/>
                <p:cNvSpPr>
                  <a:spLocks noTextEdit="1"/>
                </p:cNvSpPr>
                <p:nvPr/>
              </p:nvSpPr>
              <p:spPr>
                <a:xfrm>
                  <a:off x="1447" y="264"/>
                  <a:ext cx="193" cy="14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575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762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42218" name="WordArt 410"/>
                <p:cNvSpPr>
                  <a:spLocks noTextEdit="1"/>
                </p:cNvSpPr>
                <p:nvPr/>
              </p:nvSpPr>
              <p:spPr>
                <a:xfrm>
                  <a:off x="1614" y="352"/>
                  <a:ext cx="97" cy="8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3606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800" i="1">
                      <a:ln w="762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B</a:t>
                  </a:r>
                </a:p>
              </p:txBody>
            </p:sp>
          </p:grpSp>
          <p:grpSp>
            <p:nvGrpSpPr>
              <p:cNvPr id="42219" name="Group 411"/>
              <p:cNvGrpSpPr/>
              <p:nvPr/>
            </p:nvGrpSpPr>
            <p:grpSpPr>
              <a:xfrm>
                <a:off x="5101" y="1412"/>
                <a:ext cx="264" cy="174"/>
                <a:chOff x="1447" y="264"/>
                <a:chExt cx="264" cy="174"/>
              </a:xfrm>
            </p:grpSpPr>
            <p:sp>
              <p:nvSpPr>
                <p:cNvPr id="42220" name="WordArt 412"/>
                <p:cNvSpPr>
                  <a:spLocks noTextEdit="1"/>
                </p:cNvSpPr>
                <p:nvPr/>
              </p:nvSpPr>
              <p:spPr>
                <a:xfrm>
                  <a:off x="1447" y="264"/>
                  <a:ext cx="193" cy="14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575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rgbClr val="CC00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CC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42221" name="WordArt 413"/>
                <p:cNvSpPr>
                  <a:spLocks noTextEdit="1"/>
                </p:cNvSpPr>
                <p:nvPr/>
              </p:nvSpPr>
              <p:spPr>
                <a:xfrm>
                  <a:off x="1614" y="352"/>
                  <a:ext cx="97" cy="8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3606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800" i="1">
                      <a:ln w="9525" cap="flat" cmpd="sng">
                        <a:solidFill>
                          <a:srgbClr val="CC00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CC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B</a:t>
                  </a:r>
                </a:p>
              </p:txBody>
            </p:sp>
          </p:grpSp>
        </p:grpSp>
      </p:grpSp>
      <p:grpSp>
        <p:nvGrpSpPr>
          <p:cNvPr id="5" name="Group 442"/>
          <p:cNvGrpSpPr/>
          <p:nvPr/>
        </p:nvGrpSpPr>
        <p:grpSpPr>
          <a:xfrm>
            <a:off x="7400925" y="3970338"/>
            <a:ext cx="1181100" cy="576262"/>
            <a:chOff x="4562" y="2587"/>
            <a:chExt cx="785" cy="339"/>
          </a:xfrm>
        </p:grpSpPr>
        <p:grpSp>
          <p:nvGrpSpPr>
            <p:cNvPr id="42223" name="Group 210"/>
            <p:cNvGrpSpPr/>
            <p:nvPr/>
          </p:nvGrpSpPr>
          <p:grpSpPr>
            <a:xfrm>
              <a:off x="4562" y="2732"/>
              <a:ext cx="404" cy="115"/>
              <a:chOff x="4303" y="3391"/>
              <a:chExt cx="486" cy="167"/>
            </a:xfrm>
          </p:grpSpPr>
          <p:sp>
            <p:nvSpPr>
              <p:cNvPr id="42224" name="WordArt 211"/>
              <p:cNvSpPr>
                <a:spLocks noTextEdit="1"/>
              </p:cNvSpPr>
              <p:nvPr/>
            </p:nvSpPr>
            <p:spPr>
              <a:xfrm>
                <a:off x="4303" y="3425"/>
                <a:ext cx="314" cy="11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cos</a:t>
                </a:r>
              </a:p>
            </p:txBody>
          </p:sp>
          <p:sp>
            <p:nvSpPr>
              <p:cNvPr id="42225" name="WordArt 212"/>
              <p:cNvSpPr>
                <a:spLocks noTextEdit="1"/>
              </p:cNvSpPr>
              <p:nvPr/>
            </p:nvSpPr>
            <p:spPr>
              <a:xfrm>
                <a:off x="4625" y="3391"/>
                <a:ext cx="164" cy="16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6069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effectLst>
                      <a:outerShdw dist="28398" dir="1593903" algn="ctr" rotWithShape="0">
                        <a:schemeClr val="bg1"/>
                      </a:outerShdw>
                    </a:effectLst>
                    <a:latin typeface="Symbol" panose="05050102010706020507" charset="0"/>
                    <a:ea typeface="Symbol" panose="05050102010706020507" charset="0"/>
                  </a:rPr>
                  <a:t>q</a:t>
                </a:r>
              </a:p>
            </p:txBody>
          </p:sp>
        </p:grpSp>
        <p:sp>
          <p:nvSpPr>
            <p:cNvPr id="42226" name="WordArt 214"/>
            <p:cNvSpPr>
              <a:spLocks noTextEdit="1"/>
            </p:cNvSpPr>
            <p:nvPr/>
          </p:nvSpPr>
          <p:spPr>
            <a:xfrm>
              <a:off x="5224" y="2812"/>
              <a:ext cx="84" cy="11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r</a:t>
              </a:r>
            </a:p>
          </p:txBody>
        </p:sp>
        <p:grpSp>
          <p:nvGrpSpPr>
            <p:cNvPr id="42227" name="Group 215"/>
            <p:cNvGrpSpPr/>
            <p:nvPr/>
          </p:nvGrpSpPr>
          <p:grpSpPr>
            <a:xfrm>
              <a:off x="4987" y="2764"/>
              <a:ext cx="118" cy="55"/>
              <a:chOff x="2397" y="2933"/>
              <a:chExt cx="142" cy="45"/>
            </a:xfrm>
          </p:grpSpPr>
          <p:sp>
            <p:nvSpPr>
              <p:cNvPr id="42228" name="Line 216"/>
              <p:cNvSpPr/>
              <p:nvPr/>
            </p:nvSpPr>
            <p:spPr>
              <a:xfrm>
                <a:off x="2398" y="2933"/>
                <a:ext cx="14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229" name="Line 217"/>
              <p:cNvSpPr/>
              <p:nvPr/>
            </p:nvSpPr>
            <p:spPr>
              <a:xfrm>
                <a:off x="2397" y="2978"/>
                <a:ext cx="14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2230" name="Line 218"/>
            <p:cNvSpPr/>
            <p:nvPr/>
          </p:nvSpPr>
          <p:spPr>
            <a:xfrm flipH="1" flipV="1">
              <a:off x="5166" y="2766"/>
              <a:ext cx="181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231" name="WordArt 219"/>
            <p:cNvSpPr>
              <a:spLocks noTextEdit="1"/>
            </p:cNvSpPr>
            <p:nvPr/>
          </p:nvSpPr>
          <p:spPr>
            <a:xfrm>
              <a:off x="5215" y="2587"/>
              <a:ext cx="85" cy="14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h</a:t>
              </a:r>
            </a:p>
          </p:txBody>
        </p:sp>
      </p:grpSp>
      <p:grpSp>
        <p:nvGrpSpPr>
          <p:cNvPr id="8" name="Group 458"/>
          <p:cNvGrpSpPr/>
          <p:nvPr/>
        </p:nvGrpSpPr>
        <p:grpSpPr>
          <a:xfrm>
            <a:off x="7226300" y="2181225"/>
            <a:ext cx="531813" cy="409575"/>
            <a:chOff x="4984" y="1158"/>
            <a:chExt cx="335" cy="258"/>
          </a:xfrm>
        </p:grpSpPr>
        <p:sp>
          <p:nvSpPr>
            <p:cNvPr id="42233" name="Rectangle 447"/>
            <p:cNvSpPr/>
            <p:nvPr/>
          </p:nvSpPr>
          <p:spPr>
            <a:xfrm>
              <a:off x="4984" y="1188"/>
              <a:ext cx="44" cy="22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2234" name="Group 448"/>
            <p:cNvGrpSpPr/>
            <p:nvPr/>
          </p:nvGrpSpPr>
          <p:grpSpPr>
            <a:xfrm>
              <a:off x="5107" y="1158"/>
              <a:ext cx="212" cy="195"/>
              <a:chOff x="4927" y="2994"/>
              <a:chExt cx="212" cy="195"/>
            </a:xfrm>
          </p:grpSpPr>
          <p:sp>
            <p:nvSpPr>
              <p:cNvPr id="42235" name="WordArt 449"/>
              <p:cNvSpPr>
                <a:spLocks noTextEdit="1"/>
              </p:cNvSpPr>
              <p:nvPr/>
            </p:nvSpPr>
            <p:spPr>
              <a:xfrm>
                <a:off x="5030" y="3051"/>
                <a:ext cx="103" cy="13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9819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effectLst>
                      <a:outerShdw dist="50800" algn="ctr" rotWithShape="0">
                        <a:schemeClr val="bg1"/>
                      </a:outerShdw>
                    </a:effectLst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l</a:t>
                </a:r>
              </a:p>
            </p:txBody>
          </p:sp>
          <p:sp>
            <p:nvSpPr>
              <p:cNvPr id="42236" name="WordArt 450"/>
              <p:cNvSpPr>
                <a:spLocks noTextEdit="1"/>
              </p:cNvSpPr>
              <p:nvPr/>
            </p:nvSpPr>
            <p:spPr>
              <a:xfrm>
                <a:off x="4927" y="3042"/>
                <a:ext cx="106" cy="14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800" b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effectLst>
                      <a:outerShdw dist="56796" dir="1593903" algn="ctr" rotWithShape="0">
                        <a:schemeClr val="bg1"/>
                      </a:outerShdw>
                    </a:effectLst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2237" name="Line 451"/>
              <p:cNvSpPr/>
              <p:nvPr/>
            </p:nvSpPr>
            <p:spPr>
              <a:xfrm>
                <a:off x="4970" y="2994"/>
                <a:ext cx="169" cy="0"/>
              </a:xfrm>
              <a:prstGeom prst="line">
                <a:avLst/>
              </a:prstGeom>
              <a:ln w="2857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triangle" w="med" len="sm"/>
              </a:ln>
            </p:spPr>
          </p:sp>
        </p:grpSp>
      </p:grpSp>
      <p:grpSp>
        <p:nvGrpSpPr>
          <p:cNvPr id="10" name="Group 457"/>
          <p:cNvGrpSpPr/>
          <p:nvPr/>
        </p:nvGrpSpPr>
        <p:grpSpPr>
          <a:xfrm>
            <a:off x="3481388" y="2513013"/>
            <a:ext cx="374650" cy="485775"/>
            <a:chOff x="5301" y="983"/>
            <a:chExt cx="236" cy="306"/>
          </a:xfrm>
        </p:grpSpPr>
        <p:sp>
          <p:nvSpPr>
            <p:cNvPr id="42239" name="Rectangle 452"/>
            <p:cNvSpPr/>
            <p:nvPr/>
          </p:nvSpPr>
          <p:spPr>
            <a:xfrm>
              <a:off x="5301" y="1241"/>
              <a:ext cx="236" cy="4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2240" name="Group 453"/>
            <p:cNvGrpSpPr/>
            <p:nvPr/>
          </p:nvGrpSpPr>
          <p:grpSpPr>
            <a:xfrm>
              <a:off x="5316" y="983"/>
              <a:ext cx="212" cy="195"/>
              <a:chOff x="4927" y="2994"/>
              <a:chExt cx="212" cy="195"/>
            </a:xfrm>
          </p:grpSpPr>
          <p:sp>
            <p:nvSpPr>
              <p:cNvPr id="42241" name="WordArt 454"/>
              <p:cNvSpPr>
                <a:spLocks noTextEdit="1"/>
              </p:cNvSpPr>
              <p:nvPr/>
            </p:nvSpPr>
            <p:spPr>
              <a:xfrm>
                <a:off x="5030" y="3051"/>
                <a:ext cx="103" cy="13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9819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effectLst>
                      <a:outerShdw dist="50800" algn="ctr" rotWithShape="0">
                        <a:schemeClr val="bg1"/>
                      </a:outerShdw>
                    </a:effectLst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l</a:t>
                </a:r>
              </a:p>
            </p:txBody>
          </p:sp>
          <p:sp>
            <p:nvSpPr>
              <p:cNvPr id="42242" name="WordArt 455"/>
              <p:cNvSpPr>
                <a:spLocks noTextEdit="1"/>
              </p:cNvSpPr>
              <p:nvPr/>
            </p:nvSpPr>
            <p:spPr>
              <a:xfrm>
                <a:off x="4927" y="3042"/>
                <a:ext cx="106" cy="14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800" b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effectLst>
                      <a:outerShdw dist="56796" dir="1593903" algn="ctr" rotWithShape="0">
                        <a:schemeClr val="bg1"/>
                      </a:outerShdw>
                    </a:effectLst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2243" name="Line 456"/>
              <p:cNvSpPr/>
              <p:nvPr/>
            </p:nvSpPr>
            <p:spPr>
              <a:xfrm>
                <a:off x="4970" y="2994"/>
                <a:ext cx="169" cy="0"/>
              </a:xfrm>
              <a:prstGeom prst="line">
                <a:avLst/>
              </a:prstGeom>
              <a:ln w="2857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triangle" w="med" len="sm"/>
              </a:ln>
            </p:spPr>
          </p:sp>
        </p:grpSp>
      </p:grpSp>
      <p:grpSp>
        <p:nvGrpSpPr>
          <p:cNvPr id="11" name="Group 460"/>
          <p:cNvGrpSpPr/>
          <p:nvPr/>
        </p:nvGrpSpPr>
        <p:grpSpPr>
          <a:xfrm>
            <a:off x="7272338" y="1909763"/>
            <a:ext cx="552450" cy="1993900"/>
            <a:chOff x="5412" y="1008"/>
            <a:chExt cx="348" cy="1236"/>
          </a:xfrm>
        </p:grpSpPr>
        <p:grpSp>
          <p:nvGrpSpPr>
            <p:cNvPr id="42245" name="Group 461"/>
            <p:cNvGrpSpPr/>
            <p:nvPr/>
          </p:nvGrpSpPr>
          <p:grpSpPr>
            <a:xfrm>
              <a:off x="5438" y="1537"/>
              <a:ext cx="322" cy="232"/>
              <a:chOff x="832" y="3322"/>
              <a:chExt cx="406" cy="220"/>
            </a:xfrm>
          </p:grpSpPr>
          <p:grpSp>
            <p:nvGrpSpPr>
              <p:cNvPr id="42246" name="Group 462"/>
              <p:cNvGrpSpPr/>
              <p:nvPr/>
            </p:nvGrpSpPr>
            <p:grpSpPr>
              <a:xfrm>
                <a:off x="832" y="3322"/>
                <a:ext cx="204" cy="193"/>
                <a:chOff x="2407" y="1969"/>
                <a:chExt cx="254" cy="293"/>
              </a:xfrm>
            </p:grpSpPr>
            <p:grpSp>
              <p:nvGrpSpPr>
                <p:cNvPr id="42247" name="Group 463"/>
                <p:cNvGrpSpPr/>
                <p:nvPr/>
              </p:nvGrpSpPr>
              <p:grpSpPr>
                <a:xfrm>
                  <a:off x="2413" y="1978"/>
                  <a:ext cx="248" cy="284"/>
                  <a:chOff x="2799" y="1070"/>
                  <a:chExt cx="1235" cy="1528"/>
                </a:xfrm>
              </p:grpSpPr>
              <p:sp>
                <p:nvSpPr>
                  <p:cNvPr id="42248" name="Arc 464"/>
                  <p:cNvSpPr/>
                  <p:nvPr/>
                </p:nvSpPr>
                <p:spPr>
                  <a:xfrm rot="-1415830">
                    <a:off x="2799" y="1711"/>
                    <a:ext cx="1061" cy="887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42419" h="43200" fill="none">
                        <a:moveTo>
                          <a:pt x="42419" y="27354"/>
                        </a:moveTo>
                        <a:cubicBezTo>
                          <a:pt x="39831" y="36716"/>
                          <a:pt x="31313" y="43199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27497" y="-1"/>
                          <a:pt x="33138" y="2411"/>
                          <a:pt x="37213" y="6673"/>
                        </a:cubicBezTo>
                      </a:path>
                      <a:path w="42419" h="43200" stroke="0">
                        <a:moveTo>
                          <a:pt x="42419" y="27354"/>
                        </a:moveTo>
                        <a:cubicBezTo>
                          <a:pt x="39831" y="36716"/>
                          <a:pt x="31313" y="43199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27497" y="-1"/>
                          <a:pt x="33138" y="2411"/>
                          <a:pt x="37213" y="6673"/>
                        </a:cubicBezTo>
                        <a:lnTo>
                          <a:pt x="21600" y="21600"/>
                        </a:lnTo>
                        <a:lnTo>
                          <a:pt x="42419" y="27354"/>
                        </a:lnTo>
                        <a:close/>
                      </a:path>
                    </a:pathLst>
                  </a:custGeom>
                  <a:noFill/>
                  <a:ln w="19050" cap="flat" cmpd="sng">
                    <a:solidFill>
                      <a:srgbClr val="FF33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249" name="Arc 465"/>
                  <p:cNvSpPr/>
                  <p:nvPr/>
                </p:nvSpPr>
                <p:spPr>
                  <a:xfrm rot="-1415830">
                    <a:off x="3159" y="1070"/>
                    <a:ext cx="875" cy="61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43200" h="41520" fill="none">
                        <a:moveTo>
                          <a:pt x="13248" y="41519"/>
                        </a:moveTo>
                        <a:cubicBezTo>
                          <a:pt x="5222" y="38155"/>
                          <a:pt x="0" y="30302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200" y="25698"/>
                          <a:pt x="42033" y="29713"/>
                          <a:pt x="39837" y="33174"/>
                        </a:cubicBezTo>
                      </a:path>
                      <a:path w="43200" h="41520" stroke="0">
                        <a:moveTo>
                          <a:pt x="13248" y="41519"/>
                        </a:moveTo>
                        <a:cubicBezTo>
                          <a:pt x="5222" y="38155"/>
                          <a:pt x="0" y="30302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200" y="25698"/>
                          <a:pt x="42033" y="29713"/>
                          <a:pt x="39837" y="33174"/>
                        </a:cubicBezTo>
                        <a:lnTo>
                          <a:pt x="21600" y="21600"/>
                        </a:lnTo>
                        <a:lnTo>
                          <a:pt x="13248" y="41519"/>
                        </a:lnTo>
                        <a:close/>
                      </a:path>
                    </a:pathLst>
                  </a:custGeom>
                  <a:noFill/>
                  <a:ln w="19050" cap="flat" cmpd="sng">
                    <a:solidFill>
                      <a:srgbClr val="FF33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250" name="Arc 466"/>
                  <p:cNvSpPr/>
                  <p:nvPr/>
                </p:nvSpPr>
                <p:spPr>
                  <a:xfrm rot="-1415830">
                    <a:off x="3576" y="1255"/>
                    <a:ext cx="412" cy="295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38956" h="43200" fill="none">
                        <a:moveTo>
                          <a:pt x="38956" y="34458"/>
                        </a:moveTo>
                        <a:cubicBezTo>
                          <a:pt x="34882" y="39956"/>
                          <a:pt x="28443" y="43199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23795" y="-1"/>
                          <a:pt x="25979" y="334"/>
                          <a:pt x="28073" y="993"/>
                        </a:cubicBezTo>
                      </a:path>
                      <a:path w="38956" h="43200" stroke="0">
                        <a:moveTo>
                          <a:pt x="38956" y="34458"/>
                        </a:moveTo>
                        <a:cubicBezTo>
                          <a:pt x="34882" y="39956"/>
                          <a:pt x="28443" y="43199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23795" y="-1"/>
                          <a:pt x="25979" y="334"/>
                          <a:pt x="28073" y="993"/>
                        </a:cubicBezTo>
                        <a:lnTo>
                          <a:pt x="21600" y="21600"/>
                        </a:lnTo>
                        <a:lnTo>
                          <a:pt x="38956" y="34458"/>
                        </a:lnTo>
                        <a:close/>
                      </a:path>
                    </a:pathLst>
                  </a:custGeom>
                  <a:noFill/>
                  <a:ln w="19050" cap="flat" cmpd="sng">
                    <a:solidFill>
                      <a:srgbClr val="FF33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251" name="Arc 467"/>
                  <p:cNvSpPr/>
                  <p:nvPr/>
                </p:nvSpPr>
                <p:spPr>
                  <a:xfrm rot="-1415830">
                    <a:off x="3083" y="1919"/>
                    <a:ext cx="776" cy="38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43200" h="30267" fill="none">
                        <a:moveTo>
                          <a:pt x="1815" y="30266"/>
                        </a:moveTo>
                        <a:cubicBezTo>
                          <a:pt x="618" y="27534"/>
                          <a:pt x="0" y="24583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200" y="23162"/>
                          <a:pt x="43030" y="24719"/>
                          <a:pt x="42694" y="26244"/>
                        </a:cubicBezTo>
                      </a:path>
                      <a:path w="43200" h="30267" stroke="0">
                        <a:moveTo>
                          <a:pt x="1815" y="30266"/>
                        </a:moveTo>
                        <a:cubicBezTo>
                          <a:pt x="618" y="27534"/>
                          <a:pt x="0" y="24583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200" y="23162"/>
                          <a:pt x="43030" y="24719"/>
                          <a:pt x="42694" y="26244"/>
                        </a:cubicBezTo>
                        <a:lnTo>
                          <a:pt x="21600" y="21600"/>
                        </a:lnTo>
                        <a:lnTo>
                          <a:pt x="1815" y="30266"/>
                        </a:lnTo>
                        <a:close/>
                      </a:path>
                    </a:pathLst>
                  </a:custGeom>
                  <a:noFill/>
                  <a:ln w="19050" cap="flat" cmpd="sng">
                    <a:solidFill>
                      <a:srgbClr val="FF33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2252" name="Group 468"/>
                <p:cNvGrpSpPr/>
                <p:nvPr/>
              </p:nvGrpSpPr>
              <p:grpSpPr>
                <a:xfrm>
                  <a:off x="2407" y="1969"/>
                  <a:ext cx="248" cy="284"/>
                  <a:chOff x="2799" y="1070"/>
                  <a:chExt cx="1235" cy="1528"/>
                </a:xfrm>
              </p:grpSpPr>
              <p:sp>
                <p:nvSpPr>
                  <p:cNvPr id="42253" name="Arc 469"/>
                  <p:cNvSpPr/>
                  <p:nvPr/>
                </p:nvSpPr>
                <p:spPr>
                  <a:xfrm rot="-1415830">
                    <a:off x="2799" y="1711"/>
                    <a:ext cx="1061" cy="887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42419" h="43200" fill="none">
                        <a:moveTo>
                          <a:pt x="42419" y="27354"/>
                        </a:moveTo>
                        <a:cubicBezTo>
                          <a:pt x="39831" y="36716"/>
                          <a:pt x="31313" y="43199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27497" y="-1"/>
                          <a:pt x="33138" y="2411"/>
                          <a:pt x="37213" y="6673"/>
                        </a:cubicBezTo>
                      </a:path>
                      <a:path w="42419" h="43200" stroke="0">
                        <a:moveTo>
                          <a:pt x="42419" y="27354"/>
                        </a:moveTo>
                        <a:cubicBezTo>
                          <a:pt x="39831" y="36716"/>
                          <a:pt x="31313" y="43199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27497" y="-1"/>
                          <a:pt x="33138" y="2411"/>
                          <a:pt x="37213" y="6673"/>
                        </a:cubicBezTo>
                        <a:lnTo>
                          <a:pt x="21600" y="21600"/>
                        </a:lnTo>
                        <a:lnTo>
                          <a:pt x="42419" y="27354"/>
                        </a:lnTo>
                        <a:close/>
                      </a:path>
                    </a:pathLst>
                  </a:custGeom>
                  <a:noFill/>
                  <a:ln w="19050" cap="flat" cmpd="sng">
                    <a:solidFill>
                      <a:srgbClr val="FF33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254" name="Arc 470"/>
                  <p:cNvSpPr/>
                  <p:nvPr/>
                </p:nvSpPr>
                <p:spPr>
                  <a:xfrm rot="-1415830">
                    <a:off x="3159" y="1070"/>
                    <a:ext cx="875" cy="61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43200" h="41520" fill="none">
                        <a:moveTo>
                          <a:pt x="13248" y="41519"/>
                        </a:moveTo>
                        <a:cubicBezTo>
                          <a:pt x="5222" y="38155"/>
                          <a:pt x="0" y="30302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200" y="25698"/>
                          <a:pt x="42033" y="29713"/>
                          <a:pt x="39837" y="33174"/>
                        </a:cubicBezTo>
                      </a:path>
                      <a:path w="43200" h="41520" stroke="0">
                        <a:moveTo>
                          <a:pt x="13248" y="41519"/>
                        </a:moveTo>
                        <a:cubicBezTo>
                          <a:pt x="5222" y="38155"/>
                          <a:pt x="0" y="30302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200" y="25698"/>
                          <a:pt x="42033" y="29713"/>
                          <a:pt x="39837" y="33174"/>
                        </a:cubicBezTo>
                        <a:lnTo>
                          <a:pt x="21600" y="21600"/>
                        </a:lnTo>
                        <a:lnTo>
                          <a:pt x="13248" y="41519"/>
                        </a:lnTo>
                        <a:close/>
                      </a:path>
                    </a:pathLst>
                  </a:custGeom>
                  <a:noFill/>
                  <a:ln w="19050" cap="flat" cmpd="sng">
                    <a:solidFill>
                      <a:srgbClr val="FF33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255" name="Arc 471"/>
                  <p:cNvSpPr/>
                  <p:nvPr/>
                </p:nvSpPr>
                <p:spPr>
                  <a:xfrm rot="-1415830">
                    <a:off x="3576" y="1255"/>
                    <a:ext cx="412" cy="295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38956" h="43200" fill="none">
                        <a:moveTo>
                          <a:pt x="38956" y="34458"/>
                        </a:moveTo>
                        <a:cubicBezTo>
                          <a:pt x="34882" y="39956"/>
                          <a:pt x="28443" y="43199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23795" y="-1"/>
                          <a:pt x="25979" y="334"/>
                          <a:pt x="28073" y="993"/>
                        </a:cubicBezTo>
                      </a:path>
                      <a:path w="38956" h="43200" stroke="0">
                        <a:moveTo>
                          <a:pt x="38956" y="34458"/>
                        </a:moveTo>
                        <a:cubicBezTo>
                          <a:pt x="34882" y="39956"/>
                          <a:pt x="28443" y="43199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23795" y="-1"/>
                          <a:pt x="25979" y="334"/>
                          <a:pt x="28073" y="993"/>
                        </a:cubicBezTo>
                        <a:lnTo>
                          <a:pt x="21600" y="21600"/>
                        </a:lnTo>
                        <a:lnTo>
                          <a:pt x="38956" y="34458"/>
                        </a:lnTo>
                        <a:close/>
                      </a:path>
                    </a:pathLst>
                  </a:custGeom>
                  <a:noFill/>
                  <a:ln w="19050" cap="flat" cmpd="sng">
                    <a:solidFill>
                      <a:srgbClr val="FF33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256" name="Arc 472"/>
                  <p:cNvSpPr/>
                  <p:nvPr/>
                </p:nvSpPr>
                <p:spPr>
                  <a:xfrm rot="-1415830">
                    <a:off x="3083" y="1919"/>
                    <a:ext cx="776" cy="38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43200" h="30267" fill="none">
                        <a:moveTo>
                          <a:pt x="1815" y="30266"/>
                        </a:moveTo>
                        <a:cubicBezTo>
                          <a:pt x="618" y="27534"/>
                          <a:pt x="0" y="24583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200" y="23162"/>
                          <a:pt x="43030" y="24719"/>
                          <a:pt x="42694" y="26244"/>
                        </a:cubicBezTo>
                      </a:path>
                      <a:path w="43200" h="30267" stroke="0">
                        <a:moveTo>
                          <a:pt x="1815" y="30266"/>
                        </a:moveTo>
                        <a:cubicBezTo>
                          <a:pt x="618" y="27534"/>
                          <a:pt x="0" y="24583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200" y="23162"/>
                          <a:pt x="43030" y="24719"/>
                          <a:pt x="42694" y="26244"/>
                        </a:cubicBezTo>
                        <a:lnTo>
                          <a:pt x="21600" y="21600"/>
                        </a:lnTo>
                        <a:lnTo>
                          <a:pt x="1815" y="30266"/>
                        </a:lnTo>
                        <a:close/>
                      </a:path>
                    </a:pathLst>
                  </a:custGeom>
                  <a:noFill/>
                  <a:ln w="19050" cap="flat" cmpd="sng">
                    <a:solidFill>
                      <a:srgbClr val="FF33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42257" name="WordArt 473"/>
              <p:cNvSpPr>
                <a:spLocks noTextEdit="1"/>
              </p:cNvSpPr>
              <p:nvPr/>
            </p:nvSpPr>
            <p:spPr>
              <a:xfrm>
                <a:off x="1032" y="3453"/>
                <a:ext cx="81" cy="7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42258" name="WordArt 474"/>
              <p:cNvSpPr>
                <a:spLocks noTextEdit="1"/>
              </p:cNvSpPr>
              <p:nvPr/>
            </p:nvSpPr>
            <p:spPr>
              <a:xfrm>
                <a:off x="1144" y="3450"/>
                <a:ext cx="94" cy="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8509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</a:p>
            </p:txBody>
          </p:sp>
        </p:grpSp>
        <p:sp>
          <p:nvSpPr>
            <p:cNvPr id="42259" name="Line 475"/>
            <p:cNvSpPr/>
            <p:nvPr/>
          </p:nvSpPr>
          <p:spPr>
            <a:xfrm flipV="1">
              <a:off x="5412" y="1008"/>
              <a:ext cx="0" cy="1236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15" name="组合 14"/>
          <p:cNvGrpSpPr/>
          <p:nvPr/>
        </p:nvGrpSpPr>
        <p:grpSpPr>
          <a:xfrm>
            <a:off x="128588" y="4583113"/>
            <a:ext cx="4316412" cy="493712"/>
            <a:chOff x="696" y="7151"/>
            <a:chExt cx="6797" cy="778"/>
          </a:xfrm>
        </p:grpSpPr>
        <p:graphicFrame>
          <p:nvGraphicFramePr>
            <p:cNvPr id="42261" name="对象 2"/>
            <p:cNvGraphicFramePr/>
            <p:nvPr/>
          </p:nvGraphicFramePr>
          <p:xfrm>
            <a:off x="3238" y="7252"/>
            <a:ext cx="730" cy="6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228600" imgH="254000" progId="Equation.DSMT4">
                    <p:embed/>
                  </p:oleObj>
                </mc:Choice>
                <mc:Fallback>
                  <p:oleObj r:id="rId5" imgW="228600" imgH="254000" progId="Equation.DSMT4">
                    <p:embed/>
                    <p:pic>
                      <p:nvPicPr>
                        <p:cNvPr id="0" name="图片 318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238" y="7252"/>
                          <a:ext cx="730" cy="67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262" name="对象 11"/>
            <p:cNvGraphicFramePr/>
            <p:nvPr/>
          </p:nvGraphicFramePr>
          <p:xfrm>
            <a:off x="4387" y="7191"/>
            <a:ext cx="938" cy="6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203200" imgH="203200" progId="Equation.DSMT4">
                    <p:embed/>
                  </p:oleObj>
                </mc:Choice>
                <mc:Fallback>
                  <p:oleObj r:id="rId7" imgW="203200" imgH="203200" progId="Equation.DSMT4">
                    <p:embed/>
                    <p:pic>
                      <p:nvPicPr>
                        <p:cNvPr id="0" name="图片 318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387" y="7191"/>
                          <a:ext cx="938" cy="6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263" name="文本框 13"/>
            <p:cNvSpPr txBox="1"/>
            <p:nvPr/>
          </p:nvSpPr>
          <p:spPr>
            <a:xfrm>
              <a:off x="696" y="7151"/>
              <a:ext cx="6797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en-US" sz="2400" b="1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（</a:t>
              </a:r>
              <a:r>
                <a:rPr lang="en-US" altLang="zh-CN" sz="2400" b="1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a</a:t>
              </a:r>
              <a:r>
                <a:rPr lang="zh-CN" altLang="zh-CN" sz="2400" b="1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）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由于</a:t>
              </a:r>
              <a:r>
                <a:rPr lang="en-US" altLang="zh-CN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   </a:t>
              </a:r>
              <a:r>
                <a:rPr lang="zh-CN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与</a:t>
              </a: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</a:t>
              </a:r>
              <a:r>
                <a:rPr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处处垂直，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aphicFrame>
        <p:nvGraphicFramePr>
          <p:cNvPr id="270401" name="对象 270400"/>
          <p:cNvGraphicFramePr/>
          <p:nvPr/>
        </p:nvGraphicFramePr>
        <p:xfrm>
          <a:off x="4364038" y="4432300"/>
          <a:ext cx="2630487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435100" imgH="342900" progId="Equation.3">
                  <p:embed/>
                </p:oleObj>
              </mc:Choice>
              <mc:Fallback>
                <p:oleObj r:id="rId9" imgW="1435100" imgH="342900" progId="Equation.3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64038" y="4432300"/>
                        <a:ext cx="2630487" cy="657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/>
          <p:nvPr/>
        </p:nvGraphicFramePr>
        <p:xfrm>
          <a:off x="989013" y="5173663"/>
          <a:ext cx="5891212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3213100" imgH="405765" progId="Equation.3">
                  <p:embed/>
                </p:oleObj>
              </mc:Choice>
              <mc:Fallback>
                <p:oleObj r:id="rId11" imgW="3213100" imgH="405765" progId="Equation.3">
                  <p:embed/>
                  <p:pic>
                    <p:nvPicPr>
                      <p:cNvPr id="0" name="图片 320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89013" y="5173663"/>
                        <a:ext cx="5891212" cy="779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/>
          <p:nvPr/>
        </p:nvGraphicFramePr>
        <p:xfrm>
          <a:off x="1419225" y="5953125"/>
          <a:ext cx="4117975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496060" imgH="571500" progId="Equation.DSMT4">
                  <p:embed/>
                </p:oleObj>
              </mc:Choice>
              <mc:Fallback>
                <p:oleObj r:id="rId13" imgW="1496060" imgH="571500" progId="Equation.DSMT4">
                  <p:embed/>
                  <p:pic>
                    <p:nvPicPr>
                      <p:cNvPr id="0" name="图片 321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19225" y="5953125"/>
                        <a:ext cx="4117975" cy="668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128588" y="5402263"/>
            <a:ext cx="7778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  <a:sym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  <a:sym typeface="宋体" panose="02010600030101010101" pitchFamily="2" charset="-122"/>
              </a:rPr>
              <a:t>b</a:t>
            </a:r>
            <a:r>
              <a:rPr lang="zh-CN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  <a:sym typeface="宋体" panose="02010600030101010101" pitchFamily="2" charset="-122"/>
              </a:rPr>
              <a:t>）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824663" y="6056313"/>
            <a:ext cx="1766887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  <a:sym typeface="宋体" panose="02010600030101010101" pitchFamily="2" charset="-122"/>
              </a:rPr>
              <a:t>b</a:t>
            </a:r>
            <a:r>
              <a:rPr lang="zh-CN" altLang="zh-CN" sz="24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  <a:sym typeface="宋体" panose="02010600030101010101" pitchFamily="2" charset="-122"/>
              </a:rPr>
              <a:t>端电势高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  <p:bldP spid="21" grpId="0"/>
      <p:bldP spid="21" grpId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542"/>
          <p:cNvSpPr>
            <a:spLocks noGrp="1"/>
          </p:cNvSpPr>
          <p:nvPr>
            <p:ph type="title" idx="4294967295"/>
          </p:nvPr>
        </p:nvSpPr>
        <p:spPr>
          <a:xfrm>
            <a:off x="1371600" y="0"/>
            <a:ext cx="7772400" cy="252413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sz="800" dirty="0">
                <a:solidFill>
                  <a:schemeClr val="bg1"/>
                </a:solidFill>
              </a:rPr>
              <a:t>例</a:t>
            </a:r>
          </a:p>
        </p:txBody>
      </p:sp>
      <p:sp>
        <p:nvSpPr>
          <p:cNvPr id="43010" name="Rectangle 2" descr="羊皮纸"/>
          <p:cNvSpPr/>
          <p:nvPr/>
        </p:nvSpPr>
        <p:spPr>
          <a:xfrm>
            <a:off x="0" y="0"/>
            <a:ext cx="9144000" cy="187325"/>
          </a:xfrm>
          <a:prstGeom prst="rect">
            <a:avLst/>
          </a:prstGeom>
          <a:blipFill rotWithShape="0">
            <a:blip r:embed="rId2"/>
          </a:blipFill>
          <a:ln w="9525" cap="flat" cmpd="sng">
            <a:solidFill>
              <a:srgbClr val="FFFF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1" name="Rectangle 3" descr="羊皮纸"/>
          <p:cNvSpPr/>
          <p:nvPr/>
        </p:nvSpPr>
        <p:spPr>
          <a:xfrm>
            <a:off x="0" y="6670675"/>
            <a:ext cx="9144000" cy="187325"/>
          </a:xfrm>
          <a:prstGeom prst="rect">
            <a:avLst/>
          </a:prstGeom>
          <a:blipFill rotWithShape="0">
            <a:blip r:embed="rId2"/>
          </a:blipFill>
          <a:ln w="9525" cap="flat" cmpd="sng">
            <a:solidFill>
              <a:srgbClr val="FFFF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541"/>
          <p:cNvGrpSpPr/>
          <p:nvPr/>
        </p:nvGrpSpPr>
        <p:grpSpPr>
          <a:xfrm>
            <a:off x="0" y="400050"/>
            <a:ext cx="9144000" cy="671513"/>
            <a:chOff x="0" y="252"/>
            <a:chExt cx="5760" cy="423"/>
          </a:xfrm>
        </p:grpSpPr>
        <p:sp>
          <p:nvSpPr>
            <p:cNvPr id="43013" name="WordArt 94"/>
            <p:cNvSpPr>
              <a:spLocks noTextEdit="1"/>
            </p:cNvSpPr>
            <p:nvPr/>
          </p:nvSpPr>
          <p:spPr>
            <a:xfrm>
              <a:off x="319" y="252"/>
              <a:ext cx="185" cy="22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800" b="1"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用</a:t>
              </a:r>
            </a:p>
          </p:txBody>
        </p:sp>
        <p:grpSp>
          <p:nvGrpSpPr>
            <p:cNvPr id="43014" name="Group 120"/>
            <p:cNvGrpSpPr/>
            <p:nvPr/>
          </p:nvGrpSpPr>
          <p:grpSpPr>
            <a:xfrm>
              <a:off x="610" y="269"/>
              <a:ext cx="1078" cy="246"/>
              <a:chOff x="756" y="277"/>
              <a:chExt cx="1078" cy="246"/>
            </a:xfrm>
          </p:grpSpPr>
          <p:grpSp>
            <p:nvGrpSpPr>
              <p:cNvPr id="43015" name="Group 96"/>
              <p:cNvGrpSpPr/>
              <p:nvPr/>
            </p:nvGrpSpPr>
            <p:grpSpPr>
              <a:xfrm>
                <a:off x="1035" y="364"/>
                <a:ext cx="122" cy="67"/>
                <a:chOff x="1358" y="2784"/>
                <a:chExt cx="369" cy="89"/>
              </a:xfrm>
            </p:grpSpPr>
            <p:sp>
              <p:nvSpPr>
                <p:cNvPr id="43016" name="Line 97"/>
                <p:cNvSpPr/>
                <p:nvPr/>
              </p:nvSpPr>
              <p:spPr>
                <a:xfrm>
                  <a:off x="1358" y="2784"/>
                  <a:ext cx="369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3017" name="Line 98"/>
                <p:cNvSpPr/>
                <p:nvPr/>
              </p:nvSpPr>
              <p:spPr>
                <a:xfrm>
                  <a:off x="1358" y="2873"/>
                  <a:ext cx="369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3018" name="Group 99"/>
              <p:cNvGrpSpPr/>
              <p:nvPr/>
            </p:nvGrpSpPr>
            <p:grpSpPr>
              <a:xfrm>
                <a:off x="756" y="285"/>
                <a:ext cx="233" cy="227"/>
                <a:chOff x="649" y="2564"/>
                <a:chExt cx="346" cy="349"/>
              </a:xfrm>
            </p:grpSpPr>
            <p:sp>
              <p:nvSpPr>
                <p:cNvPr id="43019" name="WordArt 100"/>
                <p:cNvSpPr>
                  <a:spLocks noTextEdit="1"/>
                </p:cNvSpPr>
                <p:nvPr/>
              </p:nvSpPr>
              <p:spPr>
                <a:xfrm>
                  <a:off x="909" y="2752"/>
                  <a:ext cx="86" cy="16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60463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i</a:t>
                  </a:r>
                </a:p>
              </p:txBody>
            </p:sp>
            <p:grpSp>
              <p:nvGrpSpPr>
                <p:cNvPr id="43020" name="Group 101"/>
                <p:cNvGrpSpPr/>
                <p:nvPr/>
              </p:nvGrpSpPr>
              <p:grpSpPr>
                <a:xfrm>
                  <a:off x="649" y="2564"/>
                  <a:ext cx="270" cy="346"/>
                  <a:chOff x="2407" y="1969"/>
                  <a:chExt cx="254" cy="293"/>
                </a:xfrm>
              </p:grpSpPr>
              <p:grpSp>
                <p:nvGrpSpPr>
                  <p:cNvPr id="43021" name="Group 102"/>
                  <p:cNvGrpSpPr/>
                  <p:nvPr/>
                </p:nvGrpSpPr>
                <p:grpSpPr>
                  <a:xfrm>
                    <a:off x="2413" y="1978"/>
                    <a:ext cx="248" cy="284"/>
                    <a:chOff x="2799" y="1070"/>
                    <a:chExt cx="1235" cy="1528"/>
                  </a:xfrm>
                </p:grpSpPr>
                <p:sp>
                  <p:nvSpPr>
                    <p:cNvPr id="43022" name="Arc 103"/>
                    <p:cNvSpPr/>
                    <p:nvPr/>
                  </p:nvSpPr>
                  <p:spPr>
                    <a:xfrm rot="-1415830">
                      <a:off x="2799" y="1711"/>
                      <a:ext cx="1061" cy="887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2419" h="43200" fill="none">
                          <a:moveTo>
                            <a:pt x="42419" y="27354"/>
                          </a:moveTo>
                          <a:cubicBezTo>
                            <a:pt x="39831" y="36716"/>
                            <a:pt x="3131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7497" y="-1"/>
                            <a:pt x="33138" y="2411"/>
                            <a:pt x="37213" y="6673"/>
                          </a:cubicBezTo>
                        </a:path>
                        <a:path w="42419" h="43200" stroke="0">
                          <a:moveTo>
                            <a:pt x="42419" y="27354"/>
                          </a:moveTo>
                          <a:cubicBezTo>
                            <a:pt x="39831" y="36716"/>
                            <a:pt x="3131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7497" y="-1"/>
                            <a:pt x="33138" y="2411"/>
                            <a:pt x="37213" y="6673"/>
                          </a:cubicBezTo>
                          <a:lnTo>
                            <a:pt x="21600" y="21600"/>
                          </a:lnTo>
                          <a:lnTo>
                            <a:pt x="42419" y="27354"/>
                          </a:lnTo>
                          <a:close/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3023" name="Arc 104"/>
                    <p:cNvSpPr/>
                    <p:nvPr/>
                  </p:nvSpPr>
                  <p:spPr>
                    <a:xfrm rot="-1415830">
                      <a:off x="3159" y="1070"/>
                      <a:ext cx="875" cy="61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3200" h="41520" fill="none">
                          <a:moveTo>
                            <a:pt x="13248" y="41519"/>
                          </a:moveTo>
                          <a:cubicBezTo>
                            <a:pt x="5222" y="38155"/>
                            <a:pt x="0" y="30302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5698"/>
                            <a:pt x="42033" y="29713"/>
                            <a:pt x="39837" y="33174"/>
                          </a:cubicBezTo>
                        </a:path>
                        <a:path w="43200" h="41520" stroke="0">
                          <a:moveTo>
                            <a:pt x="13248" y="41519"/>
                          </a:moveTo>
                          <a:cubicBezTo>
                            <a:pt x="5222" y="38155"/>
                            <a:pt x="0" y="30302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5698"/>
                            <a:pt x="42033" y="29713"/>
                            <a:pt x="39837" y="33174"/>
                          </a:cubicBezTo>
                          <a:lnTo>
                            <a:pt x="21600" y="21600"/>
                          </a:lnTo>
                          <a:lnTo>
                            <a:pt x="13248" y="41519"/>
                          </a:lnTo>
                          <a:close/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3024" name="Arc 105"/>
                    <p:cNvSpPr/>
                    <p:nvPr/>
                  </p:nvSpPr>
                  <p:spPr>
                    <a:xfrm rot="-1415830">
                      <a:off x="3576" y="1255"/>
                      <a:ext cx="412" cy="29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38956" h="43200" fill="none">
                          <a:moveTo>
                            <a:pt x="38956" y="34458"/>
                          </a:moveTo>
                          <a:cubicBezTo>
                            <a:pt x="34882" y="39956"/>
                            <a:pt x="2844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3795" y="-1"/>
                            <a:pt x="25979" y="334"/>
                            <a:pt x="28073" y="993"/>
                          </a:cubicBezTo>
                        </a:path>
                        <a:path w="38956" h="43200" stroke="0">
                          <a:moveTo>
                            <a:pt x="38956" y="34458"/>
                          </a:moveTo>
                          <a:cubicBezTo>
                            <a:pt x="34882" y="39956"/>
                            <a:pt x="2844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3795" y="-1"/>
                            <a:pt x="25979" y="334"/>
                            <a:pt x="28073" y="993"/>
                          </a:cubicBezTo>
                          <a:lnTo>
                            <a:pt x="21600" y="21600"/>
                          </a:lnTo>
                          <a:lnTo>
                            <a:pt x="38956" y="34458"/>
                          </a:lnTo>
                          <a:close/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3025" name="Arc 106"/>
                    <p:cNvSpPr/>
                    <p:nvPr/>
                  </p:nvSpPr>
                  <p:spPr>
                    <a:xfrm rot="-1415830">
                      <a:off x="3083" y="1919"/>
                      <a:ext cx="776" cy="38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3200" h="30267" fill="none">
                          <a:moveTo>
                            <a:pt x="1815" y="30266"/>
                          </a:moveTo>
                          <a:cubicBezTo>
                            <a:pt x="618" y="27534"/>
                            <a:pt x="0" y="2458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3162"/>
                            <a:pt x="43030" y="24719"/>
                            <a:pt x="42694" y="26244"/>
                          </a:cubicBezTo>
                        </a:path>
                        <a:path w="43200" h="30267" stroke="0">
                          <a:moveTo>
                            <a:pt x="1815" y="30266"/>
                          </a:moveTo>
                          <a:cubicBezTo>
                            <a:pt x="618" y="27534"/>
                            <a:pt x="0" y="2458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3162"/>
                            <a:pt x="43030" y="24719"/>
                            <a:pt x="42694" y="26244"/>
                          </a:cubicBezTo>
                          <a:lnTo>
                            <a:pt x="21600" y="21600"/>
                          </a:lnTo>
                          <a:lnTo>
                            <a:pt x="1815" y="30266"/>
                          </a:lnTo>
                          <a:close/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43026" name="Group 107"/>
                  <p:cNvGrpSpPr/>
                  <p:nvPr/>
                </p:nvGrpSpPr>
                <p:grpSpPr>
                  <a:xfrm>
                    <a:off x="2407" y="1969"/>
                    <a:ext cx="248" cy="284"/>
                    <a:chOff x="2799" y="1070"/>
                    <a:chExt cx="1235" cy="1528"/>
                  </a:xfrm>
                </p:grpSpPr>
                <p:sp>
                  <p:nvSpPr>
                    <p:cNvPr id="43027" name="Arc 108"/>
                    <p:cNvSpPr/>
                    <p:nvPr/>
                  </p:nvSpPr>
                  <p:spPr>
                    <a:xfrm rot="-1415830">
                      <a:off x="2799" y="1711"/>
                      <a:ext cx="1061" cy="887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2419" h="43200" fill="none">
                          <a:moveTo>
                            <a:pt x="42419" y="27354"/>
                          </a:moveTo>
                          <a:cubicBezTo>
                            <a:pt x="39831" y="36716"/>
                            <a:pt x="3131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7497" y="-1"/>
                            <a:pt x="33138" y="2411"/>
                            <a:pt x="37213" y="6673"/>
                          </a:cubicBezTo>
                        </a:path>
                        <a:path w="42419" h="43200" stroke="0">
                          <a:moveTo>
                            <a:pt x="42419" y="27354"/>
                          </a:moveTo>
                          <a:cubicBezTo>
                            <a:pt x="39831" y="36716"/>
                            <a:pt x="3131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7497" y="-1"/>
                            <a:pt x="33138" y="2411"/>
                            <a:pt x="37213" y="6673"/>
                          </a:cubicBezTo>
                          <a:lnTo>
                            <a:pt x="21600" y="21600"/>
                          </a:lnTo>
                          <a:lnTo>
                            <a:pt x="42419" y="27354"/>
                          </a:lnTo>
                          <a:close/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3028" name="Arc 109"/>
                    <p:cNvSpPr/>
                    <p:nvPr/>
                  </p:nvSpPr>
                  <p:spPr>
                    <a:xfrm rot="-1415830">
                      <a:off x="3159" y="1070"/>
                      <a:ext cx="875" cy="61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3200" h="41520" fill="none">
                          <a:moveTo>
                            <a:pt x="13248" y="41519"/>
                          </a:moveTo>
                          <a:cubicBezTo>
                            <a:pt x="5222" y="38155"/>
                            <a:pt x="0" y="30302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5698"/>
                            <a:pt x="42033" y="29713"/>
                            <a:pt x="39837" y="33174"/>
                          </a:cubicBezTo>
                        </a:path>
                        <a:path w="43200" h="41520" stroke="0">
                          <a:moveTo>
                            <a:pt x="13248" y="41519"/>
                          </a:moveTo>
                          <a:cubicBezTo>
                            <a:pt x="5222" y="38155"/>
                            <a:pt x="0" y="30302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5698"/>
                            <a:pt x="42033" y="29713"/>
                            <a:pt x="39837" y="33174"/>
                          </a:cubicBezTo>
                          <a:lnTo>
                            <a:pt x="21600" y="21600"/>
                          </a:lnTo>
                          <a:lnTo>
                            <a:pt x="13248" y="41519"/>
                          </a:lnTo>
                          <a:close/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3029" name="Arc 110"/>
                    <p:cNvSpPr/>
                    <p:nvPr/>
                  </p:nvSpPr>
                  <p:spPr>
                    <a:xfrm rot="-1415830">
                      <a:off x="3576" y="1255"/>
                      <a:ext cx="412" cy="29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38956" h="43200" fill="none">
                          <a:moveTo>
                            <a:pt x="38956" y="34458"/>
                          </a:moveTo>
                          <a:cubicBezTo>
                            <a:pt x="34882" y="39956"/>
                            <a:pt x="2844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3795" y="-1"/>
                            <a:pt x="25979" y="334"/>
                            <a:pt x="28073" y="993"/>
                          </a:cubicBezTo>
                        </a:path>
                        <a:path w="38956" h="43200" stroke="0">
                          <a:moveTo>
                            <a:pt x="38956" y="34458"/>
                          </a:moveTo>
                          <a:cubicBezTo>
                            <a:pt x="34882" y="39956"/>
                            <a:pt x="2844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3795" y="-1"/>
                            <a:pt x="25979" y="334"/>
                            <a:pt x="28073" y="993"/>
                          </a:cubicBezTo>
                          <a:lnTo>
                            <a:pt x="21600" y="21600"/>
                          </a:lnTo>
                          <a:lnTo>
                            <a:pt x="38956" y="34458"/>
                          </a:lnTo>
                          <a:close/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3030" name="Arc 111"/>
                    <p:cNvSpPr/>
                    <p:nvPr/>
                  </p:nvSpPr>
                  <p:spPr>
                    <a:xfrm rot="-1415830">
                      <a:off x="3083" y="1919"/>
                      <a:ext cx="776" cy="38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3200" h="30267" fill="none">
                          <a:moveTo>
                            <a:pt x="1815" y="30266"/>
                          </a:moveTo>
                          <a:cubicBezTo>
                            <a:pt x="618" y="27534"/>
                            <a:pt x="0" y="2458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3162"/>
                            <a:pt x="43030" y="24719"/>
                            <a:pt x="42694" y="26244"/>
                          </a:cubicBezTo>
                        </a:path>
                        <a:path w="43200" h="30267" stroke="0">
                          <a:moveTo>
                            <a:pt x="1815" y="30266"/>
                          </a:moveTo>
                          <a:cubicBezTo>
                            <a:pt x="618" y="27534"/>
                            <a:pt x="0" y="2458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3162"/>
                            <a:pt x="43030" y="24719"/>
                            <a:pt x="42694" y="26244"/>
                          </a:cubicBezTo>
                          <a:lnTo>
                            <a:pt x="21600" y="21600"/>
                          </a:lnTo>
                          <a:lnTo>
                            <a:pt x="1815" y="30266"/>
                          </a:lnTo>
                          <a:close/>
                        </a:path>
                      </a:pathLst>
                    </a:cu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grpSp>
            <p:nvGrpSpPr>
              <p:cNvPr id="43031" name="Group 119"/>
              <p:cNvGrpSpPr/>
              <p:nvPr/>
            </p:nvGrpSpPr>
            <p:grpSpPr>
              <a:xfrm>
                <a:off x="1226" y="277"/>
                <a:ext cx="608" cy="246"/>
                <a:chOff x="1299" y="269"/>
                <a:chExt cx="608" cy="246"/>
              </a:xfrm>
            </p:grpSpPr>
            <p:sp>
              <p:nvSpPr>
                <p:cNvPr id="43032" name="WordArt 112"/>
                <p:cNvSpPr>
                  <a:spLocks noTextEdit="1"/>
                </p:cNvSpPr>
                <p:nvPr/>
              </p:nvSpPr>
              <p:spPr>
                <a:xfrm>
                  <a:off x="1433" y="287"/>
                  <a:ext cx="117" cy="21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Symbol" panose="05050102010706020507" charset="0"/>
                      <a:ea typeface="Symbol" panose="05050102010706020507" charset="0"/>
                    </a:rPr>
                    <a:t>F</a:t>
                  </a:r>
                </a:p>
              </p:txBody>
            </p:sp>
            <p:sp>
              <p:nvSpPr>
                <p:cNvPr id="43033" name="WordArt 113"/>
                <p:cNvSpPr>
                  <a:spLocks noTextEdit="1"/>
                </p:cNvSpPr>
                <p:nvPr/>
              </p:nvSpPr>
              <p:spPr>
                <a:xfrm>
                  <a:off x="1299" y="269"/>
                  <a:ext cx="129" cy="22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64347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43034" name="WordArt 114"/>
                <p:cNvSpPr>
                  <a:spLocks noTextEdit="1"/>
                </p:cNvSpPr>
                <p:nvPr/>
              </p:nvSpPr>
              <p:spPr>
                <a:xfrm>
                  <a:off x="1811" y="270"/>
                  <a:ext cx="96" cy="24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8764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t</a:t>
                  </a:r>
                </a:p>
              </p:txBody>
            </p:sp>
            <p:sp>
              <p:nvSpPr>
                <p:cNvPr id="43035" name="Line 116"/>
                <p:cNvSpPr/>
                <p:nvPr/>
              </p:nvSpPr>
              <p:spPr>
                <a:xfrm flipH="1">
                  <a:off x="1571" y="270"/>
                  <a:ext cx="116" cy="24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3036" name="WordArt 117"/>
                <p:cNvSpPr>
                  <a:spLocks noTextEdit="1"/>
                </p:cNvSpPr>
                <p:nvPr/>
              </p:nvSpPr>
              <p:spPr>
                <a:xfrm>
                  <a:off x="1680" y="286"/>
                  <a:ext cx="130" cy="22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64347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d</a:t>
                  </a:r>
                </a:p>
              </p:txBody>
            </p:sp>
          </p:grpSp>
        </p:grpSp>
        <p:sp>
          <p:nvSpPr>
            <p:cNvPr id="43037" name="WordArt 118"/>
            <p:cNvSpPr>
              <a:spLocks noTextEdit="1"/>
            </p:cNvSpPr>
            <p:nvPr/>
          </p:nvSpPr>
          <p:spPr>
            <a:xfrm>
              <a:off x="1788" y="281"/>
              <a:ext cx="3133" cy="25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800" b="1">
                  <a:ln w="9525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和辅助线法,求上述类型变化磁场中导体的</a:t>
              </a:r>
            </a:p>
          </p:txBody>
        </p:sp>
        <p:grpSp>
          <p:nvGrpSpPr>
            <p:cNvPr id="43038" name="Group 137"/>
            <p:cNvGrpSpPr/>
            <p:nvPr/>
          </p:nvGrpSpPr>
          <p:grpSpPr>
            <a:xfrm>
              <a:off x="4976" y="299"/>
              <a:ext cx="558" cy="243"/>
              <a:chOff x="1246" y="2750"/>
              <a:chExt cx="597" cy="254"/>
            </a:xfrm>
          </p:grpSpPr>
          <p:grpSp>
            <p:nvGrpSpPr>
              <p:cNvPr id="43039" name="Group 138"/>
              <p:cNvGrpSpPr/>
              <p:nvPr/>
            </p:nvGrpSpPr>
            <p:grpSpPr>
              <a:xfrm>
                <a:off x="1246" y="2750"/>
                <a:ext cx="263" cy="252"/>
                <a:chOff x="1523" y="2750"/>
                <a:chExt cx="263" cy="252"/>
              </a:xfrm>
            </p:grpSpPr>
            <p:grpSp>
              <p:nvGrpSpPr>
                <p:cNvPr id="43040" name="Group 139"/>
                <p:cNvGrpSpPr/>
                <p:nvPr/>
              </p:nvGrpSpPr>
              <p:grpSpPr>
                <a:xfrm>
                  <a:off x="1523" y="2750"/>
                  <a:ext cx="221" cy="248"/>
                  <a:chOff x="2407" y="1969"/>
                  <a:chExt cx="254" cy="293"/>
                </a:xfrm>
              </p:grpSpPr>
              <p:grpSp>
                <p:nvGrpSpPr>
                  <p:cNvPr id="43041" name="Group 140"/>
                  <p:cNvGrpSpPr/>
                  <p:nvPr/>
                </p:nvGrpSpPr>
                <p:grpSpPr>
                  <a:xfrm>
                    <a:off x="2413" y="1978"/>
                    <a:ext cx="248" cy="284"/>
                    <a:chOff x="2799" y="1070"/>
                    <a:chExt cx="1235" cy="1528"/>
                  </a:xfrm>
                </p:grpSpPr>
                <p:sp>
                  <p:nvSpPr>
                    <p:cNvPr id="43042" name="Arc 141"/>
                    <p:cNvSpPr/>
                    <p:nvPr/>
                  </p:nvSpPr>
                  <p:spPr>
                    <a:xfrm rot="-1415830">
                      <a:off x="2799" y="1711"/>
                      <a:ext cx="1061" cy="887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2419" h="43200" fill="none">
                          <a:moveTo>
                            <a:pt x="42419" y="27354"/>
                          </a:moveTo>
                          <a:cubicBezTo>
                            <a:pt x="39831" y="36716"/>
                            <a:pt x="3131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7497" y="-1"/>
                            <a:pt x="33138" y="2411"/>
                            <a:pt x="37213" y="6673"/>
                          </a:cubicBezTo>
                        </a:path>
                        <a:path w="42419" h="43200" stroke="0">
                          <a:moveTo>
                            <a:pt x="42419" y="27354"/>
                          </a:moveTo>
                          <a:cubicBezTo>
                            <a:pt x="39831" y="36716"/>
                            <a:pt x="3131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7497" y="-1"/>
                            <a:pt x="33138" y="2411"/>
                            <a:pt x="37213" y="6673"/>
                          </a:cubicBezTo>
                          <a:lnTo>
                            <a:pt x="21600" y="21600"/>
                          </a:lnTo>
                          <a:lnTo>
                            <a:pt x="42419" y="27354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3043" name="Arc 142"/>
                    <p:cNvSpPr/>
                    <p:nvPr/>
                  </p:nvSpPr>
                  <p:spPr>
                    <a:xfrm rot="-1415830">
                      <a:off x="3159" y="1070"/>
                      <a:ext cx="875" cy="61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3200" h="41520" fill="none">
                          <a:moveTo>
                            <a:pt x="13248" y="41519"/>
                          </a:moveTo>
                          <a:cubicBezTo>
                            <a:pt x="5222" y="38155"/>
                            <a:pt x="0" y="30302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5698"/>
                            <a:pt x="42033" y="29713"/>
                            <a:pt x="39837" y="33174"/>
                          </a:cubicBezTo>
                        </a:path>
                        <a:path w="43200" h="41520" stroke="0">
                          <a:moveTo>
                            <a:pt x="13248" y="41519"/>
                          </a:moveTo>
                          <a:cubicBezTo>
                            <a:pt x="5222" y="38155"/>
                            <a:pt x="0" y="30302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5698"/>
                            <a:pt x="42033" y="29713"/>
                            <a:pt x="39837" y="33174"/>
                          </a:cubicBezTo>
                          <a:lnTo>
                            <a:pt x="21600" y="21600"/>
                          </a:lnTo>
                          <a:lnTo>
                            <a:pt x="13248" y="41519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3044" name="Arc 143"/>
                    <p:cNvSpPr/>
                    <p:nvPr/>
                  </p:nvSpPr>
                  <p:spPr>
                    <a:xfrm rot="-1415830">
                      <a:off x="3576" y="1255"/>
                      <a:ext cx="412" cy="29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38956" h="43200" fill="none">
                          <a:moveTo>
                            <a:pt x="38956" y="34458"/>
                          </a:moveTo>
                          <a:cubicBezTo>
                            <a:pt x="34882" y="39956"/>
                            <a:pt x="2844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3795" y="-1"/>
                            <a:pt x="25979" y="334"/>
                            <a:pt x="28073" y="993"/>
                          </a:cubicBezTo>
                        </a:path>
                        <a:path w="38956" h="43200" stroke="0">
                          <a:moveTo>
                            <a:pt x="38956" y="34458"/>
                          </a:moveTo>
                          <a:cubicBezTo>
                            <a:pt x="34882" y="39956"/>
                            <a:pt x="2844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3795" y="-1"/>
                            <a:pt x="25979" y="334"/>
                            <a:pt x="28073" y="993"/>
                          </a:cubicBezTo>
                          <a:lnTo>
                            <a:pt x="21600" y="21600"/>
                          </a:lnTo>
                          <a:lnTo>
                            <a:pt x="38956" y="34458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3045" name="Arc 144"/>
                    <p:cNvSpPr/>
                    <p:nvPr/>
                  </p:nvSpPr>
                  <p:spPr>
                    <a:xfrm rot="-1415830">
                      <a:off x="3083" y="1919"/>
                      <a:ext cx="776" cy="38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3200" h="30267" fill="none">
                          <a:moveTo>
                            <a:pt x="1815" y="30266"/>
                          </a:moveTo>
                          <a:cubicBezTo>
                            <a:pt x="618" y="27534"/>
                            <a:pt x="0" y="2458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3162"/>
                            <a:pt x="43030" y="24719"/>
                            <a:pt x="42694" y="26244"/>
                          </a:cubicBezTo>
                        </a:path>
                        <a:path w="43200" h="30267" stroke="0">
                          <a:moveTo>
                            <a:pt x="1815" y="30266"/>
                          </a:moveTo>
                          <a:cubicBezTo>
                            <a:pt x="618" y="27534"/>
                            <a:pt x="0" y="2458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3162"/>
                            <a:pt x="43030" y="24719"/>
                            <a:pt x="42694" y="26244"/>
                          </a:cubicBezTo>
                          <a:lnTo>
                            <a:pt x="21600" y="21600"/>
                          </a:lnTo>
                          <a:lnTo>
                            <a:pt x="1815" y="30266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43046" name="Group 145"/>
                  <p:cNvGrpSpPr/>
                  <p:nvPr/>
                </p:nvGrpSpPr>
                <p:grpSpPr>
                  <a:xfrm>
                    <a:off x="2407" y="1969"/>
                    <a:ext cx="248" cy="284"/>
                    <a:chOff x="2799" y="1070"/>
                    <a:chExt cx="1235" cy="1528"/>
                  </a:xfrm>
                </p:grpSpPr>
                <p:sp>
                  <p:nvSpPr>
                    <p:cNvPr id="43047" name="Arc 146"/>
                    <p:cNvSpPr/>
                    <p:nvPr/>
                  </p:nvSpPr>
                  <p:spPr>
                    <a:xfrm rot="-1415830">
                      <a:off x="2799" y="1711"/>
                      <a:ext cx="1061" cy="887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2419" h="43200" fill="none">
                          <a:moveTo>
                            <a:pt x="42419" y="27354"/>
                          </a:moveTo>
                          <a:cubicBezTo>
                            <a:pt x="39831" y="36716"/>
                            <a:pt x="3131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7497" y="-1"/>
                            <a:pt x="33138" y="2411"/>
                            <a:pt x="37213" y="6673"/>
                          </a:cubicBezTo>
                        </a:path>
                        <a:path w="42419" h="43200" stroke="0">
                          <a:moveTo>
                            <a:pt x="42419" y="27354"/>
                          </a:moveTo>
                          <a:cubicBezTo>
                            <a:pt x="39831" y="36716"/>
                            <a:pt x="3131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7497" y="-1"/>
                            <a:pt x="33138" y="2411"/>
                            <a:pt x="37213" y="6673"/>
                          </a:cubicBezTo>
                          <a:lnTo>
                            <a:pt x="21600" y="21600"/>
                          </a:lnTo>
                          <a:lnTo>
                            <a:pt x="42419" y="27354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3048" name="Arc 147"/>
                    <p:cNvSpPr/>
                    <p:nvPr/>
                  </p:nvSpPr>
                  <p:spPr>
                    <a:xfrm rot="-1415830">
                      <a:off x="3159" y="1070"/>
                      <a:ext cx="875" cy="61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3200" h="41520" fill="none">
                          <a:moveTo>
                            <a:pt x="13248" y="41519"/>
                          </a:moveTo>
                          <a:cubicBezTo>
                            <a:pt x="5222" y="38155"/>
                            <a:pt x="0" y="30302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5698"/>
                            <a:pt x="42033" y="29713"/>
                            <a:pt x="39837" y="33174"/>
                          </a:cubicBezTo>
                        </a:path>
                        <a:path w="43200" h="41520" stroke="0">
                          <a:moveTo>
                            <a:pt x="13248" y="41519"/>
                          </a:moveTo>
                          <a:cubicBezTo>
                            <a:pt x="5222" y="38155"/>
                            <a:pt x="0" y="30302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5698"/>
                            <a:pt x="42033" y="29713"/>
                            <a:pt x="39837" y="33174"/>
                          </a:cubicBezTo>
                          <a:lnTo>
                            <a:pt x="21600" y="21600"/>
                          </a:lnTo>
                          <a:lnTo>
                            <a:pt x="13248" y="41519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3049" name="Arc 148"/>
                    <p:cNvSpPr/>
                    <p:nvPr/>
                  </p:nvSpPr>
                  <p:spPr>
                    <a:xfrm rot="-1415830">
                      <a:off x="3576" y="1255"/>
                      <a:ext cx="412" cy="29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38956" h="43200" fill="none">
                          <a:moveTo>
                            <a:pt x="38956" y="34458"/>
                          </a:moveTo>
                          <a:cubicBezTo>
                            <a:pt x="34882" y="39956"/>
                            <a:pt x="2844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3795" y="-1"/>
                            <a:pt x="25979" y="334"/>
                            <a:pt x="28073" y="993"/>
                          </a:cubicBezTo>
                        </a:path>
                        <a:path w="38956" h="43200" stroke="0">
                          <a:moveTo>
                            <a:pt x="38956" y="34458"/>
                          </a:moveTo>
                          <a:cubicBezTo>
                            <a:pt x="34882" y="39956"/>
                            <a:pt x="2844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3795" y="-1"/>
                            <a:pt x="25979" y="334"/>
                            <a:pt x="28073" y="993"/>
                          </a:cubicBezTo>
                          <a:lnTo>
                            <a:pt x="21600" y="21600"/>
                          </a:lnTo>
                          <a:lnTo>
                            <a:pt x="38956" y="34458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3050" name="Arc 149"/>
                    <p:cNvSpPr/>
                    <p:nvPr/>
                  </p:nvSpPr>
                  <p:spPr>
                    <a:xfrm rot="-1415830">
                      <a:off x="3083" y="1919"/>
                      <a:ext cx="776" cy="38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3200" h="30267" fill="none">
                          <a:moveTo>
                            <a:pt x="1815" y="30266"/>
                          </a:moveTo>
                          <a:cubicBezTo>
                            <a:pt x="618" y="27534"/>
                            <a:pt x="0" y="2458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3162"/>
                            <a:pt x="43030" y="24719"/>
                            <a:pt x="42694" y="26244"/>
                          </a:cubicBezTo>
                        </a:path>
                        <a:path w="43200" h="30267" stroke="0">
                          <a:moveTo>
                            <a:pt x="1815" y="30266"/>
                          </a:moveTo>
                          <a:cubicBezTo>
                            <a:pt x="618" y="27534"/>
                            <a:pt x="0" y="2458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3162"/>
                            <a:pt x="43030" y="24719"/>
                            <a:pt x="42694" y="26244"/>
                          </a:cubicBezTo>
                          <a:lnTo>
                            <a:pt x="21600" y="21600"/>
                          </a:lnTo>
                          <a:lnTo>
                            <a:pt x="1815" y="30266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sp>
              <p:nvSpPr>
                <p:cNvPr id="43051" name="WordArt 150"/>
                <p:cNvSpPr>
                  <a:spLocks noTextEdit="1"/>
                </p:cNvSpPr>
                <p:nvPr/>
              </p:nvSpPr>
              <p:spPr>
                <a:xfrm>
                  <a:off x="1747" y="2881"/>
                  <a:ext cx="39" cy="12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i</a:t>
                  </a:r>
                </a:p>
              </p:txBody>
            </p:sp>
          </p:grpSp>
          <p:sp>
            <p:nvSpPr>
              <p:cNvPr id="43052" name="WordArt 151"/>
              <p:cNvSpPr>
                <a:spLocks noTextEdit="1"/>
              </p:cNvSpPr>
              <p:nvPr/>
            </p:nvSpPr>
            <p:spPr>
              <a:xfrm>
                <a:off x="1560" y="2856"/>
                <a:ext cx="283" cy="14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8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感生</a:t>
                </a:r>
              </a:p>
            </p:txBody>
          </p:sp>
        </p:grpSp>
        <p:sp>
          <p:nvSpPr>
            <p:cNvPr id="43053" name="Rectangle 184" descr="羊皮纸"/>
            <p:cNvSpPr/>
            <p:nvPr/>
          </p:nvSpPr>
          <p:spPr>
            <a:xfrm>
              <a:off x="0" y="565"/>
              <a:ext cx="5760" cy="110"/>
            </a:xfrm>
            <a:prstGeom prst="rect">
              <a:avLst/>
            </a:prstGeom>
            <a:blipFill rotWithShape="0">
              <a:blip r:embed="rId2"/>
            </a:blipFill>
            <a:ln w="9525" cap="flat" cmpd="sng">
              <a:solidFill>
                <a:srgbClr val="FFFF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" name="Group 537"/>
          <p:cNvGrpSpPr/>
          <p:nvPr/>
        </p:nvGrpSpPr>
        <p:grpSpPr>
          <a:xfrm>
            <a:off x="176213" y="5357813"/>
            <a:ext cx="2944812" cy="889000"/>
            <a:chOff x="383" y="3453"/>
            <a:chExt cx="1855" cy="560"/>
          </a:xfrm>
        </p:grpSpPr>
        <p:sp>
          <p:nvSpPr>
            <p:cNvPr id="43055" name="WordArt 242"/>
            <p:cNvSpPr>
              <a:spLocks noTextEdit="1"/>
            </p:cNvSpPr>
            <p:nvPr/>
          </p:nvSpPr>
          <p:spPr>
            <a:xfrm>
              <a:off x="383" y="3454"/>
              <a:ext cx="371" cy="18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求</a:t>
              </a:r>
            </a:p>
          </p:txBody>
        </p:sp>
        <p:grpSp>
          <p:nvGrpSpPr>
            <p:cNvPr id="43056" name="Group 246"/>
            <p:cNvGrpSpPr/>
            <p:nvPr/>
          </p:nvGrpSpPr>
          <p:grpSpPr>
            <a:xfrm>
              <a:off x="863" y="3456"/>
              <a:ext cx="257" cy="190"/>
              <a:chOff x="725" y="3440"/>
              <a:chExt cx="297" cy="198"/>
            </a:xfrm>
          </p:grpSpPr>
          <p:sp>
            <p:nvSpPr>
              <p:cNvPr id="43057" name="WordArt 243"/>
              <p:cNvSpPr>
                <a:spLocks noTextEdit="1"/>
              </p:cNvSpPr>
              <p:nvPr/>
            </p:nvSpPr>
            <p:spPr>
              <a:xfrm>
                <a:off x="725" y="3480"/>
                <a:ext cx="118" cy="15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43058" name="WordArt 244"/>
              <p:cNvSpPr>
                <a:spLocks noTextEdit="1"/>
              </p:cNvSpPr>
              <p:nvPr/>
            </p:nvSpPr>
            <p:spPr>
              <a:xfrm>
                <a:off x="866" y="3471"/>
                <a:ext cx="141" cy="16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43059" name="Line 245"/>
              <p:cNvSpPr/>
              <p:nvPr/>
            </p:nvSpPr>
            <p:spPr>
              <a:xfrm>
                <a:off x="763" y="3440"/>
                <a:ext cx="259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3060" name="WordArt 247"/>
            <p:cNvSpPr>
              <a:spLocks noTextEdit="1"/>
            </p:cNvSpPr>
            <p:nvPr/>
          </p:nvSpPr>
          <p:spPr>
            <a:xfrm>
              <a:off x="1210" y="3453"/>
              <a:ext cx="1028" cy="18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导体上的</a:t>
              </a:r>
            </a:p>
          </p:txBody>
        </p:sp>
        <p:grpSp>
          <p:nvGrpSpPr>
            <p:cNvPr id="43061" name="Group 248"/>
            <p:cNvGrpSpPr/>
            <p:nvPr/>
          </p:nvGrpSpPr>
          <p:grpSpPr>
            <a:xfrm>
              <a:off x="521" y="3770"/>
              <a:ext cx="558" cy="243"/>
              <a:chOff x="1246" y="2750"/>
              <a:chExt cx="597" cy="254"/>
            </a:xfrm>
          </p:grpSpPr>
          <p:grpSp>
            <p:nvGrpSpPr>
              <p:cNvPr id="43062" name="Group 249"/>
              <p:cNvGrpSpPr/>
              <p:nvPr/>
            </p:nvGrpSpPr>
            <p:grpSpPr>
              <a:xfrm>
                <a:off x="1246" y="2750"/>
                <a:ext cx="263" cy="252"/>
                <a:chOff x="1523" y="2750"/>
                <a:chExt cx="263" cy="252"/>
              </a:xfrm>
            </p:grpSpPr>
            <p:grpSp>
              <p:nvGrpSpPr>
                <p:cNvPr id="43063" name="Group 250"/>
                <p:cNvGrpSpPr/>
                <p:nvPr/>
              </p:nvGrpSpPr>
              <p:grpSpPr>
                <a:xfrm>
                  <a:off x="1523" y="2750"/>
                  <a:ext cx="221" cy="248"/>
                  <a:chOff x="2407" y="1969"/>
                  <a:chExt cx="254" cy="293"/>
                </a:xfrm>
              </p:grpSpPr>
              <p:grpSp>
                <p:nvGrpSpPr>
                  <p:cNvPr id="43064" name="Group 251"/>
                  <p:cNvGrpSpPr/>
                  <p:nvPr/>
                </p:nvGrpSpPr>
                <p:grpSpPr>
                  <a:xfrm>
                    <a:off x="2413" y="1978"/>
                    <a:ext cx="248" cy="284"/>
                    <a:chOff x="2799" y="1070"/>
                    <a:chExt cx="1235" cy="1528"/>
                  </a:xfrm>
                </p:grpSpPr>
                <p:sp>
                  <p:nvSpPr>
                    <p:cNvPr id="43065" name="Arc 252"/>
                    <p:cNvSpPr/>
                    <p:nvPr/>
                  </p:nvSpPr>
                  <p:spPr>
                    <a:xfrm rot="-1415830">
                      <a:off x="2799" y="1711"/>
                      <a:ext cx="1061" cy="887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2419" h="43200" fill="none">
                          <a:moveTo>
                            <a:pt x="42419" y="27354"/>
                          </a:moveTo>
                          <a:cubicBezTo>
                            <a:pt x="39831" y="36716"/>
                            <a:pt x="3131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7497" y="-1"/>
                            <a:pt x="33138" y="2411"/>
                            <a:pt x="37213" y="6673"/>
                          </a:cubicBezTo>
                        </a:path>
                        <a:path w="42419" h="43200" stroke="0">
                          <a:moveTo>
                            <a:pt x="42419" y="27354"/>
                          </a:moveTo>
                          <a:cubicBezTo>
                            <a:pt x="39831" y="36716"/>
                            <a:pt x="3131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7497" y="-1"/>
                            <a:pt x="33138" y="2411"/>
                            <a:pt x="37213" y="6673"/>
                          </a:cubicBezTo>
                          <a:lnTo>
                            <a:pt x="21600" y="21600"/>
                          </a:lnTo>
                          <a:lnTo>
                            <a:pt x="42419" y="27354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3066" name="Arc 253"/>
                    <p:cNvSpPr/>
                    <p:nvPr/>
                  </p:nvSpPr>
                  <p:spPr>
                    <a:xfrm rot="-1415830">
                      <a:off x="3159" y="1070"/>
                      <a:ext cx="875" cy="61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3200" h="41520" fill="none">
                          <a:moveTo>
                            <a:pt x="13248" y="41519"/>
                          </a:moveTo>
                          <a:cubicBezTo>
                            <a:pt x="5222" y="38155"/>
                            <a:pt x="0" y="30302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5698"/>
                            <a:pt x="42033" y="29713"/>
                            <a:pt x="39837" y="33174"/>
                          </a:cubicBezTo>
                        </a:path>
                        <a:path w="43200" h="41520" stroke="0">
                          <a:moveTo>
                            <a:pt x="13248" y="41519"/>
                          </a:moveTo>
                          <a:cubicBezTo>
                            <a:pt x="5222" y="38155"/>
                            <a:pt x="0" y="30302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5698"/>
                            <a:pt x="42033" y="29713"/>
                            <a:pt x="39837" y="33174"/>
                          </a:cubicBezTo>
                          <a:lnTo>
                            <a:pt x="21600" y="21600"/>
                          </a:lnTo>
                          <a:lnTo>
                            <a:pt x="13248" y="41519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3067" name="Arc 254"/>
                    <p:cNvSpPr/>
                    <p:nvPr/>
                  </p:nvSpPr>
                  <p:spPr>
                    <a:xfrm rot="-1415830">
                      <a:off x="3576" y="1255"/>
                      <a:ext cx="412" cy="29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38956" h="43200" fill="none">
                          <a:moveTo>
                            <a:pt x="38956" y="34458"/>
                          </a:moveTo>
                          <a:cubicBezTo>
                            <a:pt x="34882" y="39956"/>
                            <a:pt x="2844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3795" y="-1"/>
                            <a:pt x="25979" y="334"/>
                            <a:pt x="28073" y="993"/>
                          </a:cubicBezTo>
                        </a:path>
                        <a:path w="38956" h="43200" stroke="0">
                          <a:moveTo>
                            <a:pt x="38956" y="34458"/>
                          </a:moveTo>
                          <a:cubicBezTo>
                            <a:pt x="34882" y="39956"/>
                            <a:pt x="2844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3795" y="-1"/>
                            <a:pt x="25979" y="334"/>
                            <a:pt x="28073" y="993"/>
                          </a:cubicBezTo>
                          <a:lnTo>
                            <a:pt x="21600" y="21600"/>
                          </a:lnTo>
                          <a:lnTo>
                            <a:pt x="38956" y="34458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3068" name="Arc 255"/>
                    <p:cNvSpPr/>
                    <p:nvPr/>
                  </p:nvSpPr>
                  <p:spPr>
                    <a:xfrm rot="-1415830">
                      <a:off x="3083" y="1919"/>
                      <a:ext cx="776" cy="38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3200" h="30267" fill="none">
                          <a:moveTo>
                            <a:pt x="1815" y="30266"/>
                          </a:moveTo>
                          <a:cubicBezTo>
                            <a:pt x="618" y="27534"/>
                            <a:pt x="0" y="2458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3162"/>
                            <a:pt x="43030" y="24719"/>
                            <a:pt x="42694" y="26244"/>
                          </a:cubicBezTo>
                        </a:path>
                        <a:path w="43200" h="30267" stroke="0">
                          <a:moveTo>
                            <a:pt x="1815" y="30266"/>
                          </a:moveTo>
                          <a:cubicBezTo>
                            <a:pt x="618" y="27534"/>
                            <a:pt x="0" y="2458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3162"/>
                            <a:pt x="43030" y="24719"/>
                            <a:pt x="42694" y="26244"/>
                          </a:cubicBezTo>
                          <a:lnTo>
                            <a:pt x="21600" y="21600"/>
                          </a:lnTo>
                          <a:lnTo>
                            <a:pt x="1815" y="30266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43069" name="Group 256"/>
                  <p:cNvGrpSpPr/>
                  <p:nvPr/>
                </p:nvGrpSpPr>
                <p:grpSpPr>
                  <a:xfrm>
                    <a:off x="2407" y="1969"/>
                    <a:ext cx="248" cy="284"/>
                    <a:chOff x="2799" y="1070"/>
                    <a:chExt cx="1235" cy="1528"/>
                  </a:xfrm>
                </p:grpSpPr>
                <p:sp>
                  <p:nvSpPr>
                    <p:cNvPr id="43070" name="Arc 257"/>
                    <p:cNvSpPr/>
                    <p:nvPr/>
                  </p:nvSpPr>
                  <p:spPr>
                    <a:xfrm rot="-1415830">
                      <a:off x="2799" y="1711"/>
                      <a:ext cx="1061" cy="887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2419" h="43200" fill="none">
                          <a:moveTo>
                            <a:pt x="42419" y="27354"/>
                          </a:moveTo>
                          <a:cubicBezTo>
                            <a:pt x="39831" y="36716"/>
                            <a:pt x="3131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7497" y="-1"/>
                            <a:pt x="33138" y="2411"/>
                            <a:pt x="37213" y="6673"/>
                          </a:cubicBezTo>
                        </a:path>
                        <a:path w="42419" h="43200" stroke="0">
                          <a:moveTo>
                            <a:pt x="42419" y="27354"/>
                          </a:moveTo>
                          <a:cubicBezTo>
                            <a:pt x="39831" y="36716"/>
                            <a:pt x="3131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7497" y="-1"/>
                            <a:pt x="33138" y="2411"/>
                            <a:pt x="37213" y="6673"/>
                          </a:cubicBezTo>
                          <a:lnTo>
                            <a:pt x="21600" y="21600"/>
                          </a:lnTo>
                          <a:lnTo>
                            <a:pt x="42419" y="27354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3071" name="Arc 258"/>
                    <p:cNvSpPr/>
                    <p:nvPr/>
                  </p:nvSpPr>
                  <p:spPr>
                    <a:xfrm rot="-1415830">
                      <a:off x="3159" y="1070"/>
                      <a:ext cx="875" cy="61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3200" h="41520" fill="none">
                          <a:moveTo>
                            <a:pt x="13248" y="41519"/>
                          </a:moveTo>
                          <a:cubicBezTo>
                            <a:pt x="5222" y="38155"/>
                            <a:pt x="0" y="30302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5698"/>
                            <a:pt x="42033" y="29713"/>
                            <a:pt x="39837" y="33174"/>
                          </a:cubicBezTo>
                        </a:path>
                        <a:path w="43200" h="41520" stroke="0">
                          <a:moveTo>
                            <a:pt x="13248" y="41519"/>
                          </a:moveTo>
                          <a:cubicBezTo>
                            <a:pt x="5222" y="38155"/>
                            <a:pt x="0" y="30302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5698"/>
                            <a:pt x="42033" y="29713"/>
                            <a:pt x="39837" y="33174"/>
                          </a:cubicBezTo>
                          <a:lnTo>
                            <a:pt x="21600" y="21600"/>
                          </a:lnTo>
                          <a:lnTo>
                            <a:pt x="13248" y="41519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3072" name="Arc 259"/>
                    <p:cNvSpPr/>
                    <p:nvPr/>
                  </p:nvSpPr>
                  <p:spPr>
                    <a:xfrm rot="-1415830">
                      <a:off x="3576" y="1255"/>
                      <a:ext cx="412" cy="29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38956" h="43200" fill="none">
                          <a:moveTo>
                            <a:pt x="38956" y="34458"/>
                          </a:moveTo>
                          <a:cubicBezTo>
                            <a:pt x="34882" y="39956"/>
                            <a:pt x="2844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3795" y="-1"/>
                            <a:pt x="25979" y="334"/>
                            <a:pt x="28073" y="993"/>
                          </a:cubicBezTo>
                        </a:path>
                        <a:path w="38956" h="43200" stroke="0">
                          <a:moveTo>
                            <a:pt x="38956" y="34458"/>
                          </a:moveTo>
                          <a:cubicBezTo>
                            <a:pt x="34882" y="39956"/>
                            <a:pt x="28443" y="43199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23795" y="-1"/>
                            <a:pt x="25979" y="334"/>
                            <a:pt x="28073" y="993"/>
                          </a:cubicBezTo>
                          <a:lnTo>
                            <a:pt x="21600" y="21600"/>
                          </a:lnTo>
                          <a:lnTo>
                            <a:pt x="38956" y="34458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3073" name="Arc 260"/>
                    <p:cNvSpPr/>
                    <p:nvPr/>
                  </p:nvSpPr>
                  <p:spPr>
                    <a:xfrm rot="-1415830">
                      <a:off x="3083" y="1919"/>
                      <a:ext cx="776" cy="38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43200" h="30267" fill="none">
                          <a:moveTo>
                            <a:pt x="1815" y="30266"/>
                          </a:moveTo>
                          <a:cubicBezTo>
                            <a:pt x="618" y="27534"/>
                            <a:pt x="0" y="2458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3162"/>
                            <a:pt x="43030" y="24719"/>
                            <a:pt x="42694" y="26244"/>
                          </a:cubicBezTo>
                        </a:path>
                        <a:path w="43200" h="30267" stroke="0">
                          <a:moveTo>
                            <a:pt x="1815" y="30266"/>
                          </a:moveTo>
                          <a:cubicBezTo>
                            <a:pt x="618" y="27534"/>
                            <a:pt x="0" y="24583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0"/>
                            <a:pt x="43200" y="9670"/>
                            <a:pt x="43200" y="21600"/>
                          </a:cubicBezTo>
                          <a:cubicBezTo>
                            <a:pt x="43200" y="23162"/>
                            <a:pt x="43030" y="24719"/>
                            <a:pt x="42694" y="26244"/>
                          </a:cubicBezTo>
                          <a:lnTo>
                            <a:pt x="21600" y="21600"/>
                          </a:lnTo>
                          <a:lnTo>
                            <a:pt x="1815" y="30266"/>
                          </a:lnTo>
                          <a:close/>
                        </a:path>
                      </a:pathLst>
                    </a:cu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sp>
              <p:nvSpPr>
                <p:cNvPr id="43074" name="WordArt 261"/>
                <p:cNvSpPr>
                  <a:spLocks noTextEdit="1"/>
                </p:cNvSpPr>
                <p:nvPr/>
              </p:nvSpPr>
              <p:spPr>
                <a:xfrm>
                  <a:off x="1747" y="2881"/>
                  <a:ext cx="39" cy="12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i</a:t>
                  </a:r>
                </a:p>
              </p:txBody>
            </p:sp>
          </p:grpSp>
          <p:sp>
            <p:nvSpPr>
              <p:cNvPr id="43075" name="WordArt 262"/>
              <p:cNvSpPr>
                <a:spLocks noTextEdit="1"/>
              </p:cNvSpPr>
              <p:nvPr/>
            </p:nvSpPr>
            <p:spPr>
              <a:xfrm>
                <a:off x="1560" y="2856"/>
                <a:ext cx="283" cy="14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8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感生</a:t>
                </a:r>
              </a:p>
            </p:txBody>
          </p:sp>
        </p:grpSp>
        <p:sp>
          <p:nvSpPr>
            <p:cNvPr id="43076" name="WordArt 278"/>
            <p:cNvSpPr>
              <a:spLocks noTextEdit="1"/>
            </p:cNvSpPr>
            <p:nvPr/>
          </p:nvSpPr>
          <p:spPr>
            <a:xfrm>
              <a:off x="1201" y="3800"/>
              <a:ext cx="1028" cy="18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大小和方向</a:t>
              </a:r>
            </a:p>
          </p:txBody>
        </p:sp>
      </p:grpSp>
      <p:grpSp>
        <p:nvGrpSpPr>
          <p:cNvPr id="5" name="Group 528"/>
          <p:cNvGrpSpPr/>
          <p:nvPr/>
        </p:nvGrpSpPr>
        <p:grpSpPr>
          <a:xfrm>
            <a:off x="639763" y="1550988"/>
            <a:ext cx="2997200" cy="3709987"/>
            <a:chOff x="403" y="977"/>
            <a:chExt cx="1888" cy="2337"/>
          </a:xfrm>
        </p:grpSpPr>
        <p:sp>
          <p:nvSpPr>
            <p:cNvPr id="43078" name="WordArt 10"/>
            <p:cNvSpPr>
              <a:spLocks noTextEdit="1"/>
            </p:cNvSpPr>
            <p:nvPr/>
          </p:nvSpPr>
          <p:spPr>
            <a:xfrm>
              <a:off x="1348" y="3004"/>
              <a:ext cx="78" cy="21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9352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43079" name="Line 11"/>
            <p:cNvSpPr/>
            <p:nvPr/>
          </p:nvSpPr>
          <p:spPr>
            <a:xfrm>
              <a:off x="1610" y="3122"/>
              <a:ext cx="47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43080" name="Line 12"/>
            <p:cNvSpPr/>
            <p:nvPr/>
          </p:nvSpPr>
          <p:spPr>
            <a:xfrm>
              <a:off x="713" y="3124"/>
              <a:ext cx="47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triangle" w="sm" len="lg"/>
              <a:tailEnd type="none" w="sm" len="lg"/>
            </a:ln>
          </p:spPr>
        </p:sp>
        <p:sp>
          <p:nvSpPr>
            <p:cNvPr id="43081" name="Oval 13"/>
            <p:cNvSpPr/>
            <p:nvPr/>
          </p:nvSpPr>
          <p:spPr>
            <a:xfrm>
              <a:off x="542" y="1164"/>
              <a:ext cx="1732" cy="1745"/>
            </a:xfrm>
            <a:prstGeom prst="ellipse">
              <a:avLst/>
            </a:prstGeom>
            <a:solidFill>
              <a:srgbClr val="EAEAEA"/>
            </a:solidFill>
            <a:ln w="12700" cap="flat" cmpd="sng">
              <a:solidFill>
                <a:schemeClr val="accent2"/>
              </a:solidFill>
              <a:prstDash val="lg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3082" name="Group 14"/>
            <p:cNvGrpSpPr/>
            <p:nvPr/>
          </p:nvGrpSpPr>
          <p:grpSpPr>
            <a:xfrm>
              <a:off x="652" y="1991"/>
              <a:ext cx="65" cy="55"/>
              <a:chOff x="2592" y="2400"/>
              <a:chExt cx="1344" cy="1296"/>
            </a:xfrm>
          </p:grpSpPr>
          <p:sp>
            <p:nvSpPr>
              <p:cNvPr id="43083" name="Line 15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3084" name="Line 16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3085" name="Group 17"/>
            <p:cNvGrpSpPr/>
            <p:nvPr/>
          </p:nvGrpSpPr>
          <p:grpSpPr>
            <a:xfrm>
              <a:off x="1007" y="2005"/>
              <a:ext cx="65" cy="56"/>
              <a:chOff x="2592" y="2400"/>
              <a:chExt cx="1344" cy="1296"/>
            </a:xfrm>
          </p:grpSpPr>
          <p:sp>
            <p:nvSpPr>
              <p:cNvPr id="43086" name="Line 18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3087" name="Line 19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3088" name="Group 20"/>
            <p:cNvGrpSpPr/>
            <p:nvPr/>
          </p:nvGrpSpPr>
          <p:grpSpPr>
            <a:xfrm>
              <a:off x="1371" y="1260"/>
              <a:ext cx="65" cy="55"/>
              <a:chOff x="2592" y="2400"/>
              <a:chExt cx="1344" cy="1296"/>
            </a:xfrm>
          </p:grpSpPr>
          <p:sp>
            <p:nvSpPr>
              <p:cNvPr id="43089" name="Line 21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3090" name="Line 22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3091" name="Group 23"/>
            <p:cNvGrpSpPr/>
            <p:nvPr/>
          </p:nvGrpSpPr>
          <p:grpSpPr>
            <a:xfrm>
              <a:off x="1732" y="2006"/>
              <a:ext cx="66" cy="55"/>
              <a:chOff x="2592" y="2400"/>
              <a:chExt cx="1344" cy="1296"/>
            </a:xfrm>
          </p:grpSpPr>
          <p:sp>
            <p:nvSpPr>
              <p:cNvPr id="43092" name="Line 24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3093" name="Line 25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3094" name="Group 26"/>
            <p:cNvGrpSpPr/>
            <p:nvPr/>
          </p:nvGrpSpPr>
          <p:grpSpPr>
            <a:xfrm>
              <a:off x="2115" y="2000"/>
              <a:ext cx="64" cy="56"/>
              <a:chOff x="2592" y="2400"/>
              <a:chExt cx="1344" cy="1296"/>
            </a:xfrm>
          </p:grpSpPr>
          <p:sp>
            <p:nvSpPr>
              <p:cNvPr id="43095" name="Line 27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3096" name="Line 28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3097" name="Group 29"/>
            <p:cNvGrpSpPr/>
            <p:nvPr/>
          </p:nvGrpSpPr>
          <p:grpSpPr>
            <a:xfrm>
              <a:off x="996" y="2378"/>
              <a:ext cx="64" cy="55"/>
              <a:chOff x="2592" y="2400"/>
              <a:chExt cx="1344" cy="1296"/>
            </a:xfrm>
          </p:grpSpPr>
          <p:sp>
            <p:nvSpPr>
              <p:cNvPr id="43098" name="Line 30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3099" name="Line 31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3100" name="Group 32"/>
            <p:cNvGrpSpPr/>
            <p:nvPr/>
          </p:nvGrpSpPr>
          <p:grpSpPr>
            <a:xfrm>
              <a:off x="1366" y="1655"/>
              <a:ext cx="64" cy="56"/>
              <a:chOff x="2592" y="2400"/>
              <a:chExt cx="1344" cy="1296"/>
            </a:xfrm>
          </p:grpSpPr>
          <p:sp>
            <p:nvSpPr>
              <p:cNvPr id="43101" name="Line 33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3102" name="Line 34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3103" name="Group 35"/>
            <p:cNvGrpSpPr/>
            <p:nvPr/>
          </p:nvGrpSpPr>
          <p:grpSpPr>
            <a:xfrm>
              <a:off x="1734" y="1654"/>
              <a:ext cx="64" cy="55"/>
              <a:chOff x="2592" y="2400"/>
              <a:chExt cx="1344" cy="1296"/>
            </a:xfrm>
          </p:grpSpPr>
          <p:sp>
            <p:nvSpPr>
              <p:cNvPr id="43104" name="Line 36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3105" name="Line 37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3106" name="Group 38"/>
            <p:cNvGrpSpPr/>
            <p:nvPr/>
          </p:nvGrpSpPr>
          <p:grpSpPr>
            <a:xfrm>
              <a:off x="1001" y="1265"/>
              <a:ext cx="64" cy="55"/>
              <a:chOff x="2592" y="2400"/>
              <a:chExt cx="1344" cy="1296"/>
            </a:xfrm>
          </p:grpSpPr>
          <p:sp>
            <p:nvSpPr>
              <p:cNvPr id="43107" name="Line 39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3108" name="Line 40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3109" name="Group 41"/>
            <p:cNvGrpSpPr/>
            <p:nvPr/>
          </p:nvGrpSpPr>
          <p:grpSpPr>
            <a:xfrm>
              <a:off x="1721" y="1260"/>
              <a:ext cx="64" cy="55"/>
              <a:chOff x="2592" y="2400"/>
              <a:chExt cx="1344" cy="1296"/>
            </a:xfrm>
          </p:grpSpPr>
          <p:sp>
            <p:nvSpPr>
              <p:cNvPr id="43110" name="Line 42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3111" name="Line 43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3112" name="Group 44"/>
            <p:cNvGrpSpPr/>
            <p:nvPr/>
          </p:nvGrpSpPr>
          <p:grpSpPr>
            <a:xfrm>
              <a:off x="991" y="2745"/>
              <a:ext cx="65" cy="56"/>
              <a:chOff x="2592" y="2400"/>
              <a:chExt cx="1344" cy="1296"/>
            </a:xfrm>
          </p:grpSpPr>
          <p:sp>
            <p:nvSpPr>
              <p:cNvPr id="43113" name="Line 45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3114" name="Line 46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3115" name="Group 47"/>
            <p:cNvGrpSpPr/>
            <p:nvPr/>
          </p:nvGrpSpPr>
          <p:grpSpPr>
            <a:xfrm>
              <a:off x="665" y="1647"/>
              <a:ext cx="64" cy="56"/>
              <a:chOff x="2592" y="2400"/>
              <a:chExt cx="1344" cy="1296"/>
            </a:xfrm>
          </p:grpSpPr>
          <p:sp>
            <p:nvSpPr>
              <p:cNvPr id="43116" name="Line 48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3117" name="Line 49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3118" name="Group 50"/>
            <p:cNvGrpSpPr/>
            <p:nvPr/>
          </p:nvGrpSpPr>
          <p:grpSpPr>
            <a:xfrm>
              <a:off x="2100" y="1659"/>
              <a:ext cx="66" cy="55"/>
              <a:chOff x="2592" y="2400"/>
              <a:chExt cx="1344" cy="1296"/>
            </a:xfrm>
          </p:grpSpPr>
          <p:sp>
            <p:nvSpPr>
              <p:cNvPr id="43119" name="Line 51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3120" name="Line 52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3121" name="Group 53"/>
            <p:cNvGrpSpPr/>
            <p:nvPr/>
          </p:nvGrpSpPr>
          <p:grpSpPr>
            <a:xfrm>
              <a:off x="1006" y="1651"/>
              <a:ext cx="65" cy="55"/>
              <a:chOff x="2592" y="2400"/>
              <a:chExt cx="1344" cy="1296"/>
            </a:xfrm>
          </p:grpSpPr>
          <p:sp>
            <p:nvSpPr>
              <p:cNvPr id="43122" name="Line 54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3123" name="Line 55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3124" name="WordArt 56"/>
            <p:cNvSpPr>
              <a:spLocks noTextEdit="1"/>
            </p:cNvSpPr>
            <p:nvPr/>
          </p:nvSpPr>
          <p:spPr>
            <a:xfrm>
              <a:off x="1399" y="1830"/>
              <a:ext cx="109" cy="15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800" i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0000"/>
                  </a:solidFill>
                  <a:effectLst>
                    <a:outerShdw dist="28398" dir="1593903" algn="ctr" rotWithShape="0">
                      <a:schemeClr val="bg1"/>
                    </a:outerShdw>
                  </a:effectLst>
                  <a:latin typeface="Times New Roman" panose="02020603050405020304" pitchFamily="18" charset="0"/>
                  <a:ea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43125" name="WordArt 57"/>
            <p:cNvSpPr>
              <a:spLocks noTextEdit="1"/>
            </p:cNvSpPr>
            <p:nvPr/>
          </p:nvSpPr>
          <p:spPr>
            <a:xfrm>
              <a:off x="821" y="2085"/>
              <a:ext cx="178" cy="16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800" i="1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effectLst>
                    <a:outerShdw dist="35921" dir="2699999" algn="ctr" rotWithShape="0">
                      <a:schemeClr val="bg1"/>
                    </a:outerShdw>
                  </a:effectLst>
                  <a:latin typeface="Times New Roman" panose="02020603050405020304" pitchFamily="18" charset="0"/>
                  <a:ea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55602" name="WordArt 61"/>
            <p:cNvSpPr>
              <a:spLocks noTextEdit="1"/>
            </p:cNvSpPr>
            <p:nvPr/>
          </p:nvSpPr>
          <p:spPr>
            <a:xfrm>
              <a:off x="515" y="2533"/>
              <a:ext cx="118" cy="15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/>
            </a:bodyPr>
            <a:lstStyle/>
            <a:p>
              <a:pPr algn="ctr" fontAlgn="base"/>
              <a:r>
                <a:rPr lang="en-US" altLang="zh-CN" sz="3600" i="1" strike="noStrike" noProof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rPr>
                <a:t>a</a:t>
              </a:r>
              <a:endParaRPr lang="en-US" altLang="zh-CN" sz="3600" i="1" strike="noStrike" noProof="1"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55603" name="WordArt 62"/>
            <p:cNvSpPr>
              <a:spLocks noTextEdit="1"/>
            </p:cNvSpPr>
            <p:nvPr/>
          </p:nvSpPr>
          <p:spPr>
            <a:xfrm>
              <a:off x="2150" y="2522"/>
              <a:ext cx="141" cy="16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30000"/>
            </a:bodyPr>
            <a:lstStyle/>
            <a:p>
              <a:pPr algn="ctr" fontAlgn="base"/>
              <a:r>
                <a:rPr lang="en-US" altLang="zh-CN" sz="3600" i="1" strike="noStrike" noProof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rPr>
                <a:t>b</a:t>
              </a:r>
              <a:endParaRPr lang="en-US" altLang="zh-CN" sz="3600" i="1" strike="noStrike" noProof="1"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3128" name="WordArt 63"/>
            <p:cNvSpPr>
              <a:spLocks noTextEdit="1"/>
            </p:cNvSpPr>
            <p:nvPr/>
          </p:nvSpPr>
          <p:spPr>
            <a:xfrm>
              <a:off x="1802" y="1779"/>
              <a:ext cx="232" cy="17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5991"/>
                </a:avLst>
              </a:prstTxWarp>
              <a:normAutofit/>
            </a:bodyPr>
            <a:lstStyle/>
            <a:p>
              <a:pPr algn="ctr"/>
              <a:r>
                <a:rPr lang="zh-CN" altLang="en-US" sz="800" i="1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effectLst>
                    <a:outerShdw dist="52363" dir="842174" algn="ctr" rotWithShape="0">
                      <a:schemeClr val="bg1"/>
                    </a:outerShdw>
                  </a:effectLst>
                  <a:latin typeface="Times New Roman" panose="02020603050405020304" pitchFamily="18" charset="0"/>
                  <a:ea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3129" name="Line 75"/>
            <p:cNvSpPr/>
            <p:nvPr/>
          </p:nvSpPr>
          <p:spPr>
            <a:xfrm>
              <a:off x="692" y="2556"/>
              <a:ext cx="0" cy="75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43130" name="Line 76"/>
            <p:cNvSpPr/>
            <p:nvPr/>
          </p:nvSpPr>
          <p:spPr>
            <a:xfrm>
              <a:off x="2109" y="2570"/>
              <a:ext cx="0" cy="70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43131" name="Group 78"/>
            <p:cNvGrpSpPr/>
            <p:nvPr/>
          </p:nvGrpSpPr>
          <p:grpSpPr>
            <a:xfrm>
              <a:off x="1728" y="2378"/>
              <a:ext cx="66" cy="56"/>
              <a:chOff x="2592" y="2400"/>
              <a:chExt cx="1344" cy="1296"/>
            </a:xfrm>
          </p:grpSpPr>
          <p:sp>
            <p:nvSpPr>
              <p:cNvPr id="43132" name="Line 79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3133" name="Line 80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3134" name="Group 81"/>
            <p:cNvGrpSpPr/>
            <p:nvPr/>
          </p:nvGrpSpPr>
          <p:grpSpPr>
            <a:xfrm>
              <a:off x="2094" y="2373"/>
              <a:ext cx="65" cy="56"/>
              <a:chOff x="2592" y="2400"/>
              <a:chExt cx="1344" cy="1296"/>
            </a:xfrm>
          </p:grpSpPr>
          <p:sp>
            <p:nvSpPr>
              <p:cNvPr id="43135" name="Line 82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3136" name="Line 83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3137" name="Group 84"/>
            <p:cNvGrpSpPr/>
            <p:nvPr/>
          </p:nvGrpSpPr>
          <p:grpSpPr>
            <a:xfrm>
              <a:off x="659" y="2369"/>
              <a:ext cx="65" cy="56"/>
              <a:chOff x="2592" y="2400"/>
              <a:chExt cx="1344" cy="1296"/>
            </a:xfrm>
          </p:grpSpPr>
          <p:sp>
            <p:nvSpPr>
              <p:cNvPr id="43138" name="Line 85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3139" name="Line 86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3140" name="Group 87"/>
            <p:cNvGrpSpPr/>
            <p:nvPr/>
          </p:nvGrpSpPr>
          <p:grpSpPr>
            <a:xfrm>
              <a:off x="1743" y="2738"/>
              <a:ext cx="65" cy="56"/>
              <a:chOff x="2592" y="2400"/>
              <a:chExt cx="1344" cy="1296"/>
            </a:xfrm>
          </p:grpSpPr>
          <p:sp>
            <p:nvSpPr>
              <p:cNvPr id="43141" name="Line 88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3142" name="Line 89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3143" name="Rectangle 58"/>
            <p:cNvSpPr/>
            <p:nvPr/>
          </p:nvSpPr>
          <p:spPr>
            <a:xfrm>
              <a:off x="706" y="2516"/>
              <a:ext cx="1399" cy="53"/>
            </a:xfrm>
            <a:prstGeom prst="rect">
              <a:avLst/>
            </a:prstGeom>
            <a:solidFill>
              <a:srgbClr val="FFCC00"/>
            </a:solidFill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44" name="WordArt 241"/>
            <p:cNvSpPr>
              <a:spLocks noTextEdit="1"/>
            </p:cNvSpPr>
            <p:nvPr/>
          </p:nvSpPr>
          <p:spPr>
            <a:xfrm>
              <a:off x="403" y="977"/>
              <a:ext cx="570" cy="15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>
                  <a:ln w="9525" cap="flat" cmpd="sng">
                    <a:solidFill>
                      <a:srgbClr val="0066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66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已知</a:t>
              </a:r>
            </a:p>
          </p:txBody>
        </p:sp>
        <p:grpSp>
          <p:nvGrpSpPr>
            <p:cNvPr id="43145" name="Group 324"/>
            <p:cNvGrpSpPr/>
            <p:nvPr/>
          </p:nvGrpSpPr>
          <p:grpSpPr>
            <a:xfrm>
              <a:off x="960" y="1356"/>
              <a:ext cx="999" cy="277"/>
              <a:chOff x="960" y="1356"/>
              <a:chExt cx="999" cy="277"/>
            </a:xfrm>
          </p:grpSpPr>
          <p:grpSp>
            <p:nvGrpSpPr>
              <p:cNvPr id="43146" name="Group 66"/>
              <p:cNvGrpSpPr/>
              <p:nvPr/>
            </p:nvGrpSpPr>
            <p:grpSpPr>
              <a:xfrm>
                <a:off x="960" y="1356"/>
                <a:ext cx="331" cy="277"/>
                <a:chOff x="1002" y="3145"/>
                <a:chExt cx="363" cy="555"/>
              </a:xfrm>
            </p:grpSpPr>
            <p:sp>
              <p:nvSpPr>
                <p:cNvPr id="43147" name="WordArt 67"/>
                <p:cNvSpPr>
                  <a:spLocks noTextEdit="1"/>
                </p:cNvSpPr>
                <p:nvPr/>
              </p:nvSpPr>
              <p:spPr>
                <a:xfrm>
                  <a:off x="1055" y="3466"/>
                  <a:ext cx="97" cy="23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800" b="1">
                      <a:ln w="762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43148" name="WordArt 68"/>
                <p:cNvSpPr>
                  <a:spLocks noTextEdit="1"/>
                </p:cNvSpPr>
                <p:nvPr/>
              </p:nvSpPr>
              <p:spPr>
                <a:xfrm>
                  <a:off x="1175" y="3466"/>
                  <a:ext cx="122" cy="23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6449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762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t</a:t>
                  </a:r>
                </a:p>
              </p:txBody>
            </p:sp>
            <p:sp>
              <p:nvSpPr>
                <p:cNvPr id="43149" name="WordArt 69"/>
                <p:cNvSpPr>
                  <a:spLocks noTextEdit="1"/>
                </p:cNvSpPr>
                <p:nvPr/>
              </p:nvSpPr>
              <p:spPr>
                <a:xfrm>
                  <a:off x="1110" y="3182"/>
                  <a:ext cx="201" cy="18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5991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800" i="1">
                      <a:ln w="762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B</a:t>
                  </a:r>
                </a:p>
              </p:txBody>
            </p:sp>
            <p:sp>
              <p:nvSpPr>
                <p:cNvPr id="43150" name="WordArt 70"/>
                <p:cNvSpPr>
                  <a:spLocks noTextEdit="1"/>
                </p:cNvSpPr>
                <p:nvPr/>
              </p:nvSpPr>
              <p:spPr>
                <a:xfrm>
                  <a:off x="1040" y="3145"/>
                  <a:ext cx="97" cy="23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800" b="1">
                      <a:ln w="762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43151" name="Line 71"/>
                <p:cNvSpPr/>
                <p:nvPr/>
              </p:nvSpPr>
              <p:spPr>
                <a:xfrm flipV="1">
                  <a:off x="1002" y="3424"/>
                  <a:ext cx="363" cy="0"/>
                </a:xfrm>
                <a:prstGeom prst="line">
                  <a:avLst/>
                </a:prstGeom>
                <a:ln w="7620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3152" name="WordArt 73"/>
              <p:cNvSpPr>
                <a:spLocks noTextEdit="1"/>
              </p:cNvSpPr>
              <p:nvPr/>
            </p:nvSpPr>
            <p:spPr>
              <a:xfrm>
                <a:off x="1867" y="1417"/>
                <a:ext cx="92" cy="15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762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43153" name="Group 319"/>
              <p:cNvGrpSpPr/>
              <p:nvPr/>
            </p:nvGrpSpPr>
            <p:grpSpPr>
              <a:xfrm>
                <a:off x="1331" y="1461"/>
                <a:ext cx="151" cy="53"/>
                <a:chOff x="1260" y="2371"/>
                <a:chExt cx="151" cy="53"/>
              </a:xfrm>
            </p:grpSpPr>
            <p:sp>
              <p:nvSpPr>
                <p:cNvPr id="43154" name="Line 320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7620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3155" name="Line 321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7620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3156" name="WordArt 322"/>
              <p:cNvSpPr>
                <a:spLocks noTextEdit="1"/>
              </p:cNvSpPr>
              <p:nvPr/>
            </p:nvSpPr>
            <p:spPr>
              <a:xfrm>
                <a:off x="1512" y="1394"/>
                <a:ext cx="156" cy="19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762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k</a:t>
                </a:r>
              </a:p>
            </p:txBody>
          </p:sp>
          <p:sp>
            <p:nvSpPr>
              <p:cNvPr id="43157" name="Freeform 323"/>
              <p:cNvSpPr/>
              <p:nvPr/>
            </p:nvSpPr>
            <p:spPr>
              <a:xfrm>
                <a:off x="1722" y="1446"/>
                <a:ext cx="114" cy="10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14" y="52"/>
                  </a:cxn>
                  <a:cxn ang="0">
                    <a:pos x="2" y="104"/>
                  </a:cxn>
                </a:cxnLst>
                <a:rect l="0" t="0" r="0" b="0"/>
                <a:pathLst>
                  <a:path w="114" h="104">
                    <a:moveTo>
                      <a:pt x="0" y="0"/>
                    </a:moveTo>
                    <a:lnTo>
                      <a:pt x="114" y="52"/>
                    </a:lnTo>
                    <a:lnTo>
                      <a:pt x="2" y="104"/>
                    </a:lnTo>
                  </a:path>
                </a:pathLst>
              </a:custGeom>
              <a:solidFill>
                <a:schemeClr val="bg1"/>
              </a:solidFill>
              <a:ln w="7620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158" name="Group 325"/>
            <p:cNvGrpSpPr/>
            <p:nvPr/>
          </p:nvGrpSpPr>
          <p:grpSpPr>
            <a:xfrm>
              <a:off x="960" y="1360"/>
              <a:ext cx="999" cy="277"/>
              <a:chOff x="960" y="1356"/>
              <a:chExt cx="999" cy="277"/>
            </a:xfrm>
          </p:grpSpPr>
          <p:grpSp>
            <p:nvGrpSpPr>
              <p:cNvPr id="43159" name="Group 326"/>
              <p:cNvGrpSpPr/>
              <p:nvPr/>
            </p:nvGrpSpPr>
            <p:grpSpPr>
              <a:xfrm>
                <a:off x="960" y="1356"/>
                <a:ext cx="331" cy="277"/>
                <a:chOff x="1002" y="3145"/>
                <a:chExt cx="363" cy="555"/>
              </a:xfrm>
            </p:grpSpPr>
            <p:sp>
              <p:nvSpPr>
                <p:cNvPr id="43160" name="WordArt 327"/>
                <p:cNvSpPr>
                  <a:spLocks noTextEdit="1"/>
                </p:cNvSpPr>
                <p:nvPr/>
              </p:nvSpPr>
              <p:spPr>
                <a:xfrm>
                  <a:off x="1055" y="3466"/>
                  <a:ext cx="97" cy="23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800" b="1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43161" name="WordArt 328"/>
                <p:cNvSpPr>
                  <a:spLocks noTextEdit="1"/>
                </p:cNvSpPr>
                <p:nvPr/>
              </p:nvSpPr>
              <p:spPr>
                <a:xfrm>
                  <a:off x="1175" y="3466"/>
                  <a:ext cx="122" cy="23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64495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t</a:t>
                  </a:r>
                </a:p>
              </p:txBody>
            </p:sp>
            <p:sp>
              <p:nvSpPr>
                <p:cNvPr id="43162" name="WordArt 329"/>
                <p:cNvSpPr>
                  <a:spLocks noTextEdit="1"/>
                </p:cNvSpPr>
                <p:nvPr/>
              </p:nvSpPr>
              <p:spPr>
                <a:xfrm>
                  <a:off x="1110" y="3182"/>
                  <a:ext cx="201" cy="18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5991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800" i="1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B</a:t>
                  </a:r>
                </a:p>
              </p:txBody>
            </p:sp>
            <p:sp>
              <p:nvSpPr>
                <p:cNvPr id="43163" name="WordArt 330"/>
                <p:cNvSpPr>
                  <a:spLocks noTextEdit="1"/>
                </p:cNvSpPr>
                <p:nvPr/>
              </p:nvSpPr>
              <p:spPr>
                <a:xfrm>
                  <a:off x="1040" y="3145"/>
                  <a:ext cx="97" cy="23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800" b="1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43164" name="Line 331"/>
                <p:cNvSpPr/>
                <p:nvPr/>
              </p:nvSpPr>
              <p:spPr>
                <a:xfrm flipV="1">
                  <a:off x="1002" y="3424"/>
                  <a:ext cx="363" cy="0"/>
                </a:xfrm>
                <a:prstGeom prst="line">
                  <a:avLst/>
                </a:prstGeom>
                <a:ln w="38100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3165" name="WordArt 332"/>
              <p:cNvSpPr>
                <a:spLocks noTextEdit="1"/>
              </p:cNvSpPr>
              <p:nvPr/>
            </p:nvSpPr>
            <p:spPr>
              <a:xfrm>
                <a:off x="1867" y="1417"/>
                <a:ext cx="92" cy="15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0</a:t>
                </a:r>
              </a:p>
            </p:txBody>
          </p:sp>
          <p:grpSp>
            <p:nvGrpSpPr>
              <p:cNvPr id="43166" name="Group 333"/>
              <p:cNvGrpSpPr/>
              <p:nvPr/>
            </p:nvGrpSpPr>
            <p:grpSpPr>
              <a:xfrm>
                <a:off x="1331" y="1461"/>
                <a:ext cx="151" cy="53"/>
                <a:chOff x="1260" y="2371"/>
                <a:chExt cx="151" cy="53"/>
              </a:xfrm>
            </p:grpSpPr>
            <p:sp>
              <p:nvSpPr>
                <p:cNvPr id="43167" name="Line 334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3168" name="Line 335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3169" name="WordArt 336"/>
              <p:cNvSpPr>
                <a:spLocks noTextEdit="1"/>
              </p:cNvSpPr>
              <p:nvPr/>
            </p:nvSpPr>
            <p:spPr>
              <a:xfrm>
                <a:off x="1512" y="1394"/>
                <a:ext cx="156" cy="19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k</a:t>
                </a:r>
              </a:p>
            </p:txBody>
          </p:sp>
          <p:sp>
            <p:nvSpPr>
              <p:cNvPr id="43170" name="Freeform 337"/>
              <p:cNvSpPr/>
              <p:nvPr/>
            </p:nvSpPr>
            <p:spPr>
              <a:xfrm>
                <a:off x="1722" y="1446"/>
                <a:ext cx="114" cy="10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14" y="52"/>
                  </a:cxn>
                  <a:cxn ang="0">
                    <a:pos x="2" y="104"/>
                  </a:cxn>
                </a:cxnLst>
                <a:rect l="0" t="0" r="0" b="0"/>
                <a:pathLst>
                  <a:path w="114" h="104">
                    <a:moveTo>
                      <a:pt x="0" y="0"/>
                    </a:moveTo>
                    <a:lnTo>
                      <a:pt x="114" y="52"/>
                    </a:lnTo>
                    <a:lnTo>
                      <a:pt x="2" y="104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171" name="Line 518"/>
            <p:cNvSpPr/>
            <p:nvPr/>
          </p:nvSpPr>
          <p:spPr>
            <a:xfrm flipH="1">
              <a:off x="657" y="2036"/>
              <a:ext cx="746" cy="5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43172" name="Group 519"/>
            <p:cNvGrpSpPr/>
            <p:nvPr/>
          </p:nvGrpSpPr>
          <p:grpSpPr>
            <a:xfrm>
              <a:off x="1365" y="2386"/>
              <a:ext cx="66" cy="55"/>
              <a:chOff x="2592" y="2400"/>
              <a:chExt cx="1344" cy="1296"/>
            </a:xfrm>
          </p:grpSpPr>
          <p:sp>
            <p:nvSpPr>
              <p:cNvPr id="43173" name="Line 520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3174" name="Line 521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3175" name="Group 522"/>
            <p:cNvGrpSpPr/>
            <p:nvPr/>
          </p:nvGrpSpPr>
          <p:grpSpPr>
            <a:xfrm>
              <a:off x="1376" y="2753"/>
              <a:ext cx="65" cy="56"/>
              <a:chOff x="2592" y="2400"/>
              <a:chExt cx="1344" cy="1296"/>
            </a:xfrm>
          </p:grpSpPr>
          <p:sp>
            <p:nvSpPr>
              <p:cNvPr id="43176" name="Line 523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3177" name="Line 524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3178" name="Group 525"/>
            <p:cNvGrpSpPr/>
            <p:nvPr/>
          </p:nvGrpSpPr>
          <p:grpSpPr>
            <a:xfrm>
              <a:off x="1383" y="2006"/>
              <a:ext cx="65" cy="56"/>
              <a:chOff x="2592" y="2400"/>
              <a:chExt cx="1344" cy="1296"/>
            </a:xfrm>
          </p:grpSpPr>
          <p:sp>
            <p:nvSpPr>
              <p:cNvPr id="43179" name="Line 526"/>
              <p:cNvSpPr/>
              <p:nvPr/>
            </p:nvSpPr>
            <p:spPr>
              <a:xfrm>
                <a:off x="2640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3180" name="Line 527"/>
              <p:cNvSpPr/>
              <p:nvPr/>
            </p:nvSpPr>
            <p:spPr>
              <a:xfrm rot="-5404398">
                <a:off x="2592" y="2400"/>
                <a:ext cx="1296" cy="1296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43181" name="Group 530"/>
          <p:cNvGrpSpPr/>
          <p:nvPr/>
        </p:nvGrpSpPr>
        <p:grpSpPr>
          <a:xfrm>
            <a:off x="1089025" y="3216275"/>
            <a:ext cx="2276475" cy="952500"/>
            <a:chOff x="686" y="2026"/>
            <a:chExt cx="1434" cy="600"/>
          </a:xfrm>
        </p:grpSpPr>
        <p:sp>
          <p:nvSpPr>
            <p:cNvPr id="43182" name="Freeform 531"/>
            <p:cNvSpPr/>
            <p:nvPr/>
          </p:nvSpPr>
          <p:spPr>
            <a:xfrm>
              <a:off x="686" y="2042"/>
              <a:ext cx="1434" cy="504"/>
            </a:xfrm>
            <a:custGeom>
              <a:avLst/>
              <a:gdLst/>
              <a:ahLst/>
              <a:cxnLst>
                <a:cxn ang="0">
                  <a:pos x="63" y="0"/>
                </a:cxn>
                <a:cxn ang="0">
                  <a:pos x="0" y="33"/>
                </a:cxn>
                <a:cxn ang="0">
                  <a:pos x="125" y="33"/>
                </a:cxn>
                <a:cxn ang="0">
                  <a:pos x="63" y="0"/>
                </a:cxn>
              </a:cxnLst>
              <a:rect l="0" t="0" r="0" b="0"/>
              <a:pathLst>
                <a:path w="1830" h="663">
                  <a:moveTo>
                    <a:pt x="923" y="0"/>
                  </a:moveTo>
                  <a:lnTo>
                    <a:pt x="0" y="663"/>
                  </a:lnTo>
                  <a:lnTo>
                    <a:pt x="1830" y="663"/>
                  </a:lnTo>
                  <a:lnTo>
                    <a:pt x="923" y="0"/>
                  </a:lnTo>
                  <a:close/>
                </a:path>
              </a:pathLst>
            </a:custGeom>
            <a:solidFill>
              <a:schemeClr val="hlink">
                <a:alpha val="50194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83" name="Line 532"/>
            <p:cNvSpPr/>
            <p:nvPr/>
          </p:nvSpPr>
          <p:spPr>
            <a:xfrm>
              <a:off x="1397" y="2029"/>
              <a:ext cx="711" cy="492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184" name="Line 533"/>
            <p:cNvSpPr/>
            <p:nvPr/>
          </p:nvSpPr>
          <p:spPr>
            <a:xfrm flipH="1">
              <a:off x="692" y="2026"/>
              <a:ext cx="714" cy="505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185" name="Line 534"/>
            <p:cNvSpPr/>
            <p:nvPr/>
          </p:nvSpPr>
          <p:spPr>
            <a:xfrm>
              <a:off x="1400" y="2040"/>
              <a:ext cx="0" cy="58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43186" name="WordArt 535"/>
            <p:cNvSpPr>
              <a:spLocks noTextEdit="1"/>
            </p:cNvSpPr>
            <p:nvPr/>
          </p:nvSpPr>
          <p:spPr>
            <a:xfrm>
              <a:off x="1236" y="2203"/>
              <a:ext cx="110" cy="19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effectLst>
                    <a:outerShdw dist="45791" dir="2021404" algn="ctr" rotWithShape="0">
                      <a:schemeClr val="bg1"/>
                    </a:outerShdw>
                  </a:effectLst>
                  <a:latin typeface="Times New Roman" panose="02020603050405020304" pitchFamily="18" charset="0"/>
                  <a:ea typeface="Times New Roman" panose="02020603050405020304" pitchFamily="18" charset="0"/>
                </a:rPr>
                <a:t>h</a:t>
              </a:r>
            </a:p>
          </p:txBody>
        </p:sp>
      </p:grpSp>
      <p:grpSp>
        <p:nvGrpSpPr>
          <p:cNvPr id="59807" name="Group 559"/>
          <p:cNvGrpSpPr/>
          <p:nvPr/>
        </p:nvGrpSpPr>
        <p:grpSpPr>
          <a:xfrm>
            <a:off x="1181100" y="3525838"/>
            <a:ext cx="2174875" cy="495300"/>
            <a:chOff x="576" y="553"/>
            <a:chExt cx="1370" cy="312"/>
          </a:xfrm>
        </p:grpSpPr>
        <p:grpSp>
          <p:nvGrpSpPr>
            <p:cNvPr id="43188" name="Group 544"/>
            <p:cNvGrpSpPr/>
            <p:nvPr/>
          </p:nvGrpSpPr>
          <p:grpSpPr>
            <a:xfrm>
              <a:off x="1166" y="553"/>
              <a:ext cx="322" cy="232"/>
              <a:chOff x="832" y="3322"/>
              <a:chExt cx="406" cy="220"/>
            </a:xfrm>
          </p:grpSpPr>
          <p:grpSp>
            <p:nvGrpSpPr>
              <p:cNvPr id="43189" name="Group 545"/>
              <p:cNvGrpSpPr/>
              <p:nvPr/>
            </p:nvGrpSpPr>
            <p:grpSpPr>
              <a:xfrm>
                <a:off x="832" y="3322"/>
                <a:ext cx="204" cy="193"/>
                <a:chOff x="2407" y="1969"/>
                <a:chExt cx="254" cy="293"/>
              </a:xfrm>
            </p:grpSpPr>
            <p:grpSp>
              <p:nvGrpSpPr>
                <p:cNvPr id="43190" name="Group 546"/>
                <p:cNvGrpSpPr/>
                <p:nvPr/>
              </p:nvGrpSpPr>
              <p:grpSpPr>
                <a:xfrm>
                  <a:off x="2413" y="1978"/>
                  <a:ext cx="248" cy="284"/>
                  <a:chOff x="2799" y="1070"/>
                  <a:chExt cx="1235" cy="1528"/>
                </a:xfrm>
              </p:grpSpPr>
              <p:sp>
                <p:nvSpPr>
                  <p:cNvPr id="43191" name="Arc 547"/>
                  <p:cNvSpPr/>
                  <p:nvPr/>
                </p:nvSpPr>
                <p:spPr>
                  <a:xfrm rot="-1415830">
                    <a:off x="2799" y="1711"/>
                    <a:ext cx="1061" cy="887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42419" h="43200" fill="none">
                        <a:moveTo>
                          <a:pt x="42419" y="27354"/>
                        </a:moveTo>
                        <a:cubicBezTo>
                          <a:pt x="39831" y="36716"/>
                          <a:pt x="31313" y="43199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27497" y="-1"/>
                          <a:pt x="33138" y="2411"/>
                          <a:pt x="37213" y="6673"/>
                        </a:cubicBezTo>
                      </a:path>
                      <a:path w="42419" h="43200" stroke="0">
                        <a:moveTo>
                          <a:pt x="42419" y="27354"/>
                        </a:moveTo>
                        <a:cubicBezTo>
                          <a:pt x="39831" y="36716"/>
                          <a:pt x="31313" y="43199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27497" y="-1"/>
                          <a:pt x="33138" y="2411"/>
                          <a:pt x="37213" y="6673"/>
                        </a:cubicBezTo>
                        <a:lnTo>
                          <a:pt x="21600" y="21600"/>
                        </a:lnTo>
                        <a:lnTo>
                          <a:pt x="42419" y="27354"/>
                        </a:lnTo>
                        <a:close/>
                      </a:path>
                    </a:pathLst>
                  </a:custGeom>
                  <a:noFill/>
                  <a:ln w="19050" cap="flat" cmpd="sng">
                    <a:solidFill>
                      <a:srgbClr val="FF33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192" name="Arc 548"/>
                  <p:cNvSpPr/>
                  <p:nvPr/>
                </p:nvSpPr>
                <p:spPr>
                  <a:xfrm rot="-1415830">
                    <a:off x="3159" y="1070"/>
                    <a:ext cx="875" cy="61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43200" h="41520" fill="none">
                        <a:moveTo>
                          <a:pt x="13248" y="41519"/>
                        </a:moveTo>
                        <a:cubicBezTo>
                          <a:pt x="5222" y="38155"/>
                          <a:pt x="0" y="30302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200" y="25698"/>
                          <a:pt x="42033" y="29713"/>
                          <a:pt x="39837" y="33174"/>
                        </a:cubicBezTo>
                      </a:path>
                      <a:path w="43200" h="41520" stroke="0">
                        <a:moveTo>
                          <a:pt x="13248" y="41519"/>
                        </a:moveTo>
                        <a:cubicBezTo>
                          <a:pt x="5222" y="38155"/>
                          <a:pt x="0" y="30302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200" y="25698"/>
                          <a:pt x="42033" y="29713"/>
                          <a:pt x="39837" y="33174"/>
                        </a:cubicBezTo>
                        <a:lnTo>
                          <a:pt x="21600" y="21600"/>
                        </a:lnTo>
                        <a:lnTo>
                          <a:pt x="13248" y="41519"/>
                        </a:lnTo>
                        <a:close/>
                      </a:path>
                    </a:pathLst>
                  </a:custGeom>
                  <a:noFill/>
                  <a:ln w="19050" cap="flat" cmpd="sng">
                    <a:solidFill>
                      <a:srgbClr val="FF33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193" name="Arc 549"/>
                  <p:cNvSpPr/>
                  <p:nvPr/>
                </p:nvSpPr>
                <p:spPr>
                  <a:xfrm rot="-1415830">
                    <a:off x="3576" y="1255"/>
                    <a:ext cx="412" cy="295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38956" h="43200" fill="none">
                        <a:moveTo>
                          <a:pt x="38956" y="34458"/>
                        </a:moveTo>
                        <a:cubicBezTo>
                          <a:pt x="34882" y="39956"/>
                          <a:pt x="28443" y="43199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23795" y="-1"/>
                          <a:pt x="25979" y="334"/>
                          <a:pt x="28073" y="993"/>
                        </a:cubicBezTo>
                      </a:path>
                      <a:path w="38956" h="43200" stroke="0">
                        <a:moveTo>
                          <a:pt x="38956" y="34458"/>
                        </a:moveTo>
                        <a:cubicBezTo>
                          <a:pt x="34882" y="39956"/>
                          <a:pt x="28443" y="43199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23795" y="-1"/>
                          <a:pt x="25979" y="334"/>
                          <a:pt x="28073" y="993"/>
                        </a:cubicBezTo>
                        <a:lnTo>
                          <a:pt x="21600" y="21600"/>
                        </a:lnTo>
                        <a:lnTo>
                          <a:pt x="38956" y="34458"/>
                        </a:lnTo>
                        <a:close/>
                      </a:path>
                    </a:pathLst>
                  </a:custGeom>
                  <a:noFill/>
                  <a:ln w="19050" cap="flat" cmpd="sng">
                    <a:solidFill>
                      <a:srgbClr val="FF33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194" name="Arc 550"/>
                  <p:cNvSpPr/>
                  <p:nvPr/>
                </p:nvSpPr>
                <p:spPr>
                  <a:xfrm rot="-1415830">
                    <a:off x="3083" y="1919"/>
                    <a:ext cx="776" cy="38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43200" h="30267" fill="none">
                        <a:moveTo>
                          <a:pt x="1815" y="30266"/>
                        </a:moveTo>
                        <a:cubicBezTo>
                          <a:pt x="618" y="27534"/>
                          <a:pt x="0" y="24583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200" y="23162"/>
                          <a:pt x="43030" y="24719"/>
                          <a:pt x="42694" y="26244"/>
                        </a:cubicBezTo>
                      </a:path>
                      <a:path w="43200" h="30267" stroke="0">
                        <a:moveTo>
                          <a:pt x="1815" y="30266"/>
                        </a:moveTo>
                        <a:cubicBezTo>
                          <a:pt x="618" y="27534"/>
                          <a:pt x="0" y="24583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200" y="23162"/>
                          <a:pt x="43030" y="24719"/>
                          <a:pt x="42694" y="26244"/>
                        </a:cubicBezTo>
                        <a:lnTo>
                          <a:pt x="21600" y="21600"/>
                        </a:lnTo>
                        <a:lnTo>
                          <a:pt x="1815" y="30266"/>
                        </a:lnTo>
                        <a:close/>
                      </a:path>
                    </a:pathLst>
                  </a:custGeom>
                  <a:noFill/>
                  <a:ln w="19050" cap="flat" cmpd="sng">
                    <a:solidFill>
                      <a:srgbClr val="FF33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3195" name="Group 551"/>
                <p:cNvGrpSpPr/>
                <p:nvPr/>
              </p:nvGrpSpPr>
              <p:grpSpPr>
                <a:xfrm>
                  <a:off x="2407" y="1969"/>
                  <a:ext cx="248" cy="284"/>
                  <a:chOff x="2799" y="1070"/>
                  <a:chExt cx="1235" cy="1528"/>
                </a:xfrm>
              </p:grpSpPr>
              <p:sp>
                <p:nvSpPr>
                  <p:cNvPr id="43196" name="Arc 552"/>
                  <p:cNvSpPr/>
                  <p:nvPr/>
                </p:nvSpPr>
                <p:spPr>
                  <a:xfrm rot="-1415830">
                    <a:off x="2799" y="1711"/>
                    <a:ext cx="1061" cy="887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42419" h="43200" fill="none">
                        <a:moveTo>
                          <a:pt x="42419" y="27354"/>
                        </a:moveTo>
                        <a:cubicBezTo>
                          <a:pt x="39831" y="36716"/>
                          <a:pt x="31313" y="43199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27497" y="-1"/>
                          <a:pt x="33138" y="2411"/>
                          <a:pt x="37213" y="6673"/>
                        </a:cubicBezTo>
                      </a:path>
                      <a:path w="42419" h="43200" stroke="0">
                        <a:moveTo>
                          <a:pt x="42419" y="27354"/>
                        </a:moveTo>
                        <a:cubicBezTo>
                          <a:pt x="39831" y="36716"/>
                          <a:pt x="31313" y="43199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27497" y="-1"/>
                          <a:pt x="33138" y="2411"/>
                          <a:pt x="37213" y="6673"/>
                        </a:cubicBezTo>
                        <a:lnTo>
                          <a:pt x="21600" y="21600"/>
                        </a:lnTo>
                        <a:lnTo>
                          <a:pt x="42419" y="27354"/>
                        </a:lnTo>
                        <a:close/>
                      </a:path>
                    </a:pathLst>
                  </a:custGeom>
                  <a:noFill/>
                  <a:ln w="19050" cap="flat" cmpd="sng">
                    <a:solidFill>
                      <a:srgbClr val="FF33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197" name="Arc 553"/>
                  <p:cNvSpPr/>
                  <p:nvPr/>
                </p:nvSpPr>
                <p:spPr>
                  <a:xfrm rot="-1415830">
                    <a:off x="3159" y="1070"/>
                    <a:ext cx="875" cy="61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43200" h="41520" fill="none">
                        <a:moveTo>
                          <a:pt x="13248" y="41519"/>
                        </a:moveTo>
                        <a:cubicBezTo>
                          <a:pt x="5222" y="38155"/>
                          <a:pt x="0" y="30302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200" y="25698"/>
                          <a:pt x="42033" y="29713"/>
                          <a:pt x="39837" y="33174"/>
                        </a:cubicBezTo>
                      </a:path>
                      <a:path w="43200" h="41520" stroke="0">
                        <a:moveTo>
                          <a:pt x="13248" y="41519"/>
                        </a:moveTo>
                        <a:cubicBezTo>
                          <a:pt x="5222" y="38155"/>
                          <a:pt x="0" y="30302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200" y="25698"/>
                          <a:pt x="42033" y="29713"/>
                          <a:pt x="39837" y="33174"/>
                        </a:cubicBezTo>
                        <a:lnTo>
                          <a:pt x="21600" y="21600"/>
                        </a:lnTo>
                        <a:lnTo>
                          <a:pt x="13248" y="41519"/>
                        </a:lnTo>
                        <a:close/>
                      </a:path>
                    </a:pathLst>
                  </a:custGeom>
                  <a:noFill/>
                  <a:ln w="19050" cap="flat" cmpd="sng">
                    <a:solidFill>
                      <a:srgbClr val="FF33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198" name="Arc 554"/>
                  <p:cNvSpPr/>
                  <p:nvPr/>
                </p:nvSpPr>
                <p:spPr>
                  <a:xfrm rot="-1415830">
                    <a:off x="3576" y="1255"/>
                    <a:ext cx="412" cy="295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38956" h="43200" fill="none">
                        <a:moveTo>
                          <a:pt x="38956" y="34458"/>
                        </a:moveTo>
                        <a:cubicBezTo>
                          <a:pt x="34882" y="39956"/>
                          <a:pt x="28443" y="43199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23795" y="-1"/>
                          <a:pt x="25979" y="334"/>
                          <a:pt x="28073" y="993"/>
                        </a:cubicBezTo>
                      </a:path>
                      <a:path w="38956" h="43200" stroke="0">
                        <a:moveTo>
                          <a:pt x="38956" y="34458"/>
                        </a:moveTo>
                        <a:cubicBezTo>
                          <a:pt x="34882" y="39956"/>
                          <a:pt x="28443" y="43199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23795" y="-1"/>
                          <a:pt x="25979" y="334"/>
                          <a:pt x="28073" y="993"/>
                        </a:cubicBezTo>
                        <a:lnTo>
                          <a:pt x="21600" y="21600"/>
                        </a:lnTo>
                        <a:lnTo>
                          <a:pt x="38956" y="34458"/>
                        </a:lnTo>
                        <a:close/>
                      </a:path>
                    </a:pathLst>
                  </a:custGeom>
                  <a:noFill/>
                  <a:ln w="19050" cap="flat" cmpd="sng">
                    <a:solidFill>
                      <a:srgbClr val="FF33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199" name="Arc 555"/>
                  <p:cNvSpPr/>
                  <p:nvPr/>
                </p:nvSpPr>
                <p:spPr>
                  <a:xfrm rot="-1415830">
                    <a:off x="3083" y="1919"/>
                    <a:ext cx="776" cy="38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43200" h="30267" fill="none">
                        <a:moveTo>
                          <a:pt x="1815" y="30266"/>
                        </a:moveTo>
                        <a:cubicBezTo>
                          <a:pt x="618" y="27534"/>
                          <a:pt x="0" y="24583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200" y="23162"/>
                          <a:pt x="43030" y="24719"/>
                          <a:pt x="42694" y="26244"/>
                        </a:cubicBezTo>
                      </a:path>
                      <a:path w="43200" h="30267" stroke="0">
                        <a:moveTo>
                          <a:pt x="1815" y="30266"/>
                        </a:moveTo>
                        <a:cubicBezTo>
                          <a:pt x="618" y="27534"/>
                          <a:pt x="0" y="24583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200" y="23162"/>
                          <a:pt x="43030" y="24719"/>
                          <a:pt x="42694" y="26244"/>
                        </a:cubicBezTo>
                        <a:lnTo>
                          <a:pt x="21600" y="21600"/>
                        </a:lnTo>
                        <a:lnTo>
                          <a:pt x="1815" y="30266"/>
                        </a:lnTo>
                        <a:close/>
                      </a:path>
                    </a:pathLst>
                  </a:custGeom>
                  <a:noFill/>
                  <a:ln w="19050" cap="flat" cmpd="sng">
                    <a:solidFill>
                      <a:srgbClr val="FF33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43200" name="WordArt 556"/>
              <p:cNvSpPr>
                <a:spLocks noTextEdit="1"/>
              </p:cNvSpPr>
              <p:nvPr/>
            </p:nvSpPr>
            <p:spPr>
              <a:xfrm>
                <a:off x="1032" y="3453"/>
                <a:ext cx="81" cy="7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43201" name="WordArt 557"/>
              <p:cNvSpPr>
                <a:spLocks noTextEdit="1"/>
              </p:cNvSpPr>
              <p:nvPr/>
            </p:nvSpPr>
            <p:spPr>
              <a:xfrm>
                <a:off x="1144" y="3450"/>
                <a:ext cx="94" cy="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8509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</a:p>
            </p:txBody>
          </p:sp>
        </p:grpSp>
        <p:sp>
          <p:nvSpPr>
            <p:cNvPr id="43202" name="Line 558"/>
            <p:cNvSpPr/>
            <p:nvPr/>
          </p:nvSpPr>
          <p:spPr>
            <a:xfrm>
              <a:off x="576" y="840"/>
              <a:ext cx="1370" cy="25"/>
            </a:xfrm>
            <a:prstGeom prst="line">
              <a:avLst/>
            </a:prstGeom>
            <a:ln w="5715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7" name="组合 6"/>
          <p:cNvGrpSpPr/>
          <p:nvPr/>
        </p:nvGrpSpPr>
        <p:grpSpPr>
          <a:xfrm>
            <a:off x="4094163" y="1093788"/>
            <a:ext cx="4691062" cy="1216025"/>
            <a:chOff x="6002" y="1975"/>
            <a:chExt cx="7389" cy="1917"/>
          </a:xfrm>
        </p:grpSpPr>
        <p:grpSp>
          <p:nvGrpSpPr>
            <p:cNvPr id="43204" name="Group 538"/>
            <p:cNvGrpSpPr/>
            <p:nvPr/>
          </p:nvGrpSpPr>
          <p:grpSpPr>
            <a:xfrm>
              <a:off x="6002" y="1975"/>
              <a:ext cx="6392" cy="1916"/>
              <a:chOff x="2401" y="790"/>
              <a:chExt cx="2557" cy="767"/>
            </a:xfrm>
          </p:grpSpPr>
          <p:sp>
            <p:nvSpPr>
              <p:cNvPr id="43205" name="WordArt 298"/>
              <p:cNvSpPr>
                <a:spLocks noTextEdit="1"/>
              </p:cNvSpPr>
              <p:nvPr/>
            </p:nvSpPr>
            <p:spPr>
              <a:xfrm>
                <a:off x="4743" y="946"/>
                <a:ext cx="215" cy="20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endParaRPr lang="zh-CN" altLang="en-US" sz="1600" b="1">
                  <a:ln w="9525" cap="flat" cmpd="sng">
                    <a:solidFill>
                      <a:srgbClr val="0066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66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grpSp>
            <p:nvGrpSpPr>
              <p:cNvPr id="43206" name="Group 314"/>
              <p:cNvGrpSpPr/>
              <p:nvPr/>
            </p:nvGrpSpPr>
            <p:grpSpPr>
              <a:xfrm>
                <a:off x="2401" y="790"/>
                <a:ext cx="237" cy="767"/>
                <a:chOff x="152" y="1260"/>
                <a:chExt cx="288" cy="844"/>
              </a:xfrm>
            </p:grpSpPr>
            <p:sp>
              <p:nvSpPr>
                <p:cNvPr id="43207" name="Rectangle 315" descr="栎木"/>
                <p:cNvSpPr/>
                <p:nvPr/>
              </p:nvSpPr>
              <p:spPr>
                <a:xfrm flipH="1">
                  <a:off x="152" y="1260"/>
                  <a:ext cx="288" cy="844"/>
                </a:xfrm>
                <a:prstGeom prst="rect">
                  <a:avLst/>
                </a:prstGeom>
                <a:blipFill rotWithShape="0">
                  <a:blip r:embed="rId3"/>
                </a:blipFill>
                <a:ln w="38100" cap="flat" cmpd="sng">
                  <a:solidFill>
                    <a:srgbClr val="00CC99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3208" name="WordArt 316"/>
                <p:cNvSpPr>
                  <a:spLocks noTextEdit="1"/>
                </p:cNvSpPr>
                <p:nvPr/>
              </p:nvSpPr>
              <p:spPr>
                <a:xfrm rot="5400000">
                  <a:off x="126" y="1354"/>
                  <a:ext cx="328" cy="197"/>
                </a:xfrm>
                <a:prstGeom prst="rect">
                  <a:avLst/>
                </a:prstGeom>
              </p:spPr>
              <p:txBody>
                <a:bodyPr vert="eaVert"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effectLst>
                        <a:outerShdw dist="28398" dir="1593903" algn="ctr" rotWithShape="0">
                          <a:schemeClr val="tx1"/>
                        </a:outerShdw>
                      </a:effectLst>
                      <a:latin typeface="宋体" panose="02010600030101010101" pitchFamily="2" charset="-122"/>
                      <a:ea typeface="宋体" panose="02010600030101010101" pitchFamily="2" charset="-122"/>
                    </a:rPr>
                    <a:t>解法</a:t>
                  </a:r>
                </a:p>
              </p:txBody>
            </p:sp>
            <p:sp>
              <p:nvSpPr>
                <p:cNvPr id="43209" name="WordArt 317"/>
                <p:cNvSpPr>
                  <a:spLocks noTextEdit="1"/>
                </p:cNvSpPr>
                <p:nvPr/>
              </p:nvSpPr>
              <p:spPr>
                <a:xfrm rot="5400000">
                  <a:off x="126" y="1730"/>
                  <a:ext cx="324" cy="195"/>
                </a:xfrm>
                <a:prstGeom prst="rect">
                  <a:avLst/>
                </a:prstGeom>
              </p:spPr>
              <p:txBody>
                <a:bodyPr vert="eaVert"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effectLst>
                        <a:outerShdw dist="28398" dir="1593903" algn="ctr" rotWithShape="0">
                          <a:schemeClr val="tx1"/>
                        </a:outerShdw>
                      </a:effectLst>
                      <a:latin typeface="宋体" panose="02010600030101010101" pitchFamily="2" charset="-122"/>
                      <a:ea typeface="宋体" panose="02010600030101010101" pitchFamily="2" charset="-122"/>
                    </a:rPr>
                    <a:t>提要</a:t>
                  </a:r>
                </a:p>
              </p:txBody>
            </p:sp>
          </p:grpSp>
        </p:grpSp>
        <p:sp>
          <p:nvSpPr>
            <p:cNvPr id="6" name="文本框 5"/>
            <p:cNvSpPr txBox="1"/>
            <p:nvPr/>
          </p:nvSpPr>
          <p:spPr>
            <a:xfrm>
              <a:off x="6726" y="2082"/>
              <a:ext cx="6665" cy="159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b="1" noProof="1">
                  <a:ln w="9525" cap="flat" cmpd="sng">
                    <a:solidFill>
                      <a:srgbClr val="0066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66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沿半径方向作辅助线</a:t>
              </a:r>
              <a:r>
                <a:rPr lang="en-US" altLang="zh-CN" sz="2000" b="1" i="1" noProof="1">
                  <a:ln w="9525" cap="flat" cmpd="sng">
                    <a:solidFill>
                      <a:srgbClr val="0066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66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Oa</a:t>
              </a:r>
              <a:r>
                <a:rPr lang="zh-CN" altLang="zh-CN" sz="2000" b="1" noProof="1">
                  <a:ln w="9525" cap="flat" cmpd="sng">
                    <a:solidFill>
                      <a:srgbClr val="0066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66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、</a:t>
              </a:r>
              <a:r>
                <a:rPr lang="en-US" altLang="zh-CN" sz="2000" b="1" i="1" noProof="1">
                  <a:ln w="9525" cap="flat" cmpd="sng">
                    <a:solidFill>
                      <a:srgbClr val="0066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66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Ob</a:t>
              </a:r>
              <a:r>
                <a:rPr lang="zh-CN" altLang="en-US" sz="2000" b="1" noProof="1">
                  <a:ln w="9525" cap="flat" cmpd="sng">
                    <a:solidFill>
                      <a:srgbClr val="0066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66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组成回路</a:t>
              </a:r>
              <a:r>
                <a:rPr lang="en-US" altLang="zh-CN" sz="2000" b="1" i="1" noProof="1">
                  <a:ln w="9525" cap="flat" cmpd="sng">
                    <a:solidFill>
                      <a:srgbClr val="0066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66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OabO</a:t>
              </a:r>
              <a:r>
                <a:rPr lang="zh-CN" altLang="en-US" sz="2000" b="1" noProof="1">
                  <a:ln w="9525" cap="flat" cmpd="sng">
                    <a:solidFill>
                      <a:srgbClr val="0066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66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，回路的面积</a:t>
              </a:r>
              <a:endParaRPr lang="zh-CN" altLang="en-US" sz="2000" b="1" noProof="1">
                <a:ln w="9525" cap="flat" cmpd="sng">
                  <a:solidFill>
                    <a:srgbClr val="0066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6600"/>
                </a:solidFill>
                <a:cs typeface="Times New Roman" panose="02020603050405020304" pitchFamily="18" charset="0"/>
                <a:sym typeface="+mn-ea"/>
              </a:endParaRPr>
            </a:p>
          </p:txBody>
        </p:sp>
        <p:graphicFrame>
          <p:nvGraphicFramePr>
            <p:cNvPr id="43211" name="Object 7"/>
            <p:cNvGraphicFramePr>
              <a:graphicFrameLocks noChangeAspect="1"/>
            </p:cNvGraphicFramePr>
            <p:nvPr/>
          </p:nvGraphicFramePr>
          <p:xfrm>
            <a:off x="10930" y="2662"/>
            <a:ext cx="1179" cy="1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508000" imgH="405765" progId="Equation.3">
                    <p:embed/>
                  </p:oleObj>
                </mc:Choice>
                <mc:Fallback>
                  <p:oleObj r:id="rId4" imgW="508000" imgH="405765" progId="Equation.3">
                    <p:embed/>
                    <p:pic>
                      <p:nvPicPr>
                        <p:cNvPr id="0" name="图片 3221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0930" y="2662"/>
                          <a:ext cx="1179" cy="11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/>
          <p:cNvGrpSpPr/>
          <p:nvPr/>
        </p:nvGrpSpPr>
        <p:grpSpPr>
          <a:xfrm>
            <a:off x="3933825" y="2141538"/>
            <a:ext cx="4624388" cy="1404937"/>
            <a:chOff x="8409" y="3674"/>
            <a:chExt cx="8127" cy="2211"/>
          </a:xfrm>
        </p:grpSpPr>
        <p:sp>
          <p:nvSpPr>
            <p:cNvPr id="8" name="文本框 7"/>
            <p:cNvSpPr txBox="1"/>
            <p:nvPr/>
          </p:nvSpPr>
          <p:spPr>
            <a:xfrm>
              <a:off x="8409" y="3674"/>
              <a:ext cx="7718" cy="208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CN" altLang="zh-CN" sz="2000" b="1" noProof="1">
                  <a:ln w="9525" cap="flat" cmpd="sng">
                    <a:solidFill>
                      <a:srgbClr val="0066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66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取顺时针为回路绕行正向，因磁场为匀强磁场，磁通为</a:t>
              </a:r>
              <a:endParaRPr lang="zh-CN" altLang="zh-CN" sz="2000" b="1" noProof="1">
                <a:ln w="9525" cap="flat" cmpd="sng">
                  <a:solidFill>
                    <a:srgbClr val="0066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6600"/>
                </a:solidFill>
                <a:cs typeface="Times New Roman" panose="02020603050405020304" pitchFamily="18" charset="0"/>
                <a:sym typeface="+mn-ea"/>
              </a:endParaRPr>
            </a:p>
          </p:txBody>
        </p:sp>
        <p:graphicFrame>
          <p:nvGraphicFramePr>
            <p:cNvPr id="43214" name="Object 7"/>
            <p:cNvGraphicFramePr>
              <a:graphicFrameLocks noChangeAspect="1"/>
            </p:cNvGraphicFramePr>
            <p:nvPr/>
          </p:nvGraphicFramePr>
          <p:xfrm>
            <a:off x="12209" y="4749"/>
            <a:ext cx="4327" cy="1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473200" imgH="405765" progId="Equation.3">
                    <p:embed/>
                  </p:oleObj>
                </mc:Choice>
                <mc:Fallback>
                  <p:oleObj r:id="rId6" imgW="1473200" imgH="405765" progId="Equation.3">
                    <p:embed/>
                    <p:pic>
                      <p:nvPicPr>
                        <p:cNvPr id="0" name="图片 3219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2209" y="4749"/>
                          <a:ext cx="4327" cy="11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Text Box 9"/>
          <p:cNvSpPr txBox="1"/>
          <p:nvPr/>
        </p:nvSpPr>
        <p:spPr>
          <a:xfrm>
            <a:off x="3884926" y="3671569"/>
            <a:ext cx="2701925" cy="39878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000" b="1" noProof="1">
                <a:ln w="9525" cap="flat" cmpd="sng">
                  <a:solidFill>
                    <a:srgbClr val="0066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回路中的感生电动势</a:t>
            </a:r>
            <a:endParaRPr lang="zh-CN" altLang="zh-CN" sz="2000" b="1" noProof="1">
              <a:ln w="9525" cap="flat" cmpd="sng">
                <a:solidFill>
                  <a:srgbClr val="006600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/>
          <p:cNvGraphicFramePr/>
          <p:nvPr/>
        </p:nvGraphicFramePr>
        <p:xfrm>
          <a:off x="6421438" y="3503613"/>
          <a:ext cx="2443162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676400" imgH="419100" progId="Equation.DSMT4">
                  <p:embed/>
                </p:oleObj>
              </mc:Choice>
              <mc:Fallback>
                <p:oleObj r:id="rId8" imgW="1676400" imgH="419100" progId="Equation.DSMT4">
                  <p:embed/>
                  <p:pic>
                    <p:nvPicPr>
                      <p:cNvPr id="0" name="图片 321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421438" y="3503613"/>
                        <a:ext cx="2443162" cy="735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9"/>
          <p:cNvSpPr txBox="1"/>
          <p:nvPr/>
        </p:nvSpPr>
        <p:spPr>
          <a:xfrm>
            <a:off x="3971290" y="4346575"/>
            <a:ext cx="2298059" cy="398774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000" b="1" noProof="1">
                <a:ln w="9525" cap="flat" cmpd="sng">
                  <a:solidFill>
                    <a:srgbClr val="0066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方向沿逆时针方向</a:t>
            </a:r>
            <a:endParaRPr lang="zh-CN" altLang="zh-CN" sz="2000" b="1" noProof="1">
              <a:ln w="9525" cap="flat" cmpd="sng">
                <a:solidFill>
                  <a:srgbClr val="006600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3357563" y="4618038"/>
            <a:ext cx="5543550" cy="1938337"/>
            <a:chOff x="5324" y="7947"/>
            <a:chExt cx="8730" cy="3052"/>
          </a:xfrm>
        </p:grpSpPr>
        <p:grpSp>
          <p:nvGrpSpPr>
            <p:cNvPr id="43219" name="组合 155"/>
            <p:cNvGrpSpPr/>
            <p:nvPr/>
          </p:nvGrpSpPr>
          <p:grpSpPr>
            <a:xfrm>
              <a:off x="5324" y="7947"/>
              <a:ext cx="8729" cy="3052"/>
              <a:chOff x="195825" y="4376490"/>
              <a:chExt cx="8734595" cy="1770306"/>
            </a:xfrm>
          </p:grpSpPr>
          <p:sp>
            <p:nvSpPr>
              <p:cNvPr id="15498" name="Text Box 9"/>
              <p:cNvSpPr txBox="1"/>
              <p:nvPr/>
            </p:nvSpPr>
            <p:spPr>
              <a:xfrm>
                <a:off x="195825" y="4376490"/>
                <a:ext cx="8734595" cy="177030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>
                  <a:lnSpc>
                    <a:spcPct val="200000"/>
                  </a:lnSpc>
                  <a:spcBef>
                    <a:spcPct val="50000"/>
                  </a:spcBef>
                </a:pPr>
                <a:r>
                  <a:rPr lang="zh-CN" altLang="zh-CN" sz="2000" b="1" noProof="1">
                    <a:ln w="9525" cap="flat" cmpd="sng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辅助线O</a:t>
                </a:r>
                <a:r>
                  <a:rPr lang="en-US" altLang="zh-CN" sz="2000" b="1" noProof="1">
                    <a:ln w="9525" cap="flat" cmpd="sng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zh-CN" sz="2000" b="1" noProof="1">
                    <a:ln w="9525" cap="flat" cmpd="sng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边与O</a:t>
                </a:r>
                <a:r>
                  <a:rPr lang="en-US" altLang="zh-CN" sz="2000" b="1" noProof="1">
                    <a:ln w="9525" cap="flat" cmpd="sng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zh-CN" sz="2000" b="1" noProof="1">
                    <a:ln w="9525" cap="flat" cmpd="sng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边上   </a:t>
                </a:r>
                <a:r>
                  <a:rPr lang="en-US" altLang="zh-CN" sz="2000" b="1" noProof="1">
                    <a:ln w="9525" cap="flat" cmpd="sng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lang="zh-CN" altLang="zh-CN" sz="2000" b="1" noProof="1">
                    <a:ln w="9525" cap="flat" cmpd="sng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 ，           则</a:t>
                </a:r>
                <a:r>
                  <a:rPr lang="en-US" altLang="zh-CN" sz="2000" b="1" noProof="1">
                    <a:ln w="9525" cap="flat" cmpd="sng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sz="2000" b="1" noProof="1">
                    <a:ln w="9525" cap="flat" cmpd="sng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                   ，因为电动势小于零，</a:t>
                </a:r>
                <a:r>
                  <a:rPr lang="zh-CN" altLang="zh-CN" sz="2000" b="1" noProof="1">
                    <a:ln w="9525" cap="flat" cmpd="sng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+mn-ea"/>
                  </a:rPr>
                  <a:t>电动势方向为逆时针，即A由指向B</a:t>
                </a:r>
                <a:endParaRPr lang="zh-CN" altLang="zh-CN" sz="2000" b="1" noProof="1">
                  <a:ln w="9525" cap="flat" cmpd="sng">
                    <a:solidFill>
                      <a:srgbClr val="0066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endParaRPr>
              </a:p>
            </p:txBody>
          </p:sp>
          <p:graphicFrame>
            <p:nvGraphicFramePr>
              <p:cNvPr id="43221" name="Object 80"/>
              <p:cNvGraphicFramePr>
                <a:graphicFrameLocks noChangeAspect="1"/>
              </p:cNvGraphicFramePr>
              <p:nvPr/>
            </p:nvGraphicFramePr>
            <p:xfrm>
              <a:off x="4356013" y="4599808"/>
              <a:ext cx="1400737" cy="4559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0" imgW="571500" imgH="266700" progId="Equation.3">
                      <p:embed/>
                    </p:oleObj>
                  </mc:Choice>
                  <mc:Fallback>
                    <p:oleObj r:id="rId10" imgW="571500" imgH="266700" progId="Equation.3">
                      <p:embed/>
                      <p:pic>
                        <p:nvPicPr>
                          <p:cNvPr id="0" name="图片 3220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4356013" y="4599808"/>
                            <a:ext cx="1400737" cy="45591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3222" name="Object 80"/>
              <p:cNvGraphicFramePr>
                <a:graphicFrameLocks noChangeAspect="1"/>
              </p:cNvGraphicFramePr>
              <p:nvPr/>
            </p:nvGraphicFramePr>
            <p:xfrm>
              <a:off x="6060911" y="4565005"/>
              <a:ext cx="2330226" cy="4483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2" imgW="990600" imgH="241300" progId="Equation.3">
                      <p:embed/>
                    </p:oleObj>
                  </mc:Choice>
                  <mc:Fallback>
                    <p:oleObj r:id="rId12" imgW="990600" imgH="241300" progId="Equation.3">
                      <p:embed/>
                      <p:pic>
                        <p:nvPicPr>
                          <p:cNvPr id="0" name="图片 3222"/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6060911" y="4565005"/>
                            <a:ext cx="2330226" cy="44837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3223" name="Object 15"/>
            <p:cNvGraphicFramePr>
              <a:graphicFrameLocks noChangeAspect="1"/>
            </p:cNvGraphicFramePr>
            <p:nvPr/>
          </p:nvGraphicFramePr>
          <p:xfrm>
            <a:off x="5957" y="9046"/>
            <a:ext cx="3055" cy="10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1143000" imgH="405765" progId="Equation.3">
                    <p:embed/>
                  </p:oleObj>
                </mc:Choice>
                <mc:Fallback>
                  <p:oleObj r:id="rId14" imgW="1143000" imgH="405765" progId="Equation.3">
                    <p:embed/>
                    <p:pic>
                      <p:nvPicPr>
                        <p:cNvPr id="0" name="图片 3214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5957" y="9046"/>
                          <a:ext cx="3055" cy="108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文本框 3"/>
          <p:cNvSpPr txBox="1"/>
          <p:nvPr>
            <p:custDataLst>
              <p:tags r:id="rId1"/>
            </p:custDataLst>
          </p:nvPr>
        </p:nvSpPr>
        <p:spPr>
          <a:xfrm>
            <a:off x="431800" y="368300"/>
            <a:ext cx="8396288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80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讨论题：</a:t>
            </a:r>
            <a:r>
              <a:rPr lang="en-US" altLang="zh-CN" sz="1800"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1800">
                <a:latin typeface="Verdana" panose="020B0604030504040204" pitchFamily="34" charset="0"/>
                <a:ea typeface="宋体" panose="02010600030101010101" pitchFamily="2" charset="-122"/>
              </a:rPr>
              <a:t>讨论以下几种情况，</a:t>
            </a:r>
            <a:r>
              <a:rPr lang="zh-CN" altLang="en-US" sz="18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如何做合适的辅助线</a:t>
            </a:r>
            <a:r>
              <a:rPr lang="zh-CN" altLang="en-US" sz="1800">
                <a:latin typeface="Verdana" panose="020B0604030504040204" pitchFamily="34" charset="0"/>
                <a:ea typeface="宋体" panose="02010600030101010101" pitchFamily="2" charset="-122"/>
              </a:rPr>
              <a:t>求感生电动势</a:t>
            </a:r>
            <a:r>
              <a:rPr lang="en-US" altLang="zh-CN" sz="1800">
                <a:latin typeface="Verdana" panose="020B0604030504040204" pitchFamily="34" charset="0"/>
                <a:ea typeface="宋体" panose="02010600030101010101" pitchFamily="2" charset="-122"/>
              </a:rPr>
              <a:t>      </a:t>
            </a:r>
            <a:r>
              <a:rPr lang="zh-CN" altLang="en-US" sz="1800">
                <a:latin typeface="Verdana" panose="020B0604030504040204" pitchFamily="34" charset="0"/>
                <a:ea typeface="宋体" panose="02010600030101010101" pitchFamily="2" charset="-122"/>
              </a:rPr>
              <a:t>或</a:t>
            </a:r>
            <a:r>
              <a:rPr lang="en-US" altLang="zh-CN" sz="1800">
                <a:latin typeface="Verdana" panose="020B0604030504040204" pitchFamily="34" charset="0"/>
                <a:ea typeface="宋体" panose="02010600030101010101" pitchFamily="2" charset="-122"/>
              </a:rPr>
              <a:t>     </a:t>
            </a:r>
            <a:r>
              <a:rPr lang="zh-CN" altLang="en-US" sz="1800">
                <a:latin typeface="Verdana" panose="020B0604030504040204" pitchFamily="34" charset="0"/>
                <a:ea typeface="宋体" panose="02010600030101010101" pitchFamily="2" charset="-122"/>
              </a:rPr>
              <a:t>？</a:t>
            </a:r>
            <a:endParaRPr lang="zh-CN" altLang="en-US" sz="1800">
              <a:solidFill>
                <a:srgbClr val="0000FF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22639" name="组合 107"/>
          <p:cNvGrpSpPr>
            <a:grpSpLocks noChangeAspect="1"/>
          </p:cNvGrpSpPr>
          <p:nvPr/>
        </p:nvGrpSpPr>
        <p:grpSpPr>
          <a:xfrm>
            <a:off x="4962525" y="1305243"/>
            <a:ext cx="2130425" cy="2524125"/>
            <a:chOff x="1015" y="2323"/>
            <a:chExt cx="4718" cy="5590"/>
          </a:xfrm>
        </p:grpSpPr>
        <p:grpSp>
          <p:nvGrpSpPr>
            <p:cNvPr id="22640" name="Group 517"/>
            <p:cNvGrpSpPr/>
            <p:nvPr/>
          </p:nvGrpSpPr>
          <p:grpSpPr>
            <a:xfrm>
              <a:off x="1015" y="2323"/>
              <a:ext cx="4718" cy="5590"/>
              <a:chOff x="403" y="936"/>
              <a:chExt cx="1887" cy="2236"/>
            </a:xfrm>
          </p:grpSpPr>
          <p:sp>
            <p:nvSpPr>
              <p:cNvPr id="22641" name="Oval 271"/>
              <p:cNvSpPr/>
              <p:nvPr>
                <p:custDataLst>
                  <p:tags r:id="rId100"/>
                </p:custDataLst>
              </p:nvPr>
            </p:nvSpPr>
            <p:spPr>
              <a:xfrm>
                <a:off x="542" y="1164"/>
                <a:ext cx="1732" cy="1745"/>
              </a:xfrm>
              <a:prstGeom prst="ellipse">
                <a:avLst/>
              </a:prstGeom>
              <a:solidFill>
                <a:srgbClr val="EAEAEA"/>
              </a:solidFill>
              <a:ln w="12700" cap="flat" cmpd="sng">
                <a:solidFill>
                  <a:schemeClr val="accent2"/>
                </a:solidFill>
                <a:prstDash val="lg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2642" name="Group 272"/>
              <p:cNvGrpSpPr/>
              <p:nvPr/>
            </p:nvGrpSpPr>
            <p:grpSpPr>
              <a:xfrm>
                <a:off x="652" y="1991"/>
                <a:ext cx="65" cy="55"/>
                <a:chOff x="2592" y="2400"/>
                <a:chExt cx="1344" cy="1296"/>
              </a:xfrm>
            </p:grpSpPr>
            <p:sp>
              <p:nvSpPr>
                <p:cNvPr id="22643" name="Line 273"/>
                <p:cNvSpPr/>
                <p:nvPr>
                  <p:custDataLst>
                    <p:tags r:id="rId172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2644" name="Line 274"/>
                <p:cNvSpPr/>
                <p:nvPr>
                  <p:custDataLst>
                    <p:tags r:id="rId173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2645" name="Group 275"/>
              <p:cNvGrpSpPr/>
              <p:nvPr/>
            </p:nvGrpSpPr>
            <p:grpSpPr>
              <a:xfrm>
                <a:off x="1007" y="2005"/>
                <a:ext cx="65" cy="56"/>
                <a:chOff x="2592" y="2400"/>
                <a:chExt cx="1344" cy="1296"/>
              </a:xfrm>
            </p:grpSpPr>
            <p:sp>
              <p:nvSpPr>
                <p:cNvPr id="22646" name="Line 276"/>
                <p:cNvSpPr/>
                <p:nvPr>
                  <p:custDataLst>
                    <p:tags r:id="rId170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2647" name="Line 277"/>
                <p:cNvSpPr/>
                <p:nvPr>
                  <p:custDataLst>
                    <p:tags r:id="rId171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2648" name="Group 278"/>
              <p:cNvGrpSpPr/>
              <p:nvPr/>
            </p:nvGrpSpPr>
            <p:grpSpPr>
              <a:xfrm>
                <a:off x="1371" y="1260"/>
                <a:ext cx="65" cy="55"/>
                <a:chOff x="2592" y="2400"/>
                <a:chExt cx="1344" cy="1296"/>
              </a:xfrm>
            </p:grpSpPr>
            <p:sp>
              <p:nvSpPr>
                <p:cNvPr id="22649" name="Line 279"/>
                <p:cNvSpPr/>
                <p:nvPr>
                  <p:custDataLst>
                    <p:tags r:id="rId168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2650" name="Line 280"/>
                <p:cNvSpPr/>
                <p:nvPr>
                  <p:custDataLst>
                    <p:tags r:id="rId169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2651" name="Group 281"/>
              <p:cNvGrpSpPr/>
              <p:nvPr/>
            </p:nvGrpSpPr>
            <p:grpSpPr>
              <a:xfrm>
                <a:off x="1732" y="2006"/>
                <a:ext cx="66" cy="55"/>
                <a:chOff x="2592" y="2400"/>
                <a:chExt cx="1344" cy="1296"/>
              </a:xfrm>
            </p:grpSpPr>
            <p:sp>
              <p:nvSpPr>
                <p:cNvPr id="22652" name="Line 282"/>
                <p:cNvSpPr/>
                <p:nvPr>
                  <p:custDataLst>
                    <p:tags r:id="rId166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2653" name="Line 283"/>
                <p:cNvSpPr/>
                <p:nvPr>
                  <p:custDataLst>
                    <p:tags r:id="rId167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2654" name="Group 284"/>
              <p:cNvGrpSpPr/>
              <p:nvPr/>
            </p:nvGrpSpPr>
            <p:grpSpPr>
              <a:xfrm>
                <a:off x="2115" y="2000"/>
                <a:ext cx="64" cy="56"/>
                <a:chOff x="2592" y="2400"/>
                <a:chExt cx="1344" cy="1296"/>
              </a:xfrm>
            </p:grpSpPr>
            <p:sp>
              <p:nvSpPr>
                <p:cNvPr id="22655" name="Line 285"/>
                <p:cNvSpPr/>
                <p:nvPr>
                  <p:custDataLst>
                    <p:tags r:id="rId164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2656" name="Line 286"/>
                <p:cNvSpPr/>
                <p:nvPr>
                  <p:custDataLst>
                    <p:tags r:id="rId165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2657" name="Group 290"/>
              <p:cNvGrpSpPr/>
              <p:nvPr/>
            </p:nvGrpSpPr>
            <p:grpSpPr>
              <a:xfrm>
                <a:off x="1366" y="1655"/>
                <a:ext cx="64" cy="56"/>
                <a:chOff x="2592" y="2400"/>
                <a:chExt cx="1344" cy="1296"/>
              </a:xfrm>
            </p:grpSpPr>
            <p:sp>
              <p:nvSpPr>
                <p:cNvPr id="22658" name="Line 291"/>
                <p:cNvSpPr/>
                <p:nvPr>
                  <p:custDataLst>
                    <p:tags r:id="rId162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2659" name="Line 292"/>
                <p:cNvSpPr/>
                <p:nvPr>
                  <p:custDataLst>
                    <p:tags r:id="rId163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2660" name="Group 293"/>
              <p:cNvGrpSpPr/>
              <p:nvPr/>
            </p:nvGrpSpPr>
            <p:grpSpPr>
              <a:xfrm>
                <a:off x="1734" y="1654"/>
                <a:ext cx="64" cy="55"/>
                <a:chOff x="2592" y="2400"/>
                <a:chExt cx="1344" cy="1296"/>
              </a:xfrm>
            </p:grpSpPr>
            <p:sp>
              <p:nvSpPr>
                <p:cNvPr id="22661" name="Line 294"/>
                <p:cNvSpPr/>
                <p:nvPr>
                  <p:custDataLst>
                    <p:tags r:id="rId160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2662" name="Line 295"/>
                <p:cNvSpPr/>
                <p:nvPr>
                  <p:custDataLst>
                    <p:tags r:id="rId161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2663" name="Group 296"/>
              <p:cNvGrpSpPr/>
              <p:nvPr/>
            </p:nvGrpSpPr>
            <p:grpSpPr>
              <a:xfrm>
                <a:off x="1001" y="1265"/>
                <a:ext cx="64" cy="55"/>
                <a:chOff x="2592" y="2400"/>
                <a:chExt cx="1344" cy="1296"/>
              </a:xfrm>
            </p:grpSpPr>
            <p:sp>
              <p:nvSpPr>
                <p:cNvPr id="22664" name="Line 297"/>
                <p:cNvSpPr/>
                <p:nvPr>
                  <p:custDataLst>
                    <p:tags r:id="rId158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2665" name="Line 298"/>
                <p:cNvSpPr/>
                <p:nvPr>
                  <p:custDataLst>
                    <p:tags r:id="rId159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2666" name="Group 299"/>
              <p:cNvGrpSpPr/>
              <p:nvPr/>
            </p:nvGrpSpPr>
            <p:grpSpPr>
              <a:xfrm>
                <a:off x="1721" y="1260"/>
                <a:ext cx="64" cy="55"/>
                <a:chOff x="2592" y="2400"/>
                <a:chExt cx="1344" cy="1296"/>
              </a:xfrm>
            </p:grpSpPr>
            <p:sp>
              <p:nvSpPr>
                <p:cNvPr id="22667" name="Line 300"/>
                <p:cNvSpPr/>
                <p:nvPr>
                  <p:custDataLst>
                    <p:tags r:id="rId156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2668" name="Line 301"/>
                <p:cNvSpPr/>
                <p:nvPr>
                  <p:custDataLst>
                    <p:tags r:id="rId157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2669" name="Group 305"/>
              <p:cNvGrpSpPr/>
              <p:nvPr/>
            </p:nvGrpSpPr>
            <p:grpSpPr>
              <a:xfrm>
                <a:off x="665" y="1647"/>
                <a:ext cx="64" cy="56"/>
                <a:chOff x="2592" y="2400"/>
                <a:chExt cx="1344" cy="1296"/>
              </a:xfrm>
            </p:grpSpPr>
            <p:sp>
              <p:nvSpPr>
                <p:cNvPr id="22670" name="Line 306"/>
                <p:cNvSpPr/>
                <p:nvPr>
                  <p:custDataLst>
                    <p:tags r:id="rId154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2671" name="Line 307"/>
                <p:cNvSpPr/>
                <p:nvPr>
                  <p:custDataLst>
                    <p:tags r:id="rId155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2672" name="Group 308"/>
              <p:cNvGrpSpPr/>
              <p:nvPr/>
            </p:nvGrpSpPr>
            <p:grpSpPr>
              <a:xfrm>
                <a:off x="2100" y="1659"/>
                <a:ext cx="66" cy="55"/>
                <a:chOff x="2592" y="2400"/>
                <a:chExt cx="1344" cy="1296"/>
              </a:xfrm>
            </p:grpSpPr>
            <p:sp>
              <p:nvSpPr>
                <p:cNvPr id="22673" name="Line 309"/>
                <p:cNvSpPr/>
                <p:nvPr>
                  <p:custDataLst>
                    <p:tags r:id="rId152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2674" name="Line 310"/>
                <p:cNvSpPr/>
                <p:nvPr>
                  <p:custDataLst>
                    <p:tags r:id="rId153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2675" name="Group 311"/>
              <p:cNvGrpSpPr/>
              <p:nvPr/>
            </p:nvGrpSpPr>
            <p:grpSpPr>
              <a:xfrm>
                <a:off x="1006" y="1651"/>
                <a:ext cx="65" cy="55"/>
                <a:chOff x="2592" y="2400"/>
                <a:chExt cx="1344" cy="1296"/>
              </a:xfrm>
            </p:grpSpPr>
            <p:sp>
              <p:nvSpPr>
                <p:cNvPr id="22676" name="Line 312"/>
                <p:cNvSpPr/>
                <p:nvPr>
                  <p:custDataLst>
                    <p:tags r:id="rId150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2677" name="Line 313"/>
                <p:cNvSpPr/>
                <p:nvPr>
                  <p:custDataLst>
                    <p:tags r:id="rId151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2678" name="WordArt 314"/>
              <p:cNvSpPr>
                <a:spLocks noTextEdit="1"/>
              </p:cNvSpPr>
              <p:nvPr>
                <p:custDataLst>
                  <p:tags r:id="rId101"/>
                </p:custDataLst>
              </p:nvPr>
            </p:nvSpPr>
            <p:spPr>
              <a:xfrm>
                <a:off x="1399" y="1830"/>
                <a:ext cx="109" cy="15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0000"/>
                    </a:solidFill>
                    <a:effectLst>
                      <a:outerShdw dist="28398" dir="1593903" algn="ctr" rotWithShape="0">
                        <a:schemeClr val="bg1"/>
                      </a:outerShdw>
                    </a:effectLst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O</a:t>
                </a:r>
              </a:p>
            </p:txBody>
          </p:sp>
          <p:sp>
            <p:nvSpPr>
              <p:cNvPr id="58480" name="WordArt 315"/>
              <p:cNvSpPr>
                <a:spLocks noTextEdit="1"/>
              </p:cNvSpPr>
              <p:nvPr>
                <p:custDataLst>
                  <p:tags r:id="rId102"/>
                </p:custDataLst>
              </p:nvPr>
            </p:nvSpPr>
            <p:spPr>
              <a:xfrm>
                <a:off x="756" y="2085"/>
                <a:ext cx="178" cy="16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90000" lnSpcReduction="20000"/>
              </a:bodyPr>
              <a:lstStyle/>
              <a:p>
                <a:pPr algn="ctr" fontAlgn="base"/>
                <a:r>
                  <a:rPr lang="zh-CN" altLang="en-US" sz="800" i="1" strike="noStrike" noProof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effectLst>
                      <a:outerShdw dist="35921" dir="2699999" algn="ctr" rotWithShape="0">
                        <a:schemeClr val="bg1"/>
                      </a:outerShdw>
                    </a:effectLst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R</a:t>
                </a:r>
                <a:endParaRPr lang="zh-CN" altLang="en-US" sz="800" i="1" strike="noStrike" noProof="1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effectLst>
                    <a:outerShdw dist="35921" dir="2699999" algn="ctr" rotWithShape="0">
                      <a:schemeClr val="bg1"/>
                    </a:outerShdw>
                  </a:effectLst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2680" name="WordArt 316"/>
              <p:cNvSpPr>
                <a:spLocks noTextEdit="1"/>
              </p:cNvSpPr>
              <p:nvPr>
                <p:custDataLst>
                  <p:tags r:id="rId103"/>
                </p:custDataLst>
              </p:nvPr>
            </p:nvSpPr>
            <p:spPr>
              <a:xfrm>
                <a:off x="500" y="3000"/>
                <a:ext cx="118" cy="15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22681" name="WordArt 317"/>
              <p:cNvSpPr>
                <a:spLocks noTextEdit="1"/>
              </p:cNvSpPr>
              <p:nvPr>
                <p:custDataLst>
                  <p:tags r:id="rId104"/>
                </p:custDataLst>
              </p:nvPr>
            </p:nvSpPr>
            <p:spPr>
              <a:xfrm>
                <a:off x="2158" y="3005"/>
                <a:ext cx="132" cy="16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58483" name="WordArt 318"/>
              <p:cNvSpPr>
                <a:spLocks noTextEdit="1"/>
              </p:cNvSpPr>
              <p:nvPr>
                <p:custDataLst>
                  <p:tags r:id="rId105"/>
                </p:custDataLst>
              </p:nvPr>
            </p:nvSpPr>
            <p:spPr>
              <a:xfrm>
                <a:off x="1802" y="1779"/>
                <a:ext cx="232" cy="17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5991"/>
                  </a:avLst>
                </a:prstTxWarp>
                <a:normAutofit fontScale="90000" lnSpcReduction="10000"/>
              </a:bodyPr>
              <a:lstStyle/>
              <a:p>
                <a:pPr algn="ctr" fontAlgn="base"/>
                <a:r>
                  <a:rPr lang="zh-CN" altLang="en-US" sz="800" i="1" strike="noStrike" noProof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effectLst>
                      <a:outerShdw dist="52363" dir="842174" algn="ctr" rotWithShape="0">
                        <a:schemeClr val="bg1"/>
                      </a:outerShdw>
                    </a:effectLst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B</a:t>
                </a:r>
                <a:endParaRPr lang="zh-CN" altLang="en-US" sz="800" i="1" strike="noStrike" noProof="1"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accent2"/>
                  </a:solidFill>
                  <a:effectLst>
                    <a:outerShdw dist="52363" dir="842174" algn="ctr" rotWithShape="0">
                      <a:schemeClr val="bg1"/>
                    </a:outerShdw>
                  </a:effectLst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grpSp>
            <p:nvGrpSpPr>
              <p:cNvPr id="22683" name="Group 328"/>
              <p:cNvGrpSpPr/>
              <p:nvPr/>
            </p:nvGrpSpPr>
            <p:grpSpPr>
              <a:xfrm>
                <a:off x="659" y="2369"/>
                <a:ext cx="65" cy="56"/>
                <a:chOff x="2592" y="2400"/>
                <a:chExt cx="1344" cy="1296"/>
              </a:xfrm>
            </p:grpSpPr>
            <p:sp>
              <p:nvSpPr>
                <p:cNvPr id="22684" name="Line 329"/>
                <p:cNvSpPr/>
                <p:nvPr>
                  <p:custDataLst>
                    <p:tags r:id="rId148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2685" name="Line 330"/>
                <p:cNvSpPr/>
                <p:nvPr>
                  <p:custDataLst>
                    <p:tags r:id="rId149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2686" name="Rectangle 334"/>
              <p:cNvSpPr/>
              <p:nvPr>
                <p:custDataLst>
                  <p:tags r:id="rId106"/>
                </p:custDataLst>
              </p:nvPr>
            </p:nvSpPr>
            <p:spPr>
              <a:xfrm>
                <a:off x="691" y="3107"/>
                <a:ext cx="1399" cy="53"/>
              </a:xfrm>
              <a:prstGeom prst="rect">
                <a:avLst/>
              </a:prstGeom>
              <a:solidFill>
                <a:srgbClr val="FFCC00"/>
              </a:solidFill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488" name="WordArt 335"/>
              <p:cNvSpPr>
                <a:spLocks noTextEdit="1"/>
              </p:cNvSpPr>
              <p:nvPr>
                <p:custDataLst>
                  <p:tags r:id="rId107"/>
                </p:custDataLst>
              </p:nvPr>
            </p:nvSpPr>
            <p:spPr>
              <a:xfrm>
                <a:off x="403" y="936"/>
                <a:ext cx="570" cy="15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/>
              </a:bodyPr>
              <a:lstStyle/>
              <a:p>
                <a:pPr algn="ctr" fontAlgn="base"/>
                <a:r>
                  <a:rPr lang="zh-CN" altLang="en-US" sz="3600" b="1" strike="noStrike" noProof="1">
                    <a:ln w="9525" cap="flat" cmpd="sng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66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已知</a:t>
                </a:r>
                <a:endParaRPr lang="zh-CN" altLang="en-US" sz="3600" b="1" strike="noStrike" noProof="1">
                  <a:ln w="9525" cap="flat" cmpd="sng">
                    <a:solidFill>
                      <a:srgbClr val="0066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66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grpSp>
            <p:nvGrpSpPr>
              <p:cNvPr id="22688" name="Group 336"/>
              <p:cNvGrpSpPr/>
              <p:nvPr/>
            </p:nvGrpSpPr>
            <p:grpSpPr>
              <a:xfrm>
                <a:off x="960" y="1356"/>
                <a:ext cx="999" cy="277"/>
                <a:chOff x="960" y="1356"/>
                <a:chExt cx="999" cy="277"/>
              </a:xfrm>
            </p:grpSpPr>
            <p:grpSp>
              <p:nvGrpSpPr>
                <p:cNvPr id="22689" name="Group 337"/>
                <p:cNvGrpSpPr/>
                <p:nvPr/>
              </p:nvGrpSpPr>
              <p:grpSpPr>
                <a:xfrm>
                  <a:off x="960" y="1356"/>
                  <a:ext cx="331" cy="277"/>
                  <a:chOff x="1002" y="3145"/>
                  <a:chExt cx="363" cy="555"/>
                </a:xfrm>
              </p:grpSpPr>
              <p:sp>
                <p:nvSpPr>
                  <p:cNvPr id="22690" name="WordArt 338"/>
                  <p:cNvSpPr>
                    <a:spLocks noTextEdit="1"/>
                  </p:cNvSpPr>
                  <p:nvPr>
                    <p:custDataLst>
                      <p:tags r:id="rId143"/>
                    </p:custDataLst>
                  </p:nvPr>
                </p:nvSpPr>
                <p:spPr>
                  <a:xfrm>
                    <a:off x="1055" y="3466"/>
                    <a:ext cx="97" cy="234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800" b="1">
                        <a:ln w="76200" cap="flat" cmpd="sng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d</a:t>
                    </a:r>
                  </a:p>
                </p:txBody>
              </p:sp>
              <p:sp>
                <p:nvSpPr>
                  <p:cNvPr id="22691" name="WordArt 339"/>
                  <p:cNvSpPr>
                    <a:spLocks noTextEdit="1"/>
                  </p:cNvSpPr>
                  <p:nvPr>
                    <p:custDataLst>
                      <p:tags r:id="rId144"/>
                    </p:custDataLst>
                  </p:nvPr>
                </p:nvSpPr>
                <p:spPr>
                  <a:xfrm>
                    <a:off x="1175" y="3466"/>
                    <a:ext cx="122" cy="233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64495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76200" cap="flat" cmpd="sng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t</a:t>
                    </a:r>
                  </a:p>
                </p:txBody>
              </p:sp>
              <p:sp>
                <p:nvSpPr>
                  <p:cNvPr id="58493" name="WordArt 340"/>
                  <p:cNvSpPr>
                    <a:spLocks noTextEdit="1"/>
                  </p:cNvSpPr>
                  <p:nvPr>
                    <p:custDataLst>
                      <p:tags r:id="rId145"/>
                    </p:custDataLst>
                  </p:nvPr>
                </p:nvSpPr>
                <p:spPr>
                  <a:xfrm>
                    <a:off x="1110" y="3182"/>
                    <a:ext cx="201" cy="184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5991"/>
                      </a:avLst>
                    </a:prstTxWarp>
                    <a:normAutofit fontScale="25000"/>
                  </a:bodyPr>
                  <a:lstStyle/>
                  <a:p>
                    <a:pPr algn="ctr" fontAlgn="base"/>
                    <a:r>
                      <a:rPr lang="zh-CN" altLang="en-US" sz="800" i="1" strike="noStrike" noProof="1">
                        <a:ln w="76200" cap="flat" cmpd="sng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+mn-cs"/>
                      </a:rPr>
                      <a:t>B</a:t>
                    </a:r>
                    <a:endParaRPr lang="zh-CN" altLang="en-US" sz="800" i="1" strike="noStrike" noProof="1">
                      <a:ln w="762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2693" name="WordArt 341"/>
                  <p:cNvSpPr>
                    <a:spLocks noTextEdit="1"/>
                  </p:cNvSpPr>
                  <p:nvPr>
                    <p:custDataLst>
                      <p:tags r:id="rId146"/>
                    </p:custDataLst>
                  </p:nvPr>
                </p:nvSpPr>
                <p:spPr>
                  <a:xfrm>
                    <a:off x="1040" y="3145"/>
                    <a:ext cx="97" cy="234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800" b="1">
                        <a:ln w="76200" cap="flat" cmpd="sng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d</a:t>
                    </a:r>
                  </a:p>
                </p:txBody>
              </p:sp>
              <p:sp>
                <p:nvSpPr>
                  <p:cNvPr id="22694" name="Line 342"/>
                  <p:cNvSpPr/>
                  <p:nvPr>
                    <p:custDataLst>
                      <p:tags r:id="rId147"/>
                    </p:custDataLst>
                  </p:nvPr>
                </p:nvSpPr>
                <p:spPr>
                  <a:xfrm flipV="1">
                    <a:off x="1002" y="3424"/>
                    <a:ext cx="363" cy="0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2695" name="WordArt 343"/>
                <p:cNvSpPr>
                  <a:spLocks noTextEdit="1"/>
                </p:cNvSpPr>
                <p:nvPr>
                  <p:custDataLst>
                    <p:tags r:id="rId138"/>
                  </p:custDataLst>
                </p:nvPr>
              </p:nvSpPr>
              <p:spPr>
                <a:xfrm>
                  <a:off x="1867" y="1417"/>
                  <a:ext cx="92" cy="15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762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0</a:t>
                  </a:r>
                </a:p>
              </p:txBody>
            </p:sp>
            <p:grpSp>
              <p:nvGrpSpPr>
                <p:cNvPr id="22696" name="Group 344"/>
                <p:cNvGrpSpPr/>
                <p:nvPr/>
              </p:nvGrpSpPr>
              <p:grpSpPr>
                <a:xfrm>
                  <a:off x="1331" y="1461"/>
                  <a:ext cx="151" cy="53"/>
                  <a:chOff x="1260" y="2371"/>
                  <a:chExt cx="151" cy="53"/>
                </a:xfrm>
              </p:grpSpPr>
              <p:sp>
                <p:nvSpPr>
                  <p:cNvPr id="22697" name="Line 345"/>
                  <p:cNvSpPr/>
                  <p:nvPr>
                    <p:custDataLst>
                      <p:tags r:id="rId141"/>
                    </p:custDataLst>
                  </p:nvPr>
                </p:nvSpPr>
                <p:spPr>
                  <a:xfrm>
                    <a:off x="1260" y="2371"/>
                    <a:ext cx="151" cy="0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698" name="Line 346"/>
                  <p:cNvSpPr/>
                  <p:nvPr>
                    <p:custDataLst>
                      <p:tags r:id="rId142"/>
                    </p:custDataLst>
                  </p:nvPr>
                </p:nvSpPr>
                <p:spPr>
                  <a:xfrm>
                    <a:off x="1260" y="2424"/>
                    <a:ext cx="151" cy="0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58500" name="WordArt 347"/>
                <p:cNvSpPr>
                  <a:spLocks noTextEdit="1"/>
                </p:cNvSpPr>
                <p:nvPr>
                  <p:custDataLst>
                    <p:tags r:id="rId139"/>
                  </p:custDataLst>
                </p:nvPr>
              </p:nvSpPr>
              <p:spPr>
                <a:xfrm>
                  <a:off x="1512" y="1394"/>
                  <a:ext cx="156" cy="19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80000"/>
                </a:bodyPr>
                <a:lstStyle/>
                <a:p>
                  <a:pPr algn="ctr" fontAlgn="base"/>
                  <a:r>
                    <a:rPr lang="zh-CN" altLang="en-US" sz="1200" i="1" strike="noStrike" noProof="1">
                      <a:ln w="762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+mn-cs"/>
                    </a:rPr>
                    <a:t>k</a:t>
                  </a:r>
                  <a:endParaRPr lang="zh-CN" altLang="en-US" sz="1200" i="1" strike="noStrike" noProof="1">
                    <a:ln w="762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2700" name="Freeform 348"/>
                <p:cNvSpPr/>
                <p:nvPr>
                  <p:custDataLst>
                    <p:tags r:id="rId140"/>
                  </p:custDataLst>
                </p:nvPr>
              </p:nvSpPr>
              <p:spPr>
                <a:xfrm>
                  <a:off x="1722" y="1446"/>
                  <a:ext cx="114" cy="10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14" y="52"/>
                    </a:cxn>
                    <a:cxn ang="0">
                      <a:pos x="2" y="104"/>
                    </a:cxn>
                  </a:cxnLst>
                  <a:rect l="0" t="0" r="0" b="0"/>
                  <a:pathLst>
                    <a:path w="114" h="104">
                      <a:moveTo>
                        <a:pt x="0" y="0"/>
                      </a:moveTo>
                      <a:lnTo>
                        <a:pt x="114" y="52"/>
                      </a:lnTo>
                      <a:lnTo>
                        <a:pt x="2" y="104"/>
                      </a:lnTo>
                    </a:path>
                  </a:pathLst>
                </a:custGeom>
                <a:solidFill>
                  <a:schemeClr val="bg1"/>
                </a:solidFill>
                <a:ln w="7620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701" name="Group 349"/>
              <p:cNvGrpSpPr/>
              <p:nvPr/>
            </p:nvGrpSpPr>
            <p:grpSpPr>
              <a:xfrm>
                <a:off x="960" y="1360"/>
                <a:ext cx="999" cy="277"/>
                <a:chOff x="960" y="1356"/>
                <a:chExt cx="999" cy="277"/>
              </a:xfrm>
            </p:grpSpPr>
            <p:grpSp>
              <p:nvGrpSpPr>
                <p:cNvPr id="22702" name="Group 350"/>
                <p:cNvGrpSpPr/>
                <p:nvPr/>
              </p:nvGrpSpPr>
              <p:grpSpPr>
                <a:xfrm>
                  <a:off x="960" y="1356"/>
                  <a:ext cx="331" cy="277"/>
                  <a:chOff x="1002" y="3145"/>
                  <a:chExt cx="363" cy="555"/>
                </a:xfrm>
              </p:grpSpPr>
              <p:sp>
                <p:nvSpPr>
                  <p:cNvPr id="22703" name="WordArt 351"/>
                  <p:cNvSpPr>
                    <a:spLocks noTextEdit="1"/>
                  </p:cNvSpPr>
                  <p:nvPr>
                    <p:custDataLst>
                      <p:tags r:id="rId133"/>
                    </p:custDataLst>
                  </p:nvPr>
                </p:nvSpPr>
                <p:spPr>
                  <a:xfrm>
                    <a:off x="1055" y="3466"/>
                    <a:ext cx="97" cy="234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800" b="1">
                        <a:ln w="9525" cap="flat" cmpd="sng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d</a:t>
                    </a:r>
                  </a:p>
                </p:txBody>
              </p:sp>
              <p:sp>
                <p:nvSpPr>
                  <p:cNvPr id="22704" name="WordArt 352"/>
                  <p:cNvSpPr>
                    <a:spLocks noTextEdit="1"/>
                  </p:cNvSpPr>
                  <p:nvPr>
                    <p:custDataLst>
                      <p:tags r:id="rId134"/>
                    </p:custDataLst>
                  </p:nvPr>
                </p:nvSpPr>
                <p:spPr>
                  <a:xfrm>
                    <a:off x="1175" y="3466"/>
                    <a:ext cx="122" cy="233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64495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t</a:t>
                    </a:r>
                  </a:p>
                </p:txBody>
              </p:sp>
              <p:sp>
                <p:nvSpPr>
                  <p:cNvPr id="58506" name="WordArt 353"/>
                  <p:cNvSpPr>
                    <a:spLocks noTextEdit="1"/>
                  </p:cNvSpPr>
                  <p:nvPr>
                    <p:custDataLst>
                      <p:tags r:id="rId135"/>
                    </p:custDataLst>
                  </p:nvPr>
                </p:nvSpPr>
                <p:spPr>
                  <a:xfrm>
                    <a:off x="1110" y="3182"/>
                    <a:ext cx="201" cy="184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5991"/>
                      </a:avLst>
                    </a:prstTxWarp>
                    <a:normAutofit fontScale="25000"/>
                  </a:bodyPr>
                  <a:lstStyle/>
                  <a:p>
                    <a:pPr algn="ctr" fontAlgn="base"/>
                    <a:r>
                      <a:rPr lang="zh-CN" altLang="en-US" sz="800" i="1" strike="noStrike" noProof="1">
                        <a:ln w="9525" cap="flat" cmpd="sng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+mn-cs"/>
                      </a:rPr>
                      <a:t>B</a:t>
                    </a:r>
                    <a:endParaRPr lang="zh-CN" altLang="en-US" sz="800" i="1" strike="noStrike" noProof="1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2706" name="WordArt 354"/>
                  <p:cNvSpPr>
                    <a:spLocks noTextEdit="1"/>
                  </p:cNvSpPr>
                  <p:nvPr>
                    <p:custDataLst>
                      <p:tags r:id="rId136"/>
                    </p:custDataLst>
                  </p:nvPr>
                </p:nvSpPr>
                <p:spPr>
                  <a:xfrm>
                    <a:off x="1040" y="3145"/>
                    <a:ext cx="97" cy="234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800" b="1">
                        <a:ln w="9525" cap="flat" cmpd="sng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d</a:t>
                    </a:r>
                  </a:p>
                </p:txBody>
              </p:sp>
              <p:sp>
                <p:nvSpPr>
                  <p:cNvPr id="22707" name="Line 355"/>
                  <p:cNvSpPr/>
                  <p:nvPr>
                    <p:custDataLst>
                      <p:tags r:id="rId137"/>
                    </p:custDataLst>
                  </p:nvPr>
                </p:nvSpPr>
                <p:spPr>
                  <a:xfrm flipV="1">
                    <a:off x="1002" y="3424"/>
                    <a:ext cx="363" cy="0"/>
                  </a:xfrm>
                  <a:prstGeom prst="line">
                    <a:avLst/>
                  </a:prstGeom>
                  <a:ln w="38100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2708" name="WordArt 356"/>
                <p:cNvSpPr>
                  <a:spLocks noTextEdit="1"/>
                </p:cNvSpPr>
                <p:nvPr>
                  <p:custDataLst>
                    <p:tags r:id="rId128"/>
                  </p:custDataLst>
                </p:nvPr>
              </p:nvSpPr>
              <p:spPr>
                <a:xfrm>
                  <a:off x="1867" y="1417"/>
                  <a:ext cx="92" cy="15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0</a:t>
                  </a:r>
                </a:p>
              </p:txBody>
            </p:sp>
            <p:grpSp>
              <p:nvGrpSpPr>
                <p:cNvPr id="22709" name="Group 357"/>
                <p:cNvGrpSpPr/>
                <p:nvPr/>
              </p:nvGrpSpPr>
              <p:grpSpPr>
                <a:xfrm>
                  <a:off x="1331" y="1461"/>
                  <a:ext cx="151" cy="53"/>
                  <a:chOff x="1260" y="2371"/>
                  <a:chExt cx="151" cy="53"/>
                </a:xfrm>
              </p:grpSpPr>
              <p:sp>
                <p:nvSpPr>
                  <p:cNvPr id="22710" name="Line 358"/>
                  <p:cNvSpPr/>
                  <p:nvPr>
                    <p:custDataLst>
                      <p:tags r:id="rId131"/>
                    </p:custDataLst>
                  </p:nvPr>
                </p:nvSpPr>
                <p:spPr>
                  <a:xfrm>
                    <a:off x="1260" y="2371"/>
                    <a:ext cx="15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711" name="Line 359"/>
                  <p:cNvSpPr/>
                  <p:nvPr>
                    <p:custDataLst>
                      <p:tags r:id="rId132"/>
                    </p:custDataLst>
                  </p:nvPr>
                </p:nvSpPr>
                <p:spPr>
                  <a:xfrm>
                    <a:off x="1260" y="2424"/>
                    <a:ext cx="15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58513" name="WordArt 360"/>
                <p:cNvSpPr>
                  <a:spLocks noTextEdit="1"/>
                </p:cNvSpPr>
                <p:nvPr>
                  <p:custDataLst>
                    <p:tags r:id="rId129"/>
                  </p:custDataLst>
                </p:nvPr>
              </p:nvSpPr>
              <p:spPr>
                <a:xfrm>
                  <a:off x="1512" y="1394"/>
                  <a:ext cx="156" cy="19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80000"/>
                </a:bodyPr>
                <a:lstStyle/>
                <a:p>
                  <a:pPr algn="ctr" fontAlgn="base"/>
                  <a:r>
                    <a:rPr lang="zh-CN" altLang="en-US" sz="1200" i="1" strike="noStrike" noProof="1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+mn-cs"/>
                    </a:rPr>
                    <a:t>k</a:t>
                  </a:r>
                  <a:endParaRPr lang="zh-CN" altLang="en-US" sz="1200" i="1" strike="noStrike" noProof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2713" name="Freeform 361"/>
                <p:cNvSpPr/>
                <p:nvPr>
                  <p:custDataLst>
                    <p:tags r:id="rId130"/>
                  </p:custDataLst>
                </p:nvPr>
              </p:nvSpPr>
              <p:spPr>
                <a:xfrm>
                  <a:off x="1722" y="1446"/>
                  <a:ext cx="114" cy="10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14" y="52"/>
                    </a:cxn>
                    <a:cxn ang="0">
                      <a:pos x="2" y="104"/>
                    </a:cxn>
                  </a:cxnLst>
                  <a:rect l="0" t="0" r="0" b="0"/>
                  <a:pathLst>
                    <a:path w="114" h="104">
                      <a:moveTo>
                        <a:pt x="0" y="0"/>
                      </a:moveTo>
                      <a:lnTo>
                        <a:pt x="114" y="52"/>
                      </a:lnTo>
                      <a:lnTo>
                        <a:pt x="2" y="104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714" name="Group 369"/>
              <p:cNvGrpSpPr/>
              <p:nvPr/>
            </p:nvGrpSpPr>
            <p:grpSpPr>
              <a:xfrm>
                <a:off x="1383" y="2006"/>
                <a:ext cx="65" cy="56"/>
                <a:chOff x="2592" y="2400"/>
                <a:chExt cx="1344" cy="1296"/>
              </a:xfrm>
            </p:grpSpPr>
            <p:sp>
              <p:nvSpPr>
                <p:cNvPr id="22715" name="Line 370"/>
                <p:cNvSpPr/>
                <p:nvPr>
                  <p:custDataLst>
                    <p:tags r:id="rId126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2716" name="Line 371"/>
                <p:cNvSpPr/>
                <p:nvPr>
                  <p:custDataLst>
                    <p:tags r:id="rId127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2717" name="Line 380"/>
              <p:cNvSpPr/>
              <p:nvPr>
                <p:custDataLst>
                  <p:tags r:id="rId108"/>
                </p:custDataLst>
              </p:nvPr>
            </p:nvSpPr>
            <p:spPr>
              <a:xfrm flipH="1">
                <a:off x="693" y="2039"/>
                <a:ext cx="724" cy="106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718" name="Line 381"/>
              <p:cNvSpPr/>
              <p:nvPr>
                <p:custDataLst>
                  <p:tags r:id="rId109"/>
                </p:custDataLst>
              </p:nvPr>
            </p:nvSpPr>
            <p:spPr>
              <a:xfrm>
                <a:off x="1428" y="2049"/>
                <a:ext cx="692" cy="107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719" name="Arc 383"/>
              <p:cNvSpPr/>
              <p:nvPr>
                <p:custDataLst>
                  <p:tags r:id="rId110"/>
                </p:custDataLst>
              </p:nvPr>
            </p:nvSpPr>
            <p:spPr>
              <a:xfrm>
                <a:off x="1295" y="2003"/>
                <a:ext cx="253" cy="2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2111" h="21600" fill="none">
                    <a:moveTo>
                      <a:pt x="22111" y="18900"/>
                    </a:moveTo>
                    <a:cubicBezTo>
                      <a:pt x="18910" y="20670"/>
                      <a:pt x="15312" y="21599"/>
                      <a:pt x="11654" y="21600"/>
                    </a:cubicBezTo>
                    <a:cubicBezTo>
                      <a:pt x="7522" y="21600"/>
                      <a:pt x="3478" y="20415"/>
                      <a:pt x="0" y="18186"/>
                    </a:cubicBezTo>
                  </a:path>
                  <a:path w="22111" h="21600" stroke="0">
                    <a:moveTo>
                      <a:pt x="22111" y="18900"/>
                    </a:moveTo>
                    <a:cubicBezTo>
                      <a:pt x="18910" y="20670"/>
                      <a:pt x="15312" y="21599"/>
                      <a:pt x="11654" y="21600"/>
                    </a:cubicBezTo>
                    <a:cubicBezTo>
                      <a:pt x="7522" y="21600"/>
                      <a:pt x="3478" y="20415"/>
                      <a:pt x="0" y="18186"/>
                    </a:cubicBezTo>
                    <a:lnTo>
                      <a:pt x="11654" y="0"/>
                    </a:lnTo>
                    <a:lnTo>
                      <a:pt x="22111" y="189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20" name="Line 409"/>
              <p:cNvSpPr/>
              <p:nvPr>
                <p:custDataLst>
                  <p:tags r:id="rId111"/>
                </p:custDataLst>
              </p:nvPr>
            </p:nvSpPr>
            <p:spPr>
              <a:xfrm flipH="1">
                <a:off x="665" y="2028"/>
                <a:ext cx="738" cy="47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22721" name="Group 287"/>
              <p:cNvGrpSpPr/>
              <p:nvPr/>
            </p:nvGrpSpPr>
            <p:grpSpPr>
              <a:xfrm>
                <a:off x="996" y="2378"/>
                <a:ext cx="64" cy="55"/>
                <a:chOff x="2592" y="2400"/>
                <a:chExt cx="1344" cy="1296"/>
              </a:xfrm>
            </p:grpSpPr>
            <p:sp>
              <p:nvSpPr>
                <p:cNvPr id="22722" name="Line 288"/>
                <p:cNvSpPr/>
                <p:nvPr>
                  <p:custDataLst>
                    <p:tags r:id="rId124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2723" name="Line 289"/>
                <p:cNvSpPr/>
                <p:nvPr>
                  <p:custDataLst>
                    <p:tags r:id="rId125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2724" name="Group 302"/>
              <p:cNvGrpSpPr/>
              <p:nvPr/>
            </p:nvGrpSpPr>
            <p:grpSpPr>
              <a:xfrm>
                <a:off x="991" y="2745"/>
                <a:ext cx="65" cy="56"/>
                <a:chOff x="2592" y="2400"/>
                <a:chExt cx="1344" cy="1296"/>
              </a:xfrm>
            </p:grpSpPr>
            <p:sp>
              <p:nvSpPr>
                <p:cNvPr id="22725" name="Line 303"/>
                <p:cNvSpPr/>
                <p:nvPr>
                  <p:custDataLst>
                    <p:tags r:id="rId122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2726" name="Line 304"/>
                <p:cNvSpPr/>
                <p:nvPr>
                  <p:custDataLst>
                    <p:tags r:id="rId123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2727" name="Group 322"/>
              <p:cNvGrpSpPr/>
              <p:nvPr/>
            </p:nvGrpSpPr>
            <p:grpSpPr>
              <a:xfrm>
                <a:off x="1728" y="2378"/>
                <a:ext cx="66" cy="56"/>
                <a:chOff x="2592" y="2400"/>
                <a:chExt cx="1344" cy="1296"/>
              </a:xfrm>
            </p:grpSpPr>
            <p:sp>
              <p:nvSpPr>
                <p:cNvPr id="22728" name="Line 323"/>
                <p:cNvSpPr/>
                <p:nvPr>
                  <p:custDataLst>
                    <p:tags r:id="rId120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2729" name="Line 324"/>
                <p:cNvSpPr/>
                <p:nvPr>
                  <p:custDataLst>
                    <p:tags r:id="rId121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2730" name="Group 325"/>
              <p:cNvGrpSpPr/>
              <p:nvPr/>
            </p:nvGrpSpPr>
            <p:grpSpPr>
              <a:xfrm>
                <a:off x="2094" y="2373"/>
                <a:ext cx="65" cy="56"/>
                <a:chOff x="2592" y="2400"/>
                <a:chExt cx="1344" cy="1296"/>
              </a:xfrm>
            </p:grpSpPr>
            <p:sp>
              <p:nvSpPr>
                <p:cNvPr id="22731" name="Line 326"/>
                <p:cNvSpPr/>
                <p:nvPr>
                  <p:custDataLst>
                    <p:tags r:id="rId118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2732" name="Line 327"/>
                <p:cNvSpPr/>
                <p:nvPr>
                  <p:custDataLst>
                    <p:tags r:id="rId119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2733" name="Group 331"/>
              <p:cNvGrpSpPr/>
              <p:nvPr/>
            </p:nvGrpSpPr>
            <p:grpSpPr>
              <a:xfrm>
                <a:off x="1743" y="2738"/>
                <a:ext cx="65" cy="56"/>
                <a:chOff x="2592" y="2400"/>
                <a:chExt cx="1344" cy="1296"/>
              </a:xfrm>
            </p:grpSpPr>
            <p:sp>
              <p:nvSpPr>
                <p:cNvPr id="22734" name="Line 332"/>
                <p:cNvSpPr/>
                <p:nvPr>
                  <p:custDataLst>
                    <p:tags r:id="rId116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2735" name="Line 333"/>
                <p:cNvSpPr/>
                <p:nvPr>
                  <p:custDataLst>
                    <p:tags r:id="rId117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2736" name="Group 366"/>
              <p:cNvGrpSpPr/>
              <p:nvPr/>
            </p:nvGrpSpPr>
            <p:grpSpPr>
              <a:xfrm>
                <a:off x="1376" y="2753"/>
                <a:ext cx="65" cy="56"/>
                <a:chOff x="2592" y="2400"/>
                <a:chExt cx="1344" cy="1296"/>
              </a:xfrm>
            </p:grpSpPr>
            <p:sp>
              <p:nvSpPr>
                <p:cNvPr id="22737" name="Line 367"/>
                <p:cNvSpPr/>
                <p:nvPr>
                  <p:custDataLst>
                    <p:tags r:id="rId114"/>
                  </p:custDataLst>
                </p:nvPr>
              </p:nvSpPr>
              <p:spPr>
                <a:xfrm>
                  <a:off x="2640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2738" name="Line 368"/>
                <p:cNvSpPr/>
                <p:nvPr>
                  <p:custDataLst>
                    <p:tags r:id="rId115"/>
                  </p:custDataLst>
                </p:nvPr>
              </p:nvSpPr>
              <p:spPr>
                <a:xfrm rot="-5404398">
                  <a:off x="2592" y="2400"/>
                  <a:ext cx="1296" cy="1296"/>
                </a:xfrm>
                <a:prstGeom prst="line">
                  <a:avLst/>
                </a:prstGeom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8540" name="WordArt 447"/>
              <p:cNvSpPr>
                <a:spLocks noTextEdit="1"/>
              </p:cNvSpPr>
              <p:nvPr>
                <p:custDataLst>
                  <p:tags r:id="rId112"/>
                </p:custDataLst>
              </p:nvPr>
            </p:nvSpPr>
            <p:spPr>
              <a:xfrm>
                <a:off x="1304" y="2363"/>
                <a:ext cx="171" cy="16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/>
              </a:bodyPr>
              <a:lstStyle/>
              <a:p>
                <a:pPr algn="ctr" fontAlgn="base"/>
                <a:r>
                  <a:rPr lang="zh-CN" altLang="en-US" sz="3600" strike="noStrike" noProof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60</a:t>
                </a:r>
                <a:endParaRPr lang="zh-CN" altLang="en-US" sz="3600" strike="noStrike" noProof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22740" name="Oval 448"/>
              <p:cNvSpPr/>
              <p:nvPr>
                <p:custDataLst>
                  <p:tags r:id="rId113"/>
                </p:custDataLst>
              </p:nvPr>
            </p:nvSpPr>
            <p:spPr>
              <a:xfrm>
                <a:off x="1483" y="2332"/>
                <a:ext cx="50" cy="46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2741" name="Group 518"/>
            <p:cNvGrpSpPr/>
            <p:nvPr/>
          </p:nvGrpSpPr>
          <p:grpSpPr>
            <a:xfrm>
              <a:off x="1903" y="5118"/>
              <a:ext cx="3310" cy="2175"/>
              <a:chOff x="761" y="2047"/>
              <a:chExt cx="1324" cy="870"/>
            </a:xfrm>
          </p:grpSpPr>
          <p:grpSp>
            <p:nvGrpSpPr>
              <p:cNvPr id="22742" name="Group 519"/>
              <p:cNvGrpSpPr/>
              <p:nvPr/>
            </p:nvGrpSpPr>
            <p:grpSpPr>
              <a:xfrm>
                <a:off x="761" y="2047"/>
                <a:ext cx="1324" cy="870"/>
                <a:chOff x="761" y="2047"/>
                <a:chExt cx="1324" cy="870"/>
              </a:xfrm>
            </p:grpSpPr>
            <p:sp>
              <p:nvSpPr>
                <p:cNvPr id="22743" name="Arc 520"/>
                <p:cNvSpPr/>
                <p:nvPr>
                  <p:custDataLst>
                    <p:tags r:id="rId89"/>
                  </p:custDataLst>
                </p:nvPr>
              </p:nvSpPr>
              <p:spPr>
                <a:xfrm>
                  <a:off x="913" y="2047"/>
                  <a:ext cx="975" cy="8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24390" h="21600" fill="none">
                      <a:moveTo>
                        <a:pt x="24389" y="17988"/>
                      </a:moveTo>
                      <a:cubicBezTo>
                        <a:pt x="20846" y="20343"/>
                        <a:pt x="16687" y="21599"/>
                        <a:pt x="12433" y="21600"/>
                      </a:cubicBezTo>
                      <a:cubicBezTo>
                        <a:pt x="7982" y="21600"/>
                        <a:pt x="3639" y="20224"/>
                        <a:pt x="0" y="17662"/>
                      </a:cubicBezTo>
                    </a:path>
                    <a:path w="24390" h="21600" stroke="0">
                      <a:moveTo>
                        <a:pt x="24389" y="17988"/>
                      </a:moveTo>
                      <a:cubicBezTo>
                        <a:pt x="20846" y="20343"/>
                        <a:pt x="16687" y="21599"/>
                        <a:pt x="12433" y="21600"/>
                      </a:cubicBezTo>
                      <a:cubicBezTo>
                        <a:pt x="7982" y="21600"/>
                        <a:pt x="3639" y="20224"/>
                        <a:pt x="0" y="17662"/>
                      </a:cubicBezTo>
                      <a:lnTo>
                        <a:pt x="12433" y="0"/>
                      </a:lnTo>
                      <a:lnTo>
                        <a:pt x="24389" y="17988"/>
                      </a:lnTo>
                      <a:close/>
                    </a:path>
                  </a:pathLst>
                </a:custGeom>
                <a:solidFill>
                  <a:srgbClr val="ADD6FF">
                    <a:alpha val="50194"/>
                  </a:srgb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744" name="Group 521"/>
                <p:cNvGrpSpPr/>
                <p:nvPr/>
              </p:nvGrpSpPr>
              <p:grpSpPr>
                <a:xfrm>
                  <a:off x="761" y="2627"/>
                  <a:ext cx="181" cy="169"/>
                  <a:chOff x="761" y="2627"/>
                  <a:chExt cx="181" cy="169"/>
                </a:xfrm>
              </p:grpSpPr>
              <p:grpSp>
                <p:nvGrpSpPr>
                  <p:cNvPr id="22745" name="Group 522"/>
                  <p:cNvGrpSpPr/>
                  <p:nvPr/>
                </p:nvGrpSpPr>
                <p:grpSpPr>
                  <a:xfrm>
                    <a:off x="761" y="2627"/>
                    <a:ext cx="156" cy="169"/>
                    <a:chOff x="739" y="2648"/>
                    <a:chExt cx="156" cy="169"/>
                  </a:xfrm>
                </p:grpSpPr>
                <p:grpSp>
                  <p:nvGrpSpPr>
                    <p:cNvPr id="22746" name="Group 523"/>
                    <p:cNvGrpSpPr/>
                    <p:nvPr/>
                  </p:nvGrpSpPr>
                  <p:grpSpPr>
                    <a:xfrm>
                      <a:off x="739" y="2653"/>
                      <a:ext cx="156" cy="164"/>
                      <a:chOff x="4217" y="1296"/>
                      <a:chExt cx="156" cy="164"/>
                    </a:xfrm>
                  </p:grpSpPr>
                  <p:sp>
                    <p:nvSpPr>
                      <p:cNvPr id="22747" name="WordArt 524"/>
                      <p:cNvSpPr>
                        <a:spLocks noTextEdit="1"/>
                      </p:cNvSpPr>
                      <p:nvPr>
                        <p:custDataLst>
                          <p:tags r:id="rId98"/>
                        </p:custDataLst>
                      </p:nvPr>
                    </p:nvSpPr>
                    <p:spPr>
                      <a:xfrm>
                        <a:off x="4217" y="1335"/>
                        <a:ext cx="89" cy="125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i="1">
                            <a:ln w="76200" cap="flat" cmpd="sng">
                              <a:solidFill>
                                <a:schemeClr val="bg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a</a:t>
                        </a:r>
                      </a:p>
                    </p:txBody>
                  </p:sp>
                  <p:sp>
                    <p:nvSpPr>
                      <p:cNvPr id="22748" name="Freeform 525"/>
                      <p:cNvSpPr/>
                      <p:nvPr>
                        <p:custDataLst>
                          <p:tags r:id="rId99"/>
                        </p:custDataLst>
                      </p:nvPr>
                    </p:nvSpPr>
                    <p:spPr>
                      <a:xfrm>
                        <a:off x="4334" y="1296"/>
                        <a:ext cx="39" cy="53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0" y="0"/>
                          </a:cxn>
                          <a:cxn ang="0">
                            <a:pos x="0" y="0"/>
                          </a:cxn>
                          <a:cxn ang="0">
                            <a:pos x="0" y="0"/>
                          </a:cxn>
                        </a:cxnLst>
                        <a:rect l="0" t="0" r="0" b="0"/>
                        <a:pathLst>
                          <a:path w="288" h="384">
                            <a:moveTo>
                              <a:pt x="144" y="0"/>
                            </a:moveTo>
                            <a:lnTo>
                              <a:pt x="288" y="96"/>
                            </a:lnTo>
                            <a:lnTo>
                              <a:pt x="0" y="384"/>
                            </a:lnTo>
                            <a:lnTo>
                              <a:pt x="144" y="0"/>
                            </a:lnTo>
                            <a:close/>
                          </a:path>
                        </a:pathLst>
                      </a:custGeom>
                      <a:solidFill>
                        <a:schemeClr val="bg1"/>
                      </a:solidFill>
                      <a:ln w="762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22749" name="Group 526"/>
                    <p:cNvGrpSpPr/>
                    <p:nvPr/>
                  </p:nvGrpSpPr>
                  <p:grpSpPr>
                    <a:xfrm>
                      <a:off x="739" y="2648"/>
                      <a:ext cx="156" cy="164"/>
                      <a:chOff x="4217" y="1296"/>
                      <a:chExt cx="156" cy="164"/>
                    </a:xfrm>
                  </p:grpSpPr>
                  <p:sp>
                    <p:nvSpPr>
                      <p:cNvPr id="22750" name="WordArt 527"/>
                      <p:cNvSpPr>
                        <a:spLocks noTextEdit="1"/>
                      </p:cNvSpPr>
                      <p:nvPr>
                        <p:custDataLst>
                          <p:tags r:id="rId96"/>
                        </p:custDataLst>
                      </p:nvPr>
                    </p:nvSpPr>
                    <p:spPr>
                      <a:xfrm>
                        <a:off x="4217" y="1335"/>
                        <a:ext cx="89" cy="125"/>
                      </a:xfrm>
                      <a:prstGeom prst="rect">
                        <a:avLst/>
                      </a:prstGeom>
                    </p:spPr>
                    <p:txBody>
                      <a:bodyPr wrap="none" fromWordArt="1">
                        <a:prstTxWarp prst="textPlain">
                          <a:avLst>
                            <a:gd name="adj" fmla="val 50000"/>
                          </a:avLst>
                        </a:prstTxWarp>
                        <a:normAutofit/>
                      </a:bodyPr>
                      <a:lstStyle/>
                      <a:p>
                        <a:pPr algn="ctr"/>
                        <a:r>
                          <a:rPr lang="zh-CN" altLang="en-US" sz="3600" i="1">
                            <a:ln w="9525" cap="flat" cmpd="sng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a</a:t>
                        </a:r>
                      </a:p>
                    </p:txBody>
                  </p:sp>
                  <p:sp>
                    <p:nvSpPr>
                      <p:cNvPr id="22751" name="Freeform 528"/>
                      <p:cNvSpPr/>
                      <p:nvPr>
                        <p:custDataLst>
                          <p:tags r:id="rId97"/>
                        </p:custDataLst>
                      </p:nvPr>
                    </p:nvSpPr>
                    <p:spPr>
                      <a:xfrm>
                        <a:off x="4334" y="1296"/>
                        <a:ext cx="39" cy="53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0" y="0"/>
                          </a:cxn>
                          <a:cxn ang="0">
                            <a:pos x="0" y="0"/>
                          </a:cxn>
                          <a:cxn ang="0">
                            <a:pos x="0" y="0"/>
                          </a:cxn>
                        </a:cxnLst>
                        <a:rect l="0" t="0" r="0" b="0"/>
                        <a:pathLst>
                          <a:path w="288" h="384">
                            <a:moveTo>
                              <a:pt x="144" y="0"/>
                            </a:moveTo>
                            <a:lnTo>
                              <a:pt x="288" y="96"/>
                            </a:lnTo>
                            <a:lnTo>
                              <a:pt x="0" y="384"/>
                            </a:lnTo>
                            <a:lnTo>
                              <a:pt x="144" y="0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  <p:sp>
                <p:nvSpPr>
                  <p:cNvPr id="22752" name="Oval 529"/>
                  <p:cNvSpPr/>
                  <p:nvPr>
                    <p:custDataLst>
                      <p:tags r:id="rId95"/>
                    </p:custDataLst>
                  </p:nvPr>
                </p:nvSpPr>
                <p:spPr>
                  <a:xfrm>
                    <a:off x="912" y="2744"/>
                    <a:ext cx="30" cy="31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22753" name="Group 530"/>
                <p:cNvGrpSpPr/>
                <p:nvPr/>
              </p:nvGrpSpPr>
              <p:grpSpPr>
                <a:xfrm>
                  <a:off x="1870" y="2628"/>
                  <a:ext cx="215" cy="185"/>
                  <a:chOff x="1870" y="2628"/>
                  <a:chExt cx="215" cy="185"/>
                </a:xfrm>
              </p:grpSpPr>
              <p:grpSp>
                <p:nvGrpSpPr>
                  <p:cNvPr id="22754" name="Group 531"/>
                  <p:cNvGrpSpPr/>
                  <p:nvPr/>
                </p:nvGrpSpPr>
                <p:grpSpPr>
                  <a:xfrm>
                    <a:off x="1941" y="2631"/>
                    <a:ext cx="135" cy="182"/>
                    <a:chOff x="4384" y="1279"/>
                    <a:chExt cx="135" cy="182"/>
                  </a:xfrm>
                </p:grpSpPr>
                <p:sp>
                  <p:nvSpPr>
                    <p:cNvPr id="22755" name="WordArt 532"/>
                    <p:cNvSpPr>
                      <a:spLocks noTextEdit="1"/>
                    </p:cNvSpPr>
                    <p:nvPr>
                      <p:custDataLst>
                        <p:tags r:id="rId93"/>
                      </p:custDataLst>
                    </p:nvPr>
                  </p:nvSpPr>
                  <p:spPr>
                    <a:xfrm>
                      <a:off x="4384" y="1319"/>
                      <a:ext cx="81" cy="142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76200" cap="flat" cmpd="sng">
                            <a:solidFill>
                              <a:schemeClr val="bg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</a:t>
                      </a:r>
                    </a:p>
                  </p:txBody>
                </p:sp>
                <p:sp>
                  <p:nvSpPr>
                    <p:cNvPr id="22756" name="Freeform 533"/>
                    <p:cNvSpPr/>
                    <p:nvPr>
                      <p:custDataLst>
                        <p:tags r:id="rId94"/>
                      </p:custDataLst>
                    </p:nvPr>
                  </p:nvSpPr>
                  <p:spPr>
                    <a:xfrm>
                      <a:off x="4480" y="1279"/>
                      <a:ext cx="39" cy="53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288" h="384">
                          <a:moveTo>
                            <a:pt x="144" y="0"/>
                          </a:moveTo>
                          <a:lnTo>
                            <a:pt x="288" y="96"/>
                          </a:lnTo>
                          <a:lnTo>
                            <a:pt x="0" y="384"/>
                          </a:lnTo>
                          <a:lnTo>
                            <a:pt x="144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762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22757" name="Group 534"/>
                  <p:cNvGrpSpPr/>
                  <p:nvPr/>
                </p:nvGrpSpPr>
                <p:grpSpPr>
                  <a:xfrm>
                    <a:off x="1950" y="2628"/>
                    <a:ext cx="135" cy="182"/>
                    <a:chOff x="4384" y="1279"/>
                    <a:chExt cx="135" cy="182"/>
                  </a:xfrm>
                </p:grpSpPr>
                <p:sp>
                  <p:nvSpPr>
                    <p:cNvPr id="22758" name="WordArt 535"/>
                    <p:cNvSpPr>
                      <a:spLocks noTextEdit="1"/>
                    </p:cNvSpPr>
                    <p:nvPr>
                      <p:custDataLst>
                        <p:tags r:id="rId91"/>
                      </p:custDataLst>
                    </p:nvPr>
                  </p:nvSpPr>
                  <p:spPr>
                    <a:xfrm>
                      <a:off x="4384" y="1319"/>
                      <a:ext cx="81" cy="142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</a:t>
                      </a:r>
                    </a:p>
                  </p:txBody>
                </p:sp>
                <p:sp>
                  <p:nvSpPr>
                    <p:cNvPr id="22759" name="Freeform 536"/>
                    <p:cNvSpPr/>
                    <p:nvPr>
                      <p:custDataLst>
                        <p:tags r:id="rId92"/>
                      </p:custDataLst>
                    </p:nvPr>
                  </p:nvSpPr>
                  <p:spPr>
                    <a:xfrm>
                      <a:off x="4480" y="1279"/>
                      <a:ext cx="39" cy="53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0" t="0" r="0" b="0"/>
                      <a:pathLst>
                        <a:path w="288" h="384">
                          <a:moveTo>
                            <a:pt x="144" y="0"/>
                          </a:moveTo>
                          <a:lnTo>
                            <a:pt x="288" y="96"/>
                          </a:lnTo>
                          <a:lnTo>
                            <a:pt x="0" y="384"/>
                          </a:lnTo>
                          <a:lnTo>
                            <a:pt x="144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22760" name="Oval 537"/>
                  <p:cNvSpPr/>
                  <p:nvPr>
                    <p:custDataLst>
                      <p:tags r:id="rId90"/>
                    </p:custDataLst>
                  </p:nvPr>
                </p:nvSpPr>
                <p:spPr>
                  <a:xfrm>
                    <a:off x="1870" y="2747"/>
                    <a:ext cx="30" cy="31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22761" name="Group 538"/>
              <p:cNvGrpSpPr/>
              <p:nvPr/>
            </p:nvGrpSpPr>
            <p:grpSpPr>
              <a:xfrm>
                <a:off x="1269" y="2332"/>
                <a:ext cx="265" cy="229"/>
                <a:chOff x="1269" y="2332"/>
                <a:chExt cx="265" cy="229"/>
              </a:xfrm>
            </p:grpSpPr>
            <p:sp>
              <p:nvSpPr>
                <p:cNvPr id="22762" name="Rectangle 539"/>
                <p:cNvSpPr/>
                <p:nvPr>
                  <p:custDataLst>
                    <p:tags r:id="rId86"/>
                  </p:custDataLst>
                </p:nvPr>
              </p:nvSpPr>
              <p:spPr>
                <a:xfrm>
                  <a:off x="1269" y="2344"/>
                  <a:ext cx="265" cy="217"/>
                </a:xfrm>
                <a:prstGeom prst="rect">
                  <a:avLst/>
                </a:prstGeom>
                <a:solidFill>
                  <a:srgbClr val="C3E1FF"/>
                </a:solidFill>
                <a:ln w="9525">
                  <a:noFill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8564" name="WordArt 540"/>
                <p:cNvSpPr>
                  <a:spLocks noTextEdit="1"/>
                </p:cNvSpPr>
                <p:nvPr>
                  <p:custDataLst>
                    <p:tags r:id="rId87"/>
                  </p:custDataLst>
                </p:nvPr>
              </p:nvSpPr>
              <p:spPr>
                <a:xfrm>
                  <a:off x="1304" y="2363"/>
                  <a:ext cx="171" cy="16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/>
                </a:bodyPr>
                <a:lstStyle/>
                <a:p>
                  <a:pPr algn="ctr" fontAlgn="base"/>
                  <a:r>
                    <a:rPr lang="zh-CN" altLang="en-US" sz="3600" strike="noStrike" noProof="1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+mn-cs"/>
                    </a:rPr>
                    <a:t>60</a:t>
                  </a:r>
                  <a:endParaRPr lang="zh-CN" altLang="en-US" sz="3600" strike="noStrike" noProof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2764" name="Oval 541"/>
                <p:cNvSpPr/>
                <p:nvPr>
                  <p:custDataLst>
                    <p:tags r:id="rId88"/>
                  </p:custDataLst>
                </p:nvPr>
              </p:nvSpPr>
              <p:spPr>
                <a:xfrm>
                  <a:off x="1483" y="2332"/>
                  <a:ext cx="50" cy="46"/>
                </a:xfrm>
                <a:prstGeom prst="ellipse">
                  <a:avLst/>
                </a:prstGeom>
                <a:solidFill>
                  <a:srgbClr val="C3E1FF"/>
                </a:solidFill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</p:grpSp>
      <p:grpSp>
        <p:nvGrpSpPr>
          <p:cNvPr id="22765" name="组合 224"/>
          <p:cNvGrpSpPr/>
          <p:nvPr/>
        </p:nvGrpSpPr>
        <p:grpSpPr>
          <a:xfrm>
            <a:off x="1239520" y="1652270"/>
            <a:ext cx="3306763" cy="2403475"/>
            <a:chOff x="2923" y="5947"/>
            <a:chExt cx="5207" cy="3786"/>
          </a:xfrm>
        </p:grpSpPr>
        <p:grpSp>
          <p:nvGrpSpPr>
            <p:cNvPr id="22766" name="组合 110"/>
            <p:cNvGrpSpPr/>
            <p:nvPr/>
          </p:nvGrpSpPr>
          <p:grpSpPr>
            <a:xfrm>
              <a:off x="2923" y="5947"/>
              <a:ext cx="4807" cy="3786"/>
              <a:chOff x="1008" y="2443"/>
              <a:chExt cx="7053" cy="5842"/>
            </a:xfrm>
          </p:grpSpPr>
          <p:grpSp>
            <p:nvGrpSpPr>
              <p:cNvPr id="22767" name="Group 528"/>
              <p:cNvGrpSpPr/>
              <p:nvPr/>
            </p:nvGrpSpPr>
            <p:grpSpPr>
              <a:xfrm>
                <a:off x="1008" y="2443"/>
                <a:ext cx="7053" cy="5842"/>
                <a:chOff x="403" y="977"/>
                <a:chExt cx="2821" cy="2337"/>
              </a:xfrm>
            </p:grpSpPr>
            <p:sp>
              <p:nvSpPr>
                <p:cNvPr id="22768" name="WordArt 10"/>
                <p:cNvSpPr>
                  <a:spLocks noTextEdit="1"/>
                </p:cNvSpPr>
                <p:nvPr>
                  <p:custDataLst>
                    <p:tags r:id="rId10"/>
                  </p:custDataLst>
                </p:nvPr>
              </p:nvSpPr>
              <p:spPr>
                <a:xfrm>
                  <a:off x="1348" y="3004"/>
                  <a:ext cx="78" cy="21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49352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l</a:t>
                  </a:r>
                </a:p>
              </p:txBody>
            </p:sp>
            <p:sp>
              <p:nvSpPr>
                <p:cNvPr id="22769" name="Line 11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1610" y="3122"/>
                  <a:ext cx="478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sp>
              <p:nvSpPr>
                <p:cNvPr id="22770" name="Line 12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713" y="3124"/>
                  <a:ext cx="479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triangle" w="sm" len="lg"/>
                  <a:tailEnd type="none" w="sm" len="lg"/>
                </a:ln>
              </p:spPr>
            </p:sp>
            <p:sp>
              <p:nvSpPr>
                <p:cNvPr id="22771" name="Oval 13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542" y="1164"/>
                  <a:ext cx="1732" cy="1745"/>
                </a:xfrm>
                <a:prstGeom prst="ellipse">
                  <a:avLst/>
                </a:prstGeom>
                <a:solidFill>
                  <a:srgbClr val="EAEAEA"/>
                </a:solidFill>
                <a:ln w="12700" cap="flat" cmpd="sng">
                  <a:solidFill>
                    <a:schemeClr val="accent2"/>
                  </a:solidFill>
                  <a:prstDash val="lgDash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22772" name="Group 14"/>
                <p:cNvGrpSpPr/>
                <p:nvPr/>
              </p:nvGrpSpPr>
              <p:grpSpPr>
                <a:xfrm>
                  <a:off x="652" y="1991"/>
                  <a:ext cx="65" cy="55"/>
                  <a:chOff x="2592" y="2400"/>
                  <a:chExt cx="1344" cy="1296"/>
                </a:xfrm>
              </p:grpSpPr>
              <p:sp>
                <p:nvSpPr>
                  <p:cNvPr id="22773" name="Line 15"/>
                  <p:cNvSpPr/>
                  <p:nvPr>
                    <p:custDataLst>
                      <p:tags r:id="rId84"/>
                    </p:custDataLst>
                  </p:nvPr>
                </p:nvSpPr>
                <p:spPr>
                  <a:xfrm>
                    <a:off x="2640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774" name="Line 16"/>
                  <p:cNvSpPr/>
                  <p:nvPr>
                    <p:custDataLst>
                      <p:tags r:id="rId85"/>
                    </p:custDataLst>
                  </p:nvPr>
                </p:nvSpPr>
                <p:spPr>
                  <a:xfrm rot="-5404398">
                    <a:off x="2592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2775" name="Group 17"/>
                <p:cNvGrpSpPr/>
                <p:nvPr/>
              </p:nvGrpSpPr>
              <p:grpSpPr>
                <a:xfrm>
                  <a:off x="1007" y="2005"/>
                  <a:ext cx="65" cy="56"/>
                  <a:chOff x="2592" y="2400"/>
                  <a:chExt cx="1344" cy="1296"/>
                </a:xfrm>
              </p:grpSpPr>
              <p:sp>
                <p:nvSpPr>
                  <p:cNvPr id="22776" name="Line 18"/>
                  <p:cNvSpPr/>
                  <p:nvPr>
                    <p:custDataLst>
                      <p:tags r:id="rId82"/>
                    </p:custDataLst>
                  </p:nvPr>
                </p:nvSpPr>
                <p:spPr>
                  <a:xfrm>
                    <a:off x="2640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777" name="Line 19"/>
                  <p:cNvSpPr/>
                  <p:nvPr>
                    <p:custDataLst>
                      <p:tags r:id="rId83"/>
                    </p:custDataLst>
                  </p:nvPr>
                </p:nvSpPr>
                <p:spPr>
                  <a:xfrm rot="-5404398">
                    <a:off x="2592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2778" name="Group 20"/>
                <p:cNvGrpSpPr/>
                <p:nvPr/>
              </p:nvGrpSpPr>
              <p:grpSpPr>
                <a:xfrm>
                  <a:off x="1371" y="1260"/>
                  <a:ext cx="65" cy="55"/>
                  <a:chOff x="2592" y="2400"/>
                  <a:chExt cx="1344" cy="1296"/>
                </a:xfrm>
              </p:grpSpPr>
              <p:sp>
                <p:nvSpPr>
                  <p:cNvPr id="22779" name="Line 21"/>
                  <p:cNvSpPr/>
                  <p:nvPr>
                    <p:custDataLst>
                      <p:tags r:id="rId80"/>
                    </p:custDataLst>
                  </p:nvPr>
                </p:nvSpPr>
                <p:spPr>
                  <a:xfrm>
                    <a:off x="2640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780" name="Line 22"/>
                  <p:cNvSpPr/>
                  <p:nvPr>
                    <p:custDataLst>
                      <p:tags r:id="rId81"/>
                    </p:custDataLst>
                  </p:nvPr>
                </p:nvSpPr>
                <p:spPr>
                  <a:xfrm rot="-5404398">
                    <a:off x="2592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2781" name="Group 23"/>
                <p:cNvGrpSpPr/>
                <p:nvPr/>
              </p:nvGrpSpPr>
              <p:grpSpPr>
                <a:xfrm>
                  <a:off x="1732" y="2006"/>
                  <a:ext cx="66" cy="55"/>
                  <a:chOff x="2592" y="2400"/>
                  <a:chExt cx="1344" cy="1296"/>
                </a:xfrm>
              </p:grpSpPr>
              <p:sp>
                <p:nvSpPr>
                  <p:cNvPr id="22782" name="Line 24"/>
                  <p:cNvSpPr/>
                  <p:nvPr>
                    <p:custDataLst>
                      <p:tags r:id="rId78"/>
                    </p:custDataLst>
                  </p:nvPr>
                </p:nvSpPr>
                <p:spPr>
                  <a:xfrm>
                    <a:off x="2640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783" name="Line 25"/>
                  <p:cNvSpPr/>
                  <p:nvPr>
                    <p:custDataLst>
                      <p:tags r:id="rId79"/>
                    </p:custDataLst>
                  </p:nvPr>
                </p:nvSpPr>
                <p:spPr>
                  <a:xfrm rot="-5404398">
                    <a:off x="2592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2784" name="Group 26"/>
                <p:cNvGrpSpPr/>
                <p:nvPr/>
              </p:nvGrpSpPr>
              <p:grpSpPr>
                <a:xfrm>
                  <a:off x="2115" y="2000"/>
                  <a:ext cx="64" cy="56"/>
                  <a:chOff x="2592" y="2400"/>
                  <a:chExt cx="1344" cy="1296"/>
                </a:xfrm>
              </p:grpSpPr>
              <p:sp>
                <p:nvSpPr>
                  <p:cNvPr id="22785" name="Line 27"/>
                  <p:cNvSpPr/>
                  <p:nvPr>
                    <p:custDataLst>
                      <p:tags r:id="rId76"/>
                    </p:custDataLst>
                  </p:nvPr>
                </p:nvSpPr>
                <p:spPr>
                  <a:xfrm>
                    <a:off x="2640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786" name="Line 28"/>
                  <p:cNvSpPr/>
                  <p:nvPr>
                    <p:custDataLst>
                      <p:tags r:id="rId77"/>
                    </p:custDataLst>
                  </p:nvPr>
                </p:nvSpPr>
                <p:spPr>
                  <a:xfrm rot="-5404398">
                    <a:off x="2592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2787" name="Group 29"/>
                <p:cNvGrpSpPr/>
                <p:nvPr/>
              </p:nvGrpSpPr>
              <p:grpSpPr>
                <a:xfrm>
                  <a:off x="996" y="2378"/>
                  <a:ext cx="64" cy="55"/>
                  <a:chOff x="2592" y="2400"/>
                  <a:chExt cx="1344" cy="1296"/>
                </a:xfrm>
              </p:grpSpPr>
              <p:sp>
                <p:nvSpPr>
                  <p:cNvPr id="22788" name="Line 30"/>
                  <p:cNvSpPr/>
                  <p:nvPr>
                    <p:custDataLst>
                      <p:tags r:id="rId74"/>
                    </p:custDataLst>
                  </p:nvPr>
                </p:nvSpPr>
                <p:spPr>
                  <a:xfrm>
                    <a:off x="2640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789" name="Line 31"/>
                  <p:cNvSpPr/>
                  <p:nvPr>
                    <p:custDataLst>
                      <p:tags r:id="rId75"/>
                    </p:custDataLst>
                  </p:nvPr>
                </p:nvSpPr>
                <p:spPr>
                  <a:xfrm rot="-5404398">
                    <a:off x="2592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2790" name="Group 32"/>
                <p:cNvGrpSpPr/>
                <p:nvPr/>
              </p:nvGrpSpPr>
              <p:grpSpPr>
                <a:xfrm>
                  <a:off x="1366" y="1655"/>
                  <a:ext cx="64" cy="56"/>
                  <a:chOff x="2592" y="2400"/>
                  <a:chExt cx="1344" cy="1296"/>
                </a:xfrm>
              </p:grpSpPr>
              <p:sp>
                <p:nvSpPr>
                  <p:cNvPr id="22791" name="Line 33"/>
                  <p:cNvSpPr/>
                  <p:nvPr>
                    <p:custDataLst>
                      <p:tags r:id="rId72"/>
                    </p:custDataLst>
                  </p:nvPr>
                </p:nvSpPr>
                <p:spPr>
                  <a:xfrm>
                    <a:off x="2640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792" name="Line 34"/>
                  <p:cNvSpPr/>
                  <p:nvPr>
                    <p:custDataLst>
                      <p:tags r:id="rId73"/>
                    </p:custDataLst>
                  </p:nvPr>
                </p:nvSpPr>
                <p:spPr>
                  <a:xfrm rot="-5404398">
                    <a:off x="2592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2793" name="Group 35"/>
                <p:cNvGrpSpPr/>
                <p:nvPr/>
              </p:nvGrpSpPr>
              <p:grpSpPr>
                <a:xfrm>
                  <a:off x="1734" y="1654"/>
                  <a:ext cx="64" cy="55"/>
                  <a:chOff x="2592" y="2400"/>
                  <a:chExt cx="1344" cy="1296"/>
                </a:xfrm>
              </p:grpSpPr>
              <p:sp>
                <p:nvSpPr>
                  <p:cNvPr id="22794" name="Line 36"/>
                  <p:cNvSpPr/>
                  <p:nvPr>
                    <p:custDataLst>
                      <p:tags r:id="rId70"/>
                    </p:custDataLst>
                  </p:nvPr>
                </p:nvSpPr>
                <p:spPr>
                  <a:xfrm>
                    <a:off x="2640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795" name="Line 37"/>
                  <p:cNvSpPr/>
                  <p:nvPr>
                    <p:custDataLst>
                      <p:tags r:id="rId71"/>
                    </p:custDataLst>
                  </p:nvPr>
                </p:nvSpPr>
                <p:spPr>
                  <a:xfrm rot="-5404398">
                    <a:off x="2592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2796" name="Group 38"/>
                <p:cNvGrpSpPr/>
                <p:nvPr/>
              </p:nvGrpSpPr>
              <p:grpSpPr>
                <a:xfrm>
                  <a:off x="1001" y="1265"/>
                  <a:ext cx="64" cy="55"/>
                  <a:chOff x="2592" y="2400"/>
                  <a:chExt cx="1344" cy="1296"/>
                </a:xfrm>
              </p:grpSpPr>
              <p:sp>
                <p:nvSpPr>
                  <p:cNvPr id="22797" name="Line 39"/>
                  <p:cNvSpPr/>
                  <p:nvPr>
                    <p:custDataLst>
                      <p:tags r:id="rId68"/>
                    </p:custDataLst>
                  </p:nvPr>
                </p:nvSpPr>
                <p:spPr>
                  <a:xfrm>
                    <a:off x="2640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798" name="Line 40"/>
                  <p:cNvSpPr/>
                  <p:nvPr>
                    <p:custDataLst>
                      <p:tags r:id="rId69"/>
                    </p:custDataLst>
                  </p:nvPr>
                </p:nvSpPr>
                <p:spPr>
                  <a:xfrm rot="-5404398">
                    <a:off x="2592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2799" name="Group 41"/>
                <p:cNvGrpSpPr/>
                <p:nvPr/>
              </p:nvGrpSpPr>
              <p:grpSpPr>
                <a:xfrm>
                  <a:off x="1721" y="1260"/>
                  <a:ext cx="64" cy="55"/>
                  <a:chOff x="2592" y="2400"/>
                  <a:chExt cx="1344" cy="1296"/>
                </a:xfrm>
              </p:grpSpPr>
              <p:sp>
                <p:nvSpPr>
                  <p:cNvPr id="22800" name="Line 42"/>
                  <p:cNvSpPr/>
                  <p:nvPr>
                    <p:custDataLst>
                      <p:tags r:id="rId66"/>
                    </p:custDataLst>
                  </p:nvPr>
                </p:nvSpPr>
                <p:spPr>
                  <a:xfrm>
                    <a:off x="2640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801" name="Line 43"/>
                  <p:cNvSpPr/>
                  <p:nvPr>
                    <p:custDataLst>
                      <p:tags r:id="rId67"/>
                    </p:custDataLst>
                  </p:nvPr>
                </p:nvSpPr>
                <p:spPr>
                  <a:xfrm rot="-5404398">
                    <a:off x="2592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2802" name="Group 44"/>
                <p:cNvGrpSpPr/>
                <p:nvPr/>
              </p:nvGrpSpPr>
              <p:grpSpPr>
                <a:xfrm>
                  <a:off x="991" y="2745"/>
                  <a:ext cx="65" cy="56"/>
                  <a:chOff x="2592" y="2400"/>
                  <a:chExt cx="1344" cy="1296"/>
                </a:xfrm>
              </p:grpSpPr>
              <p:sp>
                <p:nvSpPr>
                  <p:cNvPr id="22803" name="Line 45"/>
                  <p:cNvSpPr/>
                  <p:nvPr>
                    <p:custDataLst>
                      <p:tags r:id="rId64"/>
                    </p:custDataLst>
                  </p:nvPr>
                </p:nvSpPr>
                <p:spPr>
                  <a:xfrm>
                    <a:off x="2640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804" name="Line 46"/>
                  <p:cNvSpPr/>
                  <p:nvPr>
                    <p:custDataLst>
                      <p:tags r:id="rId65"/>
                    </p:custDataLst>
                  </p:nvPr>
                </p:nvSpPr>
                <p:spPr>
                  <a:xfrm rot="-5404398">
                    <a:off x="2592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2805" name="Group 47"/>
                <p:cNvGrpSpPr/>
                <p:nvPr/>
              </p:nvGrpSpPr>
              <p:grpSpPr>
                <a:xfrm>
                  <a:off x="665" y="1647"/>
                  <a:ext cx="64" cy="56"/>
                  <a:chOff x="2592" y="2400"/>
                  <a:chExt cx="1344" cy="1296"/>
                </a:xfrm>
              </p:grpSpPr>
              <p:sp>
                <p:nvSpPr>
                  <p:cNvPr id="22806" name="Line 48"/>
                  <p:cNvSpPr/>
                  <p:nvPr>
                    <p:custDataLst>
                      <p:tags r:id="rId62"/>
                    </p:custDataLst>
                  </p:nvPr>
                </p:nvSpPr>
                <p:spPr>
                  <a:xfrm>
                    <a:off x="2640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807" name="Line 49"/>
                  <p:cNvSpPr/>
                  <p:nvPr>
                    <p:custDataLst>
                      <p:tags r:id="rId63"/>
                    </p:custDataLst>
                  </p:nvPr>
                </p:nvSpPr>
                <p:spPr>
                  <a:xfrm rot="-5404398">
                    <a:off x="2592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2808" name="Group 50"/>
                <p:cNvGrpSpPr/>
                <p:nvPr/>
              </p:nvGrpSpPr>
              <p:grpSpPr>
                <a:xfrm>
                  <a:off x="2100" y="1659"/>
                  <a:ext cx="66" cy="55"/>
                  <a:chOff x="2592" y="2400"/>
                  <a:chExt cx="1344" cy="1296"/>
                </a:xfrm>
              </p:grpSpPr>
              <p:sp>
                <p:nvSpPr>
                  <p:cNvPr id="22809" name="Line 51"/>
                  <p:cNvSpPr/>
                  <p:nvPr>
                    <p:custDataLst>
                      <p:tags r:id="rId60"/>
                    </p:custDataLst>
                  </p:nvPr>
                </p:nvSpPr>
                <p:spPr>
                  <a:xfrm>
                    <a:off x="2640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810" name="Line 52"/>
                  <p:cNvSpPr/>
                  <p:nvPr>
                    <p:custDataLst>
                      <p:tags r:id="rId61"/>
                    </p:custDataLst>
                  </p:nvPr>
                </p:nvSpPr>
                <p:spPr>
                  <a:xfrm rot="-5404398">
                    <a:off x="2592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2811" name="Group 53"/>
                <p:cNvGrpSpPr/>
                <p:nvPr/>
              </p:nvGrpSpPr>
              <p:grpSpPr>
                <a:xfrm>
                  <a:off x="1006" y="1651"/>
                  <a:ext cx="65" cy="55"/>
                  <a:chOff x="2592" y="2400"/>
                  <a:chExt cx="1344" cy="1296"/>
                </a:xfrm>
              </p:grpSpPr>
              <p:sp>
                <p:nvSpPr>
                  <p:cNvPr id="22812" name="Line 54"/>
                  <p:cNvSpPr/>
                  <p:nvPr>
                    <p:custDataLst>
                      <p:tags r:id="rId58"/>
                    </p:custDataLst>
                  </p:nvPr>
                </p:nvSpPr>
                <p:spPr>
                  <a:xfrm>
                    <a:off x="2640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813" name="Line 55"/>
                  <p:cNvSpPr/>
                  <p:nvPr>
                    <p:custDataLst>
                      <p:tags r:id="rId59"/>
                    </p:custDataLst>
                  </p:nvPr>
                </p:nvSpPr>
                <p:spPr>
                  <a:xfrm rot="-5404398">
                    <a:off x="2592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2814" name="WordArt 56"/>
                <p:cNvSpPr>
                  <a:spLocks noTextEdit="1"/>
                </p:cNvSpPr>
                <p:nvPr>
                  <p:custDataLst>
                    <p:tags r:id="rId14"/>
                  </p:custDataLst>
                </p:nvPr>
              </p:nvSpPr>
              <p:spPr>
                <a:xfrm>
                  <a:off x="1399" y="1830"/>
                  <a:ext cx="109" cy="15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800" i="1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0000"/>
                      </a:solidFill>
                      <a:effectLst>
                        <a:outerShdw dist="28398" dir="1593903" algn="ctr" rotWithShape="0">
                          <a:schemeClr val="bg1"/>
                        </a:outerShdw>
                      </a:effectLst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O</a:t>
                  </a:r>
                </a:p>
              </p:txBody>
            </p:sp>
            <p:sp>
              <p:nvSpPr>
                <p:cNvPr id="160" name="WordArt 57"/>
                <p:cNvSpPr>
                  <a:spLocks noTextEdit="1"/>
                </p:cNvSpPr>
                <p:nvPr>
                  <p:custDataLst>
                    <p:tags r:id="rId15"/>
                  </p:custDataLst>
                </p:nvPr>
              </p:nvSpPr>
              <p:spPr>
                <a:xfrm>
                  <a:off x="821" y="2085"/>
                  <a:ext cx="178" cy="16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60000"/>
                </a:bodyPr>
                <a:lstStyle/>
                <a:p>
                  <a:pPr algn="ctr" fontAlgn="base"/>
                  <a:r>
                    <a:rPr lang="zh-CN" altLang="en-US" sz="800" i="1" strike="noStrike" noProof="1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effectLst>
                        <a:outerShdw dist="35921" dir="2699999" algn="ctr" rotWithShape="0">
                          <a:schemeClr val="bg1"/>
                        </a:outerShdw>
                      </a:effectLst>
                      <a:latin typeface="Times New Roman" panose="02020603050405020304" pitchFamily="18" charset="0"/>
                      <a:ea typeface="Times New Roman" panose="02020603050405020304" pitchFamily="18" charset="0"/>
                      <a:cs typeface="+mn-cs"/>
                    </a:rPr>
                    <a:t>R</a:t>
                  </a:r>
                  <a:endParaRPr lang="zh-CN" altLang="en-US" sz="800" i="1" strike="noStrike" noProof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effectLst>
                      <a:outerShdw dist="35921" dir="2699999" algn="ctr" rotWithShape="0">
                        <a:schemeClr val="bg1"/>
                      </a:outerShdw>
                    </a:effectLst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61" name="WordArt 61"/>
                <p:cNvSpPr>
                  <a:spLocks noTextEdit="1"/>
                </p:cNvSpPr>
                <p:nvPr>
                  <p:custDataLst>
                    <p:tags r:id="rId16"/>
                  </p:custDataLst>
                </p:nvPr>
              </p:nvSpPr>
              <p:spPr>
                <a:xfrm>
                  <a:off x="515" y="2533"/>
                  <a:ext cx="118" cy="15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/>
                </a:bodyPr>
                <a:lstStyle/>
                <a:p>
                  <a:pPr algn="ctr" fontAlgn="base"/>
                  <a:r>
                    <a:rPr lang="en-US" altLang="zh-CN" sz="3600" i="1" strike="noStrike" noProof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+mn-cs"/>
                    </a:rPr>
                    <a:t>a</a:t>
                  </a:r>
                  <a:endParaRPr lang="en-US" altLang="zh-CN" sz="3600" i="1" strike="noStrike" noProof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62" name="WordArt 62"/>
                <p:cNvSpPr>
                  <a:spLocks noTextEdit="1"/>
                </p:cNvSpPr>
                <p:nvPr>
                  <p:custDataLst>
                    <p:tags r:id="rId17"/>
                  </p:custDataLst>
                </p:nvPr>
              </p:nvSpPr>
              <p:spPr>
                <a:xfrm>
                  <a:off x="2148" y="2704"/>
                  <a:ext cx="141" cy="16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30000"/>
                </a:bodyPr>
                <a:lstStyle/>
                <a:p>
                  <a:pPr algn="ctr" fontAlgn="base"/>
                  <a:r>
                    <a:rPr lang="en-US" altLang="zh-CN" sz="3600" i="1" strike="noStrike" noProof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+mn-cs"/>
                    </a:rPr>
                    <a:t>b</a:t>
                  </a:r>
                  <a:endParaRPr lang="en-US" altLang="zh-CN" sz="3600" i="1" strike="noStrike" noProof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163" name="WordArt 63"/>
                <p:cNvSpPr>
                  <a:spLocks noTextEdit="1"/>
                </p:cNvSpPr>
                <p:nvPr>
                  <p:custDataLst>
                    <p:tags r:id="rId18"/>
                  </p:custDataLst>
                </p:nvPr>
              </p:nvSpPr>
              <p:spPr>
                <a:xfrm>
                  <a:off x="691" y="1759"/>
                  <a:ext cx="232" cy="17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5991"/>
                    </a:avLst>
                  </a:prstTxWarp>
                  <a:normAutofit fontScale="60000"/>
                </a:bodyPr>
                <a:lstStyle/>
                <a:p>
                  <a:pPr algn="ctr" fontAlgn="base"/>
                  <a:r>
                    <a:rPr lang="zh-CN" altLang="en-US" sz="800" i="1" strike="noStrike" noProof="1">
                      <a:ln w="9525" cap="flat" cmpd="sng">
                        <a:solidFill>
                          <a:schemeClr val="accent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accent2"/>
                      </a:solidFill>
                      <a:effectLst>
                        <a:outerShdw dist="52363" dir="842174" algn="ctr" rotWithShape="0">
                          <a:schemeClr val="bg1"/>
                        </a:outerShdw>
                      </a:effectLst>
                      <a:latin typeface="Times New Roman" panose="02020603050405020304" pitchFamily="18" charset="0"/>
                      <a:ea typeface="Times New Roman" panose="02020603050405020304" pitchFamily="18" charset="0"/>
                      <a:cs typeface="+mn-cs"/>
                    </a:rPr>
                    <a:t>B</a:t>
                  </a:r>
                  <a:endParaRPr lang="zh-CN" altLang="en-US" sz="800" i="1" strike="noStrike" noProof="1">
                    <a:ln w="952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accent2"/>
                    </a:solidFill>
                    <a:effectLst>
                      <a:outerShdw dist="52363" dir="842174" algn="ctr" rotWithShape="0">
                        <a:schemeClr val="bg1"/>
                      </a:outerShdw>
                    </a:effectLst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2819" name="Line 75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692" y="2556"/>
                  <a:ext cx="0" cy="75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2820" name="Line 76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2109" y="2570"/>
                  <a:ext cx="0" cy="70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sp>
            <p:grpSp>
              <p:nvGrpSpPr>
                <p:cNvPr id="22821" name="Group 78"/>
                <p:cNvGrpSpPr/>
                <p:nvPr/>
              </p:nvGrpSpPr>
              <p:grpSpPr>
                <a:xfrm>
                  <a:off x="1728" y="2378"/>
                  <a:ext cx="66" cy="56"/>
                  <a:chOff x="2592" y="2400"/>
                  <a:chExt cx="1344" cy="1296"/>
                </a:xfrm>
              </p:grpSpPr>
              <p:sp>
                <p:nvSpPr>
                  <p:cNvPr id="22822" name="Line 79"/>
                  <p:cNvSpPr/>
                  <p:nvPr>
                    <p:custDataLst>
                      <p:tags r:id="rId56"/>
                    </p:custDataLst>
                  </p:nvPr>
                </p:nvSpPr>
                <p:spPr>
                  <a:xfrm>
                    <a:off x="2640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823" name="Line 80"/>
                  <p:cNvSpPr/>
                  <p:nvPr>
                    <p:custDataLst>
                      <p:tags r:id="rId57"/>
                    </p:custDataLst>
                  </p:nvPr>
                </p:nvSpPr>
                <p:spPr>
                  <a:xfrm rot="-5404398">
                    <a:off x="2592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2824" name="Group 81"/>
                <p:cNvGrpSpPr/>
                <p:nvPr/>
              </p:nvGrpSpPr>
              <p:grpSpPr>
                <a:xfrm>
                  <a:off x="2094" y="2373"/>
                  <a:ext cx="65" cy="56"/>
                  <a:chOff x="2592" y="2400"/>
                  <a:chExt cx="1344" cy="1296"/>
                </a:xfrm>
              </p:grpSpPr>
              <p:sp>
                <p:nvSpPr>
                  <p:cNvPr id="22825" name="Line 82"/>
                  <p:cNvSpPr/>
                  <p:nvPr>
                    <p:custDataLst>
                      <p:tags r:id="rId54"/>
                    </p:custDataLst>
                  </p:nvPr>
                </p:nvSpPr>
                <p:spPr>
                  <a:xfrm>
                    <a:off x="2640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826" name="Line 83"/>
                  <p:cNvSpPr/>
                  <p:nvPr>
                    <p:custDataLst>
                      <p:tags r:id="rId55"/>
                    </p:custDataLst>
                  </p:nvPr>
                </p:nvSpPr>
                <p:spPr>
                  <a:xfrm rot="-5404398">
                    <a:off x="2592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2827" name="Group 84"/>
                <p:cNvGrpSpPr/>
                <p:nvPr/>
              </p:nvGrpSpPr>
              <p:grpSpPr>
                <a:xfrm>
                  <a:off x="659" y="2369"/>
                  <a:ext cx="65" cy="56"/>
                  <a:chOff x="2592" y="2400"/>
                  <a:chExt cx="1344" cy="1296"/>
                </a:xfrm>
              </p:grpSpPr>
              <p:sp>
                <p:nvSpPr>
                  <p:cNvPr id="22828" name="Line 85"/>
                  <p:cNvSpPr/>
                  <p:nvPr>
                    <p:custDataLst>
                      <p:tags r:id="rId52"/>
                    </p:custDataLst>
                  </p:nvPr>
                </p:nvSpPr>
                <p:spPr>
                  <a:xfrm>
                    <a:off x="2640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829" name="Line 86"/>
                  <p:cNvSpPr/>
                  <p:nvPr>
                    <p:custDataLst>
                      <p:tags r:id="rId53"/>
                    </p:custDataLst>
                  </p:nvPr>
                </p:nvSpPr>
                <p:spPr>
                  <a:xfrm rot="-5404398">
                    <a:off x="2592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2830" name="Group 87"/>
                <p:cNvGrpSpPr/>
                <p:nvPr/>
              </p:nvGrpSpPr>
              <p:grpSpPr>
                <a:xfrm>
                  <a:off x="1743" y="2738"/>
                  <a:ext cx="65" cy="56"/>
                  <a:chOff x="2592" y="2400"/>
                  <a:chExt cx="1344" cy="1296"/>
                </a:xfrm>
              </p:grpSpPr>
              <p:sp>
                <p:nvSpPr>
                  <p:cNvPr id="22831" name="Line 88"/>
                  <p:cNvSpPr/>
                  <p:nvPr>
                    <p:custDataLst>
                      <p:tags r:id="rId50"/>
                    </p:custDataLst>
                  </p:nvPr>
                </p:nvSpPr>
                <p:spPr>
                  <a:xfrm>
                    <a:off x="2640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832" name="Line 89"/>
                  <p:cNvSpPr/>
                  <p:nvPr>
                    <p:custDataLst>
                      <p:tags r:id="rId51"/>
                    </p:custDataLst>
                  </p:nvPr>
                </p:nvSpPr>
                <p:spPr>
                  <a:xfrm rot="-5404398">
                    <a:off x="2592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2833" name="Rectangle 58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706" y="2516"/>
                  <a:ext cx="2518" cy="52"/>
                </a:xfrm>
                <a:prstGeom prst="rect">
                  <a:avLst/>
                </a:prstGeom>
                <a:solidFill>
                  <a:srgbClr val="FFCC00"/>
                </a:solidFill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9" name="WordArt 241"/>
                <p:cNvSpPr>
                  <a:spLocks noTextEdit="1"/>
                </p:cNvSpPr>
                <p:nvPr>
                  <p:custDataLst>
                    <p:tags r:id="rId22"/>
                  </p:custDataLst>
                </p:nvPr>
              </p:nvSpPr>
              <p:spPr>
                <a:xfrm>
                  <a:off x="403" y="977"/>
                  <a:ext cx="570" cy="15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/>
                </a:bodyPr>
                <a:lstStyle/>
                <a:p>
                  <a:pPr algn="ctr" fontAlgn="base"/>
                  <a:r>
                    <a:rPr lang="zh-CN" altLang="en-US" sz="3600" b="1" strike="noStrike" noProof="1">
                      <a:ln w="9525" cap="flat" cmpd="sng">
                        <a:solidFill>
                          <a:srgbClr val="0066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66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+mn-cs"/>
                    </a:rPr>
                    <a:t>已知</a:t>
                  </a:r>
                  <a:endParaRPr lang="zh-CN" altLang="en-US" sz="3600" b="1" strike="noStrike" noProof="1">
                    <a:ln w="9525" cap="flat" cmpd="sng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66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22835" name="Group 324"/>
                <p:cNvGrpSpPr/>
                <p:nvPr/>
              </p:nvGrpSpPr>
              <p:grpSpPr>
                <a:xfrm>
                  <a:off x="960" y="1356"/>
                  <a:ext cx="999" cy="277"/>
                  <a:chOff x="960" y="1356"/>
                  <a:chExt cx="999" cy="277"/>
                </a:xfrm>
              </p:grpSpPr>
              <p:grpSp>
                <p:nvGrpSpPr>
                  <p:cNvPr id="22836" name="Group 66"/>
                  <p:cNvGrpSpPr/>
                  <p:nvPr/>
                </p:nvGrpSpPr>
                <p:grpSpPr>
                  <a:xfrm>
                    <a:off x="960" y="1356"/>
                    <a:ext cx="331" cy="277"/>
                    <a:chOff x="1002" y="3145"/>
                    <a:chExt cx="363" cy="555"/>
                  </a:xfrm>
                </p:grpSpPr>
                <p:sp>
                  <p:nvSpPr>
                    <p:cNvPr id="22837" name="WordArt 67"/>
                    <p:cNvSpPr>
                      <a:spLocks noTextEdit="1"/>
                    </p:cNvSpPr>
                    <p:nvPr>
                      <p:custDataLst>
                        <p:tags r:id="rId45"/>
                      </p:custDataLst>
                    </p:nvPr>
                  </p:nvSpPr>
                  <p:spPr>
                    <a:xfrm>
                      <a:off x="1055" y="3466"/>
                      <a:ext cx="97" cy="234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800" b="1">
                          <a:ln w="76200" cap="flat" cmpd="sng">
                            <a:solidFill>
                              <a:schemeClr val="bg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</a:t>
                      </a:r>
                    </a:p>
                  </p:txBody>
                </p:sp>
                <p:sp>
                  <p:nvSpPr>
                    <p:cNvPr id="22838" name="WordArt 68"/>
                    <p:cNvSpPr>
                      <a:spLocks noTextEdit="1"/>
                    </p:cNvSpPr>
                    <p:nvPr>
                      <p:custDataLst>
                        <p:tags r:id="rId46"/>
                      </p:custDataLst>
                    </p:nvPr>
                  </p:nvSpPr>
                  <p:spPr>
                    <a:xfrm>
                      <a:off x="1175" y="3466"/>
                      <a:ext cx="122" cy="233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64495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76200" cap="flat" cmpd="sng">
                            <a:solidFill>
                              <a:schemeClr val="bg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</a:p>
                  </p:txBody>
                </p:sp>
                <p:sp>
                  <p:nvSpPr>
                    <p:cNvPr id="184" name="WordArt 69"/>
                    <p:cNvSpPr>
                      <a:spLocks noTextEdit="1"/>
                    </p:cNvSpPr>
                    <p:nvPr>
                      <p:custDataLst>
                        <p:tags r:id="rId47"/>
                      </p:custDataLst>
                    </p:nvPr>
                  </p:nvSpPr>
                  <p:spPr>
                    <a:xfrm>
                      <a:off x="1110" y="3182"/>
                      <a:ext cx="201" cy="184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5991"/>
                        </a:avLst>
                      </a:prstTxWarp>
                      <a:normAutofit fontScale="25000"/>
                    </a:bodyPr>
                    <a:lstStyle/>
                    <a:p>
                      <a:pPr algn="ctr" fontAlgn="base"/>
                      <a:r>
                        <a:rPr lang="zh-CN" altLang="en-US" sz="800" i="1" strike="noStrike" noProof="1">
                          <a:ln w="76200" cap="flat" cmpd="sng">
                            <a:solidFill>
                              <a:schemeClr val="bg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n-cs"/>
                        </a:rPr>
                        <a:t>B</a:t>
                      </a:r>
                      <a:endParaRPr lang="zh-CN" altLang="en-US" sz="800" i="1" strike="noStrike" noProof="1">
                        <a:ln w="76200" cap="flat" cmpd="sng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2840" name="WordArt 70"/>
                    <p:cNvSpPr>
                      <a:spLocks noTextEdit="1"/>
                    </p:cNvSpPr>
                    <p:nvPr>
                      <p:custDataLst>
                        <p:tags r:id="rId48"/>
                      </p:custDataLst>
                    </p:nvPr>
                  </p:nvSpPr>
                  <p:spPr>
                    <a:xfrm>
                      <a:off x="1040" y="3145"/>
                      <a:ext cx="97" cy="234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800" b="1">
                          <a:ln w="76200" cap="flat" cmpd="sng">
                            <a:solidFill>
                              <a:schemeClr val="bg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</a:t>
                      </a:r>
                    </a:p>
                  </p:txBody>
                </p:sp>
                <p:sp>
                  <p:nvSpPr>
                    <p:cNvPr id="22841" name="Line 71"/>
                    <p:cNvSpPr/>
                    <p:nvPr>
                      <p:custDataLst>
                        <p:tags r:id="rId49"/>
                      </p:custDataLst>
                    </p:nvPr>
                  </p:nvSpPr>
                  <p:spPr>
                    <a:xfrm flipV="1">
                      <a:off x="1002" y="3424"/>
                      <a:ext cx="363" cy="0"/>
                    </a:xfrm>
                    <a:prstGeom prst="line">
                      <a:avLst/>
                    </a:prstGeom>
                    <a:ln w="762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2842" name="WordArt 73"/>
                  <p:cNvSpPr>
                    <a:spLocks noTextEdit="1"/>
                  </p:cNvSpPr>
                  <p:nvPr>
                    <p:custDataLst>
                      <p:tags r:id="rId40"/>
                    </p:custDataLst>
                  </p:nvPr>
                </p:nvSpPr>
                <p:spPr>
                  <a:xfrm>
                    <a:off x="1867" y="1417"/>
                    <a:ext cx="92" cy="153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76200" cap="flat" cmpd="sng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0</a:t>
                    </a:r>
                  </a:p>
                </p:txBody>
              </p:sp>
              <p:grpSp>
                <p:nvGrpSpPr>
                  <p:cNvPr id="22843" name="Group 319"/>
                  <p:cNvGrpSpPr/>
                  <p:nvPr/>
                </p:nvGrpSpPr>
                <p:grpSpPr>
                  <a:xfrm>
                    <a:off x="1331" y="1461"/>
                    <a:ext cx="151" cy="53"/>
                    <a:chOff x="1260" y="2371"/>
                    <a:chExt cx="151" cy="53"/>
                  </a:xfrm>
                </p:grpSpPr>
                <p:sp>
                  <p:nvSpPr>
                    <p:cNvPr id="22844" name="Line 320"/>
                    <p:cNvSpPr/>
                    <p:nvPr>
                      <p:custDataLst>
                        <p:tags r:id="rId43"/>
                      </p:custDataLst>
                    </p:nvPr>
                  </p:nvSpPr>
                  <p:spPr>
                    <a:xfrm>
                      <a:off x="1260" y="2371"/>
                      <a:ext cx="151" cy="0"/>
                    </a:xfrm>
                    <a:prstGeom prst="line">
                      <a:avLst/>
                    </a:prstGeom>
                    <a:ln w="762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2845" name="Line 321"/>
                    <p:cNvSpPr/>
                    <p:nvPr>
                      <p:custDataLst>
                        <p:tags r:id="rId44"/>
                      </p:custDataLst>
                    </p:nvPr>
                  </p:nvSpPr>
                  <p:spPr>
                    <a:xfrm>
                      <a:off x="1260" y="2424"/>
                      <a:ext cx="151" cy="0"/>
                    </a:xfrm>
                    <a:prstGeom prst="line">
                      <a:avLst/>
                    </a:prstGeom>
                    <a:ln w="762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2846" name="WordArt 322"/>
                  <p:cNvSpPr>
                    <a:spLocks noTextEdit="1"/>
                  </p:cNvSpPr>
                  <p:nvPr>
                    <p:custDataLst>
                      <p:tags r:id="rId41"/>
                    </p:custDataLst>
                  </p:nvPr>
                </p:nvSpPr>
                <p:spPr>
                  <a:xfrm>
                    <a:off x="1512" y="1394"/>
                    <a:ext cx="156" cy="194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200" i="1">
                        <a:ln w="76200" cap="flat" cmpd="sng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k</a:t>
                    </a:r>
                  </a:p>
                </p:txBody>
              </p:sp>
              <p:sp>
                <p:nvSpPr>
                  <p:cNvPr id="22847" name="Freeform 323"/>
                  <p:cNvSpPr/>
                  <p:nvPr>
                    <p:custDataLst>
                      <p:tags r:id="rId42"/>
                    </p:custDataLst>
                  </p:nvPr>
                </p:nvSpPr>
                <p:spPr>
                  <a:xfrm>
                    <a:off x="1722" y="1446"/>
                    <a:ext cx="114" cy="104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14" y="52"/>
                      </a:cxn>
                      <a:cxn ang="0">
                        <a:pos x="2" y="104"/>
                      </a:cxn>
                    </a:cxnLst>
                    <a:rect l="0" t="0" r="0" b="0"/>
                    <a:pathLst>
                      <a:path w="114" h="104">
                        <a:moveTo>
                          <a:pt x="0" y="0"/>
                        </a:moveTo>
                        <a:lnTo>
                          <a:pt x="114" y="52"/>
                        </a:lnTo>
                        <a:lnTo>
                          <a:pt x="2" y="104"/>
                        </a:lnTo>
                      </a:path>
                    </a:pathLst>
                  </a:custGeom>
                  <a:solidFill>
                    <a:schemeClr val="bg1"/>
                  </a:solidFill>
                  <a:ln w="7620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2848" name="Group 325"/>
                <p:cNvGrpSpPr/>
                <p:nvPr/>
              </p:nvGrpSpPr>
              <p:grpSpPr>
                <a:xfrm>
                  <a:off x="960" y="1360"/>
                  <a:ext cx="999" cy="277"/>
                  <a:chOff x="960" y="1356"/>
                  <a:chExt cx="999" cy="277"/>
                </a:xfrm>
              </p:grpSpPr>
              <p:grpSp>
                <p:nvGrpSpPr>
                  <p:cNvPr id="22849" name="Group 326"/>
                  <p:cNvGrpSpPr/>
                  <p:nvPr/>
                </p:nvGrpSpPr>
                <p:grpSpPr>
                  <a:xfrm>
                    <a:off x="960" y="1356"/>
                    <a:ext cx="331" cy="277"/>
                    <a:chOff x="1002" y="3145"/>
                    <a:chExt cx="363" cy="555"/>
                  </a:xfrm>
                </p:grpSpPr>
                <p:sp>
                  <p:nvSpPr>
                    <p:cNvPr id="22850" name="WordArt 327"/>
                    <p:cNvSpPr>
                      <a:spLocks noTextEdit="1"/>
                    </p:cNvSpPr>
                    <p:nvPr>
                      <p:custDataLst>
                        <p:tags r:id="rId35"/>
                      </p:custDataLst>
                    </p:nvPr>
                  </p:nvSpPr>
                  <p:spPr>
                    <a:xfrm>
                      <a:off x="1055" y="3466"/>
                      <a:ext cx="97" cy="234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800" b="1">
                          <a:ln w="9525" cap="flat" cmpd="sng">
                            <a:solidFill>
                              <a:schemeClr val="accent2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</a:t>
                      </a:r>
                    </a:p>
                  </p:txBody>
                </p:sp>
                <p:sp>
                  <p:nvSpPr>
                    <p:cNvPr id="22851" name="WordArt 328"/>
                    <p:cNvSpPr>
                      <a:spLocks noTextEdit="1"/>
                    </p:cNvSpPr>
                    <p:nvPr>
                      <p:custDataLst>
                        <p:tags r:id="rId36"/>
                      </p:custDataLst>
                    </p:nvPr>
                  </p:nvSpPr>
                  <p:spPr>
                    <a:xfrm>
                      <a:off x="1175" y="3466"/>
                      <a:ext cx="122" cy="233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64495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3600" i="1">
                          <a:ln w="9525" cap="flat" cmpd="sng">
                            <a:solidFill>
                              <a:schemeClr val="accent2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</a:t>
                      </a:r>
                    </a:p>
                  </p:txBody>
                </p:sp>
                <p:sp>
                  <p:nvSpPr>
                    <p:cNvPr id="197" name="WordArt 329"/>
                    <p:cNvSpPr>
                      <a:spLocks noTextEdit="1"/>
                    </p:cNvSpPr>
                    <p:nvPr>
                      <p:custDataLst>
                        <p:tags r:id="rId37"/>
                      </p:custDataLst>
                    </p:nvPr>
                  </p:nvSpPr>
                  <p:spPr>
                    <a:xfrm>
                      <a:off x="1110" y="3182"/>
                      <a:ext cx="201" cy="184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5991"/>
                        </a:avLst>
                      </a:prstTxWarp>
                      <a:normAutofit fontScale="25000"/>
                    </a:bodyPr>
                    <a:lstStyle/>
                    <a:p>
                      <a:pPr algn="ctr" fontAlgn="base"/>
                      <a:r>
                        <a:rPr lang="zh-CN" altLang="en-US" sz="800" i="1" strike="noStrike" noProof="1">
                          <a:ln w="9525" cap="flat" cmpd="sng">
                            <a:solidFill>
                              <a:schemeClr val="accent2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n-cs"/>
                        </a:rPr>
                        <a:t>B</a:t>
                      </a:r>
                      <a:endParaRPr lang="zh-CN" altLang="en-US" sz="800" i="1" strike="noStrike" noProof="1">
                        <a:ln w="9525" cap="flat" cmpd="sng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2853" name="WordArt 330"/>
                    <p:cNvSpPr>
                      <a:spLocks noTextEdit="1"/>
                    </p:cNvSpPr>
                    <p:nvPr>
                      <p:custDataLst>
                        <p:tags r:id="rId38"/>
                      </p:custDataLst>
                    </p:nvPr>
                  </p:nvSpPr>
                  <p:spPr>
                    <a:xfrm>
                      <a:off x="1040" y="3145"/>
                      <a:ext cx="97" cy="234"/>
                    </a:xfrm>
                    <a:prstGeom prst="rect">
                      <a:avLst/>
                    </a:prstGeom>
                  </p:spPr>
                  <p:txBody>
                    <a:bodyPr wrap="none" fromWordArt="1">
                      <a:prstTxWarp prst="textPlain">
                        <a:avLst>
                          <a:gd name="adj" fmla="val 50000"/>
                        </a:avLst>
                      </a:prstTxWarp>
                      <a:normAutofit/>
                    </a:bodyPr>
                    <a:lstStyle/>
                    <a:p>
                      <a:pPr algn="ctr"/>
                      <a:r>
                        <a:rPr lang="zh-CN" altLang="en-US" sz="1800" b="1">
                          <a:ln w="9525" cap="flat" cmpd="sng">
                            <a:solidFill>
                              <a:schemeClr val="accent2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</a:t>
                      </a:r>
                    </a:p>
                  </p:txBody>
                </p:sp>
                <p:sp>
                  <p:nvSpPr>
                    <p:cNvPr id="22854" name="Line 331"/>
                    <p:cNvSpPr/>
                    <p:nvPr>
                      <p:custDataLst>
                        <p:tags r:id="rId39"/>
                      </p:custDataLst>
                    </p:nvPr>
                  </p:nvSpPr>
                  <p:spPr>
                    <a:xfrm flipV="1">
                      <a:off x="1002" y="3424"/>
                      <a:ext cx="363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2855" name="WordArt 332"/>
                  <p:cNvSpPr>
                    <a:spLocks noTextEdit="1"/>
                  </p:cNvSpPr>
                  <p:nvPr>
                    <p:custDataLst>
                      <p:tags r:id="rId30"/>
                    </p:custDataLst>
                  </p:nvPr>
                </p:nvSpPr>
                <p:spPr>
                  <a:xfrm>
                    <a:off x="1867" y="1417"/>
                    <a:ext cx="92" cy="153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0</a:t>
                    </a:r>
                  </a:p>
                </p:txBody>
              </p:sp>
              <p:grpSp>
                <p:nvGrpSpPr>
                  <p:cNvPr id="22856" name="Group 333"/>
                  <p:cNvGrpSpPr/>
                  <p:nvPr/>
                </p:nvGrpSpPr>
                <p:grpSpPr>
                  <a:xfrm>
                    <a:off x="1331" y="1461"/>
                    <a:ext cx="151" cy="53"/>
                    <a:chOff x="1260" y="2371"/>
                    <a:chExt cx="151" cy="53"/>
                  </a:xfrm>
                </p:grpSpPr>
                <p:sp>
                  <p:nvSpPr>
                    <p:cNvPr id="22857" name="Line 334"/>
                    <p:cNvSpPr/>
                    <p:nvPr>
                      <p:custDataLst>
                        <p:tags r:id="rId33"/>
                      </p:custDataLst>
                    </p:nvPr>
                  </p:nvSpPr>
                  <p:spPr>
                    <a:xfrm>
                      <a:off x="1260" y="2371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2858" name="Line 335"/>
                    <p:cNvSpPr/>
                    <p:nvPr>
                      <p:custDataLst>
                        <p:tags r:id="rId34"/>
                      </p:custDataLst>
                    </p:nvPr>
                  </p:nvSpPr>
                  <p:spPr>
                    <a:xfrm>
                      <a:off x="1260" y="2424"/>
                      <a:ext cx="15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2859" name="WordArt 336"/>
                  <p:cNvSpPr>
                    <a:spLocks noTextEdit="1"/>
                  </p:cNvSpPr>
                  <p:nvPr>
                    <p:custDataLst>
                      <p:tags r:id="rId31"/>
                    </p:custDataLst>
                  </p:nvPr>
                </p:nvSpPr>
                <p:spPr>
                  <a:xfrm>
                    <a:off x="1512" y="1394"/>
                    <a:ext cx="156" cy="194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1200" i="1"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k</a:t>
                    </a:r>
                  </a:p>
                </p:txBody>
              </p:sp>
              <p:sp>
                <p:nvSpPr>
                  <p:cNvPr id="22860" name="Freeform 337"/>
                  <p:cNvSpPr/>
                  <p:nvPr>
                    <p:custDataLst>
                      <p:tags r:id="rId32"/>
                    </p:custDataLst>
                  </p:nvPr>
                </p:nvSpPr>
                <p:spPr>
                  <a:xfrm>
                    <a:off x="1722" y="1446"/>
                    <a:ext cx="114" cy="104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14" y="52"/>
                      </a:cxn>
                      <a:cxn ang="0">
                        <a:pos x="2" y="104"/>
                      </a:cxn>
                    </a:cxnLst>
                    <a:rect l="0" t="0" r="0" b="0"/>
                    <a:pathLst>
                      <a:path w="114" h="104">
                        <a:moveTo>
                          <a:pt x="0" y="0"/>
                        </a:moveTo>
                        <a:lnTo>
                          <a:pt x="114" y="52"/>
                        </a:lnTo>
                        <a:lnTo>
                          <a:pt x="2" y="104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2861" name="Line 518"/>
                <p:cNvSpPr/>
                <p:nvPr>
                  <p:custDataLst>
                    <p:tags r:id="rId23"/>
                  </p:custDataLst>
                </p:nvPr>
              </p:nvSpPr>
              <p:spPr>
                <a:xfrm flipH="1">
                  <a:off x="680" y="2036"/>
                  <a:ext cx="723" cy="49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sp>
            <p:grpSp>
              <p:nvGrpSpPr>
                <p:cNvPr id="22862" name="Group 519"/>
                <p:cNvGrpSpPr/>
                <p:nvPr/>
              </p:nvGrpSpPr>
              <p:grpSpPr>
                <a:xfrm>
                  <a:off x="1365" y="2386"/>
                  <a:ext cx="66" cy="55"/>
                  <a:chOff x="2592" y="2400"/>
                  <a:chExt cx="1344" cy="1296"/>
                </a:xfrm>
              </p:grpSpPr>
              <p:sp>
                <p:nvSpPr>
                  <p:cNvPr id="22863" name="Line 520"/>
                  <p:cNvSpPr/>
                  <p:nvPr>
                    <p:custDataLst>
                      <p:tags r:id="rId28"/>
                    </p:custDataLst>
                  </p:nvPr>
                </p:nvSpPr>
                <p:spPr>
                  <a:xfrm>
                    <a:off x="2640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864" name="Line 521"/>
                  <p:cNvSpPr/>
                  <p:nvPr>
                    <p:custDataLst>
                      <p:tags r:id="rId29"/>
                    </p:custDataLst>
                  </p:nvPr>
                </p:nvSpPr>
                <p:spPr>
                  <a:xfrm rot="-5404398">
                    <a:off x="2592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2865" name="Group 522"/>
                <p:cNvGrpSpPr/>
                <p:nvPr/>
              </p:nvGrpSpPr>
              <p:grpSpPr>
                <a:xfrm>
                  <a:off x="1376" y="2753"/>
                  <a:ext cx="65" cy="56"/>
                  <a:chOff x="2592" y="2400"/>
                  <a:chExt cx="1344" cy="1296"/>
                </a:xfrm>
              </p:grpSpPr>
              <p:sp>
                <p:nvSpPr>
                  <p:cNvPr id="22866" name="Line 523"/>
                  <p:cNvSpPr/>
                  <p:nvPr>
                    <p:custDataLst>
                      <p:tags r:id="rId26"/>
                    </p:custDataLst>
                  </p:nvPr>
                </p:nvSpPr>
                <p:spPr>
                  <a:xfrm>
                    <a:off x="2640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867" name="Line 524"/>
                  <p:cNvSpPr/>
                  <p:nvPr>
                    <p:custDataLst>
                      <p:tags r:id="rId27"/>
                    </p:custDataLst>
                  </p:nvPr>
                </p:nvSpPr>
                <p:spPr>
                  <a:xfrm rot="-5404398">
                    <a:off x="2592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2868" name="Group 525"/>
                <p:cNvGrpSpPr/>
                <p:nvPr/>
              </p:nvGrpSpPr>
              <p:grpSpPr>
                <a:xfrm>
                  <a:off x="1383" y="2006"/>
                  <a:ext cx="65" cy="56"/>
                  <a:chOff x="2592" y="2400"/>
                  <a:chExt cx="1344" cy="1296"/>
                </a:xfrm>
              </p:grpSpPr>
              <p:sp>
                <p:nvSpPr>
                  <p:cNvPr id="22869" name="Line 526"/>
                  <p:cNvSpPr/>
                  <p:nvPr>
                    <p:custDataLst>
                      <p:tags r:id="rId24"/>
                    </p:custDataLst>
                  </p:nvPr>
                </p:nvSpPr>
                <p:spPr>
                  <a:xfrm>
                    <a:off x="2640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870" name="Line 527"/>
                  <p:cNvSpPr/>
                  <p:nvPr>
                    <p:custDataLst>
                      <p:tags r:id="rId25"/>
                    </p:custDataLst>
                  </p:nvPr>
                </p:nvSpPr>
                <p:spPr>
                  <a:xfrm rot="-5404398">
                    <a:off x="2592" y="2400"/>
                    <a:ext cx="1296" cy="1296"/>
                  </a:xfrm>
                  <a:prstGeom prst="line">
                    <a:avLst/>
                  </a:prstGeom>
                  <a:ln w="28575" cap="flat" cmpd="sng">
                    <a:solidFill>
                      <a:schemeClr val="accent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22871" name="Group 530"/>
              <p:cNvGrpSpPr/>
              <p:nvPr/>
            </p:nvGrpSpPr>
            <p:grpSpPr>
              <a:xfrm>
                <a:off x="3090" y="5101"/>
                <a:ext cx="410" cy="1465"/>
                <a:chOff x="1236" y="2040"/>
                <a:chExt cx="164" cy="586"/>
              </a:xfrm>
            </p:grpSpPr>
            <p:sp>
              <p:nvSpPr>
                <p:cNvPr id="22872" name="Line 534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1400" y="2040"/>
                  <a:ext cx="0" cy="58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2873" name="WordArt 535"/>
                <p:cNvSpPr>
                  <a:spLocks noTextEdit="1"/>
                </p:cNvSpPr>
                <p:nvPr>
                  <p:custDataLst>
                    <p:tags r:id="rId9"/>
                  </p:custDataLst>
                </p:nvPr>
              </p:nvSpPr>
              <p:spPr>
                <a:xfrm>
                  <a:off x="1236" y="2203"/>
                  <a:ext cx="110" cy="1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effectLst>
                        <a:outerShdw dist="45791" dir="2021404" algn="ctr" rotWithShape="0">
                          <a:schemeClr val="bg1"/>
                        </a:outerShdw>
                      </a:effectLst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h</a:t>
                  </a:r>
                </a:p>
              </p:txBody>
            </p:sp>
          </p:grpSp>
        </p:grpSp>
        <p:sp>
          <p:nvSpPr>
            <p:cNvPr id="22874" name="Line 518"/>
            <p:cNvSpPr/>
            <p:nvPr>
              <p:custDataLst>
                <p:tags r:id="rId4"/>
              </p:custDataLst>
            </p:nvPr>
          </p:nvSpPr>
          <p:spPr>
            <a:xfrm>
              <a:off x="4628" y="7669"/>
              <a:ext cx="1186" cy="77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2875" name="Line 518"/>
            <p:cNvSpPr/>
            <p:nvPr>
              <p:custDataLst>
                <p:tags r:id="rId5"/>
              </p:custDataLst>
            </p:nvPr>
          </p:nvSpPr>
          <p:spPr>
            <a:xfrm>
              <a:off x="4628" y="7679"/>
              <a:ext cx="3138" cy="74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22876" name="对象 28"/>
            <p:cNvGraphicFramePr/>
            <p:nvPr>
              <p:custDataLst>
                <p:tags r:id="rId6"/>
              </p:custDataLst>
            </p:nvPr>
          </p:nvGraphicFramePr>
          <p:xfrm>
            <a:off x="5510" y="7932"/>
            <a:ext cx="330" cy="3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75" imgW="127000" imgH="177165" progId="Equation.3">
                    <p:embed/>
                  </p:oleObj>
                </mc:Choice>
                <mc:Fallback>
                  <p:oleObj r:id="rId175" imgW="127000" imgH="177165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176"/>
                        <a:stretch>
                          <a:fillRect/>
                        </a:stretch>
                      </p:blipFill>
                      <p:spPr>
                        <a:xfrm>
                          <a:off x="5510" y="7932"/>
                          <a:ext cx="330" cy="36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877" name="对象 28"/>
            <p:cNvGraphicFramePr/>
            <p:nvPr>
              <p:custDataLst>
                <p:tags r:id="rId7"/>
              </p:custDataLst>
            </p:nvPr>
          </p:nvGraphicFramePr>
          <p:xfrm>
            <a:off x="7518" y="8528"/>
            <a:ext cx="612" cy="4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77" imgW="114300" imgH="139700" progId="Equation.3">
                    <p:embed/>
                  </p:oleObj>
                </mc:Choice>
                <mc:Fallback>
                  <p:oleObj r:id="rId177" imgW="114300" imgH="139700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178"/>
                        <a:stretch>
                          <a:fillRect/>
                        </a:stretch>
                      </p:blipFill>
                      <p:spPr>
                        <a:xfrm>
                          <a:off x="7518" y="8528"/>
                          <a:ext cx="612" cy="4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4" name="弧形 223"/>
            <p:cNvSpPr/>
            <p:nvPr/>
          </p:nvSpPr>
          <p:spPr>
            <a:xfrm rot="600000">
              <a:off x="5242" y="7846"/>
              <a:ext cx="245" cy="282"/>
            </a:xfrm>
            <a:prstGeom prst="arc">
              <a:avLst>
                <a:gd name="adj1" fmla="val 16200000"/>
                <a:gd name="adj2" fmla="val 6054215"/>
              </a:avLst>
            </a:prstGeom>
            <a:ln w="12700" cmpd="sng">
              <a:solidFill>
                <a:srgbClr val="0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</p:grpSp>
      <p:graphicFrame>
        <p:nvGraphicFramePr>
          <p:cNvPr id="22879" name="对象 28"/>
          <p:cNvGraphicFramePr/>
          <p:nvPr>
            <p:custDataLst>
              <p:tags r:id="rId2"/>
            </p:custDataLst>
          </p:nvPr>
        </p:nvGraphicFramePr>
        <p:xfrm>
          <a:off x="7092315" y="411163"/>
          <a:ext cx="3937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9" imgW="215900" imgH="228600" progId="Equation.3">
                  <p:embed/>
                </p:oleObj>
              </mc:Choice>
              <mc:Fallback>
                <p:oleObj r:id="rId179" imgW="215900" imgH="2286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80"/>
                      <a:stretch>
                        <a:fillRect/>
                      </a:stretch>
                    </p:blipFill>
                    <p:spPr>
                      <a:xfrm>
                        <a:off x="7092315" y="411163"/>
                        <a:ext cx="393700" cy="454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80" name="对象 28"/>
          <p:cNvGraphicFramePr/>
          <p:nvPr>
            <p:custDataLst>
              <p:tags r:id="rId3"/>
            </p:custDataLst>
          </p:nvPr>
        </p:nvGraphicFramePr>
        <p:xfrm>
          <a:off x="7740333" y="420688"/>
          <a:ext cx="331787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1" imgW="215900" imgH="228600" progId="Equation.3">
                  <p:embed/>
                </p:oleObj>
              </mc:Choice>
              <mc:Fallback>
                <p:oleObj r:id="rId181" imgW="215900" imgH="2286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82"/>
                      <a:stretch>
                        <a:fillRect/>
                      </a:stretch>
                    </p:blipFill>
                    <p:spPr>
                      <a:xfrm>
                        <a:off x="7740333" y="420688"/>
                        <a:ext cx="331787" cy="454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1" name="Picture 2" descr="IMAGE001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39750" y="908685"/>
            <a:ext cx="8072120" cy="30054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ext Box 2"/>
          <p:cNvSpPr txBox="1"/>
          <p:nvPr/>
        </p:nvSpPr>
        <p:spPr>
          <a:xfrm>
            <a:off x="381000" y="3124200"/>
            <a:ext cx="3505200" cy="32559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1506" name="Picture 3" descr="IMAGE00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223" y="2852738"/>
            <a:ext cx="4953000" cy="3270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7" name="Picture 4" descr="IMAGE0007"/>
          <p:cNvPicPr>
            <a:picLocks noChangeAspect="1"/>
          </p:cNvPicPr>
          <p:nvPr/>
        </p:nvPicPr>
        <p:blipFill>
          <a:blip r:embed="rId3"/>
          <a:srcRect l="3146" t="22597" r="3250" b="9435"/>
          <a:stretch>
            <a:fillRect/>
          </a:stretch>
        </p:blipFill>
        <p:spPr>
          <a:xfrm>
            <a:off x="287338" y="790575"/>
            <a:ext cx="8559800" cy="1701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08" name="Text Box 5"/>
          <p:cNvSpPr txBox="1"/>
          <p:nvPr/>
        </p:nvSpPr>
        <p:spPr>
          <a:xfrm>
            <a:off x="7793038" y="4529138"/>
            <a:ext cx="3111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文本框 3"/>
          <p:cNvSpPr txBox="1"/>
          <p:nvPr/>
        </p:nvSpPr>
        <p:spPr>
          <a:xfrm>
            <a:off x="541338" y="188913"/>
            <a:ext cx="79803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各节必须记住的基本概念、定律、定理和公式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84120" y="765175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400" b="1" noProof="1">
                <a:ln w="952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自感  互感 磁场能量</a:t>
            </a:r>
            <a:endParaRPr lang="zh-CN" altLang="en-US" sz="2400" b="1" noProof="1">
              <a:ln w="952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CC0000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44035" name="Rectangle 15"/>
          <p:cNvSpPr/>
          <p:nvPr/>
        </p:nvSpPr>
        <p:spPr>
          <a:xfrm>
            <a:off x="115888" y="1238250"/>
            <a:ext cx="8461375" cy="119856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lstStyle/>
          <a:p>
            <a:pPr defTabSz="762000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CC0000"/>
                </a:solidFill>
                <a:latin typeface="Verdana" panose="020B0604030504040204" pitchFamily="34" charset="0"/>
                <a:ea typeface="楷体_GB2312" pitchFamily="49" charset="-122"/>
              </a:rPr>
              <a:t>自感现象</a:t>
            </a:r>
            <a:r>
              <a:rPr lang="en-US" altLang="zh-CN" sz="2400" b="1" dirty="0">
                <a:solidFill>
                  <a:srgbClr val="CC0000"/>
                </a:solidFill>
                <a:latin typeface="Verdana" panose="020B0604030504040204" pitchFamily="34" charset="0"/>
                <a:ea typeface="楷体_GB2312" pitchFamily="49" charset="-122"/>
              </a:rPr>
              <a:t>: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由于电路中的电流变化， 而在自己的线路中产生感应电流的现象叫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自感现象。</a:t>
            </a:r>
          </a:p>
        </p:txBody>
      </p:sp>
      <p:grpSp>
        <p:nvGrpSpPr>
          <p:cNvPr id="3" name="Group 109"/>
          <p:cNvGrpSpPr/>
          <p:nvPr/>
        </p:nvGrpSpPr>
        <p:grpSpPr>
          <a:xfrm>
            <a:off x="541338" y="2555875"/>
            <a:ext cx="3576637" cy="460375"/>
            <a:chOff x="359" y="2691"/>
            <a:chExt cx="2253" cy="290"/>
          </a:xfrm>
        </p:grpSpPr>
        <p:graphicFrame>
          <p:nvGraphicFramePr>
            <p:cNvPr id="44037" name="Object 2"/>
            <p:cNvGraphicFramePr>
              <a:graphicFrameLocks noChangeAspect="1"/>
            </p:cNvGraphicFramePr>
            <p:nvPr/>
          </p:nvGraphicFramePr>
          <p:xfrm>
            <a:off x="1900" y="2709"/>
            <a:ext cx="712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482600" imgH="165100" progId="Equation.3">
                    <p:embed/>
                  </p:oleObj>
                </mc:Choice>
                <mc:Fallback>
                  <p:oleObj r:id="rId2" imgW="482600" imgH="165100" progId="Equation.3">
                    <p:embed/>
                    <p:pic>
                      <p:nvPicPr>
                        <p:cNvPr id="0" name="图片 3217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900" y="2709"/>
                          <a:ext cx="712" cy="25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38" name="Text Box 18"/>
            <p:cNvSpPr txBox="1"/>
            <p:nvPr/>
          </p:nvSpPr>
          <p:spPr>
            <a:xfrm>
              <a:off x="359" y="2691"/>
              <a:ext cx="1541" cy="29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回路中的磁通为</a:t>
              </a:r>
            </a:p>
          </p:txBody>
        </p:sp>
      </p:grpSp>
      <p:grpSp>
        <p:nvGrpSpPr>
          <p:cNvPr id="4" name="Group 121"/>
          <p:cNvGrpSpPr/>
          <p:nvPr/>
        </p:nvGrpSpPr>
        <p:grpSpPr>
          <a:xfrm>
            <a:off x="285750" y="3298825"/>
            <a:ext cx="6148388" cy="1355725"/>
            <a:chOff x="181" y="3379"/>
            <a:chExt cx="3873" cy="854"/>
          </a:xfrm>
        </p:grpSpPr>
        <p:graphicFrame>
          <p:nvGraphicFramePr>
            <p:cNvPr id="44040" name="Object 20"/>
            <p:cNvGraphicFramePr/>
            <p:nvPr/>
          </p:nvGraphicFramePr>
          <p:xfrm>
            <a:off x="1611" y="3734"/>
            <a:ext cx="748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571500" imgH="520700" progId="Equation.3">
                    <p:embed/>
                  </p:oleObj>
                </mc:Choice>
                <mc:Fallback>
                  <p:oleObj r:id="rId4" imgW="571500" imgH="520700" progId="Equation.3">
                    <p:embed/>
                    <p:pic>
                      <p:nvPicPr>
                        <p:cNvPr id="0" name="图片 3215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  <a:lum bright="-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611" y="3734"/>
                          <a:ext cx="748" cy="499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41" name="Text Box 22"/>
            <p:cNvSpPr txBox="1"/>
            <p:nvPr/>
          </p:nvSpPr>
          <p:spPr>
            <a:xfrm>
              <a:off x="181" y="3385"/>
              <a:ext cx="3873" cy="29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CC0000"/>
                  </a:solidFill>
                  <a:latin typeface="Verdana" panose="020B0604030504040204" pitchFamily="34" charset="0"/>
                  <a:ea typeface="楷体_GB2312" pitchFamily="49" charset="-122"/>
                </a:rPr>
                <a:t>自感系数：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比例系数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为该回路的自感系数</a:t>
              </a:r>
            </a:p>
          </p:txBody>
        </p:sp>
        <p:graphicFrame>
          <p:nvGraphicFramePr>
            <p:cNvPr id="44042" name="Object 99"/>
            <p:cNvGraphicFramePr>
              <a:graphicFrameLocks noChangeAspect="1"/>
            </p:cNvGraphicFramePr>
            <p:nvPr/>
          </p:nvGraphicFramePr>
          <p:xfrm>
            <a:off x="1984" y="3379"/>
            <a:ext cx="278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52400" imgH="165100" progId="Equation.3">
                    <p:embed/>
                  </p:oleObj>
                </mc:Choice>
                <mc:Fallback>
                  <p:oleObj r:id="rId6" imgW="152400" imgH="165100" progId="Equation.3">
                    <p:embed/>
                    <p:pic>
                      <p:nvPicPr>
                        <p:cNvPr id="0" name="图片 3216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984" y="3379"/>
                          <a:ext cx="278" cy="30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4043" name="Group 104"/>
          <p:cNvGrpSpPr/>
          <p:nvPr/>
        </p:nvGrpSpPr>
        <p:grpSpPr>
          <a:xfrm>
            <a:off x="6956425" y="1968500"/>
            <a:ext cx="2120900" cy="2124075"/>
            <a:chOff x="3356" y="935"/>
            <a:chExt cx="1662" cy="1667"/>
          </a:xfrm>
        </p:grpSpPr>
        <p:grpSp>
          <p:nvGrpSpPr>
            <p:cNvPr id="44044" name="Group 91"/>
            <p:cNvGrpSpPr/>
            <p:nvPr/>
          </p:nvGrpSpPr>
          <p:grpSpPr>
            <a:xfrm>
              <a:off x="3901" y="998"/>
              <a:ext cx="793" cy="1559"/>
              <a:chOff x="3901" y="998"/>
              <a:chExt cx="793" cy="1559"/>
            </a:xfrm>
          </p:grpSpPr>
          <p:grpSp>
            <p:nvGrpSpPr>
              <p:cNvPr id="44045" name="Group 60"/>
              <p:cNvGrpSpPr/>
              <p:nvPr/>
            </p:nvGrpSpPr>
            <p:grpSpPr>
              <a:xfrm>
                <a:off x="4142" y="2065"/>
                <a:ext cx="265" cy="155"/>
                <a:chOff x="1442" y="2853"/>
                <a:chExt cx="381" cy="212"/>
              </a:xfrm>
            </p:grpSpPr>
            <p:sp>
              <p:nvSpPr>
                <p:cNvPr id="44046" name="WordArt 61"/>
                <p:cNvSpPr>
                  <a:spLocks noTextEdit="1"/>
                </p:cNvSpPr>
                <p:nvPr/>
              </p:nvSpPr>
              <p:spPr>
                <a:xfrm>
                  <a:off x="1442" y="2871"/>
                  <a:ext cx="153" cy="17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tx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N</a:t>
                  </a:r>
                </a:p>
              </p:txBody>
            </p:sp>
            <p:sp>
              <p:nvSpPr>
                <p:cNvPr id="44047" name="WordArt 62"/>
                <p:cNvSpPr>
                  <a:spLocks noTextEdit="1"/>
                </p:cNvSpPr>
                <p:nvPr/>
              </p:nvSpPr>
              <p:spPr>
                <a:xfrm>
                  <a:off x="1618" y="2853"/>
                  <a:ext cx="205" cy="21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>
                      <a:ln w="9525" cap="flat" cmpd="sng">
                        <a:solidFill>
                          <a:schemeClr val="tx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2"/>
                      </a:solidFill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匝</a:t>
                  </a:r>
                </a:p>
              </p:txBody>
            </p:sp>
          </p:grpSp>
          <p:sp>
            <p:nvSpPr>
              <p:cNvPr id="44048" name="Arc 64"/>
              <p:cNvSpPr/>
              <p:nvPr/>
            </p:nvSpPr>
            <p:spPr>
              <a:xfrm>
                <a:off x="4010" y="1006"/>
                <a:ext cx="182" cy="619"/>
              </a:xfrm>
              <a:custGeom>
                <a:avLst/>
                <a:gdLst/>
                <a:ahLst/>
                <a:cxnLst>
                  <a:cxn ang="0">
                    <a:pos x="4" y="619"/>
                  </a:cxn>
                  <a:cxn ang="0">
                    <a:pos x="182" y="8"/>
                  </a:cxn>
                  <a:cxn ang="0">
                    <a:pos x="155" y="505"/>
                  </a:cxn>
                </a:cxnLst>
                <a:rect l="0" t="0" r="0" b="0"/>
                <a:pathLst>
                  <a:path w="25422" h="26489" fill="none">
                    <a:moveTo>
                      <a:pt x="560" y="26489"/>
                    </a:moveTo>
                    <a:cubicBezTo>
                      <a:pt x="188" y="24886"/>
                      <a:pt x="0" y="23245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81" y="-1"/>
                      <a:pt x="24160" y="114"/>
                      <a:pt x="25422" y="340"/>
                    </a:cubicBezTo>
                  </a:path>
                  <a:path w="25422" h="26489" stroke="0">
                    <a:moveTo>
                      <a:pt x="560" y="26489"/>
                    </a:moveTo>
                    <a:cubicBezTo>
                      <a:pt x="188" y="24886"/>
                      <a:pt x="0" y="23245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81" y="-1"/>
                      <a:pt x="24160" y="114"/>
                      <a:pt x="25422" y="340"/>
                    </a:cubicBezTo>
                    <a:lnTo>
                      <a:pt x="21600" y="21600"/>
                    </a:lnTo>
                    <a:lnTo>
                      <a:pt x="560" y="26489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45791" dir="2021404" algn="ctr" rotWithShape="0">
                  <a:schemeClr val="tx2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49" name="Line 65"/>
              <p:cNvSpPr/>
              <p:nvPr/>
            </p:nvSpPr>
            <p:spPr>
              <a:xfrm>
                <a:off x="4014" y="1607"/>
                <a:ext cx="0" cy="950"/>
              </a:xfrm>
              <a:prstGeom prst="line">
                <a:avLst/>
              </a:prstGeom>
              <a:ln w="381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56796" dir="1593903" algn="ctr" rotWithShape="0">
                  <a:schemeClr val="tx2"/>
                </a:outerShdw>
              </a:effectLst>
            </p:spPr>
          </p:sp>
          <p:sp>
            <p:nvSpPr>
              <p:cNvPr id="44050" name="Arc 66"/>
              <p:cNvSpPr/>
              <p:nvPr/>
            </p:nvSpPr>
            <p:spPr>
              <a:xfrm>
                <a:off x="4046" y="998"/>
                <a:ext cx="182" cy="1008"/>
              </a:xfrm>
              <a:custGeom>
                <a:avLst/>
                <a:gdLst/>
                <a:ahLst/>
                <a:cxnLst>
                  <a:cxn ang="0">
                    <a:pos x="180" y="1001"/>
                  </a:cxn>
                  <a:cxn ang="0">
                    <a:pos x="182" y="8"/>
                  </a:cxn>
                  <a:cxn ang="0">
                    <a:pos x="155" y="504"/>
                  </a:cxn>
                </a:cxnLst>
                <a:rect l="0" t="0" r="0" b="0"/>
                <a:pathLst>
                  <a:path w="25422" h="43200" fill="none">
                    <a:moveTo>
                      <a:pt x="25104" y="42913"/>
                    </a:moveTo>
                    <a:cubicBezTo>
                      <a:pt x="23946" y="43104"/>
                      <a:pt x="22774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81" y="-1"/>
                      <a:pt x="24160" y="114"/>
                      <a:pt x="25422" y="340"/>
                    </a:cubicBezTo>
                  </a:path>
                  <a:path w="25422" h="43200" stroke="0">
                    <a:moveTo>
                      <a:pt x="25104" y="42913"/>
                    </a:moveTo>
                    <a:cubicBezTo>
                      <a:pt x="23946" y="43104"/>
                      <a:pt x="22774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81" y="-1"/>
                      <a:pt x="24160" y="114"/>
                      <a:pt x="25422" y="340"/>
                    </a:cubicBezTo>
                    <a:lnTo>
                      <a:pt x="21600" y="21600"/>
                    </a:lnTo>
                    <a:lnTo>
                      <a:pt x="25104" y="42913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45791" dir="2021404" algn="ctr" rotWithShape="0">
                  <a:schemeClr val="tx2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51" name="Arc 67"/>
              <p:cNvSpPr/>
              <p:nvPr/>
            </p:nvSpPr>
            <p:spPr>
              <a:xfrm>
                <a:off x="4080" y="999"/>
                <a:ext cx="198" cy="1009"/>
              </a:xfrm>
              <a:custGeom>
                <a:avLst/>
                <a:gdLst/>
                <a:ahLst/>
                <a:cxnLst>
                  <a:cxn ang="0">
                    <a:pos x="198" y="988"/>
                  </a:cxn>
                  <a:cxn ang="0">
                    <a:pos x="182" y="8"/>
                  </a:cxn>
                  <a:cxn ang="0">
                    <a:pos x="154" y="505"/>
                  </a:cxn>
                </a:cxnLst>
                <a:rect l="0" t="0" r="0" b="0"/>
                <a:pathLst>
                  <a:path w="27711" h="43200" fill="none">
                    <a:moveTo>
                      <a:pt x="27710" y="42317"/>
                    </a:moveTo>
                    <a:cubicBezTo>
                      <a:pt x="25726" y="42902"/>
                      <a:pt x="23668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81" y="-1"/>
                      <a:pt x="24160" y="114"/>
                      <a:pt x="25422" y="340"/>
                    </a:cubicBezTo>
                  </a:path>
                  <a:path w="27711" h="43200" stroke="0">
                    <a:moveTo>
                      <a:pt x="27710" y="42317"/>
                    </a:moveTo>
                    <a:cubicBezTo>
                      <a:pt x="25726" y="42902"/>
                      <a:pt x="23668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81" y="-1"/>
                      <a:pt x="24160" y="114"/>
                      <a:pt x="25422" y="340"/>
                    </a:cubicBezTo>
                    <a:lnTo>
                      <a:pt x="21600" y="21600"/>
                    </a:lnTo>
                    <a:lnTo>
                      <a:pt x="27710" y="42317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45791" dir="2021404" algn="ctr" rotWithShape="0">
                  <a:schemeClr val="tx2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52" name="Arc 68"/>
              <p:cNvSpPr/>
              <p:nvPr/>
            </p:nvSpPr>
            <p:spPr>
              <a:xfrm>
                <a:off x="4114" y="1000"/>
                <a:ext cx="197" cy="1008"/>
              </a:xfrm>
              <a:custGeom>
                <a:avLst/>
                <a:gdLst/>
                <a:ahLst/>
                <a:cxnLst>
                  <a:cxn ang="0">
                    <a:pos x="197" y="987"/>
                  </a:cxn>
                  <a:cxn ang="0">
                    <a:pos x="181" y="8"/>
                  </a:cxn>
                  <a:cxn ang="0">
                    <a:pos x="154" y="504"/>
                  </a:cxn>
                </a:cxnLst>
                <a:rect l="0" t="0" r="0" b="0"/>
                <a:pathLst>
                  <a:path w="27711" h="43200" fill="none">
                    <a:moveTo>
                      <a:pt x="27710" y="42317"/>
                    </a:moveTo>
                    <a:cubicBezTo>
                      <a:pt x="25726" y="42902"/>
                      <a:pt x="23668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81" y="-1"/>
                      <a:pt x="24160" y="114"/>
                      <a:pt x="25422" y="340"/>
                    </a:cubicBezTo>
                  </a:path>
                  <a:path w="27711" h="43200" stroke="0">
                    <a:moveTo>
                      <a:pt x="27710" y="42317"/>
                    </a:moveTo>
                    <a:cubicBezTo>
                      <a:pt x="25726" y="42902"/>
                      <a:pt x="23668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81" y="-1"/>
                      <a:pt x="24160" y="114"/>
                      <a:pt x="25422" y="340"/>
                    </a:cubicBezTo>
                    <a:lnTo>
                      <a:pt x="21600" y="21600"/>
                    </a:lnTo>
                    <a:lnTo>
                      <a:pt x="27710" y="42317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45791" dir="2021404" algn="ctr" rotWithShape="0">
                  <a:schemeClr val="tx2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53" name="Arc 69"/>
              <p:cNvSpPr/>
              <p:nvPr/>
            </p:nvSpPr>
            <p:spPr>
              <a:xfrm>
                <a:off x="4145" y="1001"/>
                <a:ext cx="197" cy="1009"/>
              </a:xfrm>
              <a:custGeom>
                <a:avLst/>
                <a:gdLst/>
                <a:ahLst/>
                <a:cxnLst>
                  <a:cxn ang="0">
                    <a:pos x="197" y="988"/>
                  </a:cxn>
                  <a:cxn ang="0">
                    <a:pos x="181" y="8"/>
                  </a:cxn>
                  <a:cxn ang="0">
                    <a:pos x="154" y="505"/>
                  </a:cxn>
                </a:cxnLst>
                <a:rect l="0" t="0" r="0" b="0"/>
                <a:pathLst>
                  <a:path w="27711" h="43200" fill="none">
                    <a:moveTo>
                      <a:pt x="27710" y="42317"/>
                    </a:moveTo>
                    <a:cubicBezTo>
                      <a:pt x="25726" y="42902"/>
                      <a:pt x="23668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81" y="-1"/>
                      <a:pt x="24160" y="114"/>
                      <a:pt x="25422" y="340"/>
                    </a:cubicBezTo>
                  </a:path>
                  <a:path w="27711" h="43200" stroke="0">
                    <a:moveTo>
                      <a:pt x="27710" y="42317"/>
                    </a:moveTo>
                    <a:cubicBezTo>
                      <a:pt x="25726" y="42902"/>
                      <a:pt x="23668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81" y="-1"/>
                      <a:pt x="24160" y="114"/>
                      <a:pt x="25422" y="340"/>
                    </a:cubicBezTo>
                    <a:lnTo>
                      <a:pt x="21600" y="21600"/>
                    </a:lnTo>
                    <a:lnTo>
                      <a:pt x="27710" y="42317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45791" dir="2021404" algn="ctr" rotWithShape="0">
                  <a:schemeClr val="tx2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54" name="Arc 70"/>
              <p:cNvSpPr/>
              <p:nvPr/>
            </p:nvSpPr>
            <p:spPr>
              <a:xfrm>
                <a:off x="4183" y="1001"/>
                <a:ext cx="197" cy="1009"/>
              </a:xfrm>
              <a:custGeom>
                <a:avLst/>
                <a:gdLst/>
                <a:ahLst/>
                <a:cxnLst>
                  <a:cxn ang="0">
                    <a:pos x="197" y="988"/>
                  </a:cxn>
                  <a:cxn ang="0">
                    <a:pos x="181" y="8"/>
                  </a:cxn>
                  <a:cxn ang="0">
                    <a:pos x="154" y="505"/>
                  </a:cxn>
                </a:cxnLst>
                <a:rect l="0" t="0" r="0" b="0"/>
                <a:pathLst>
                  <a:path w="27711" h="43200" fill="none">
                    <a:moveTo>
                      <a:pt x="27710" y="42317"/>
                    </a:moveTo>
                    <a:cubicBezTo>
                      <a:pt x="25726" y="42902"/>
                      <a:pt x="23668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81" y="-1"/>
                      <a:pt x="24160" y="114"/>
                      <a:pt x="25422" y="340"/>
                    </a:cubicBezTo>
                  </a:path>
                  <a:path w="27711" h="43200" stroke="0">
                    <a:moveTo>
                      <a:pt x="27710" y="42317"/>
                    </a:moveTo>
                    <a:cubicBezTo>
                      <a:pt x="25726" y="42902"/>
                      <a:pt x="23668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81" y="-1"/>
                      <a:pt x="24160" y="114"/>
                      <a:pt x="25422" y="340"/>
                    </a:cubicBezTo>
                    <a:lnTo>
                      <a:pt x="21600" y="21600"/>
                    </a:lnTo>
                    <a:lnTo>
                      <a:pt x="27710" y="42317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45791" dir="2021404" algn="ctr" rotWithShape="0">
                  <a:schemeClr val="tx2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55" name="Arc 71"/>
              <p:cNvSpPr/>
              <p:nvPr/>
            </p:nvSpPr>
            <p:spPr>
              <a:xfrm>
                <a:off x="4217" y="1005"/>
                <a:ext cx="197" cy="1008"/>
              </a:xfrm>
              <a:custGeom>
                <a:avLst/>
                <a:gdLst/>
                <a:ahLst/>
                <a:cxnLst>
                  <a:cxn ang="0">
                    <a:pos x="197" y="987"/>
                  </a:cxn>
                  <a:cxn ang="0">
                    <a:pos x="181" y="8"/>
                  </a:cxn>
                  <a:cxn ang="0">
                    <a:pos x="154" y="504"/>
                  </a:cxn>
                </a:cxnLst>
                <a:rect l="0" t="0" r="0" b="0"/>
                <a:pathLst>
                  <a:path w="27711" h="43200" fill="none">
                    <a:moveTo>
                      <a:pt x="27710" y="42317"/>
                    </a:moveTo>
                    <a:cubicBezTo>
                      <a:pt x="25726" y="42902"/>
                      <a:pt x="23668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81" y="-1"/>
                      <a:pt x="24160" y="114"/>
                      <a:pt x="25422" y="340"/>
                    </a:cubicBezTo>
                  </a:path>
                  <a:path w="27711" h="43200" stroke="0">
                    <a:moveTo>
                      <a:pt x="27710" y="42317"/>
                    </a:moveTo>
                    <a:cubicBezTo>
                      <a:pt x="25726" y="42902"/>
                      <a:pt x="23668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81" y="-1"/>
                      <a:pt x="24160" y="114"/>
                      <a:pt x="25422" y="340"/>
                    </a:cubicBezTo>
                    <a:lnTo>
                      <a:pt x="21600" y="21600"/>
                    </a:lnTo>
                    <a:lnTo>
                      <a:pt x="27710" y="42317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45791" dir="2021404" algn="ctr" rotWithShape="0">
                  <a:schemeClr val="tx2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56" name="Arc 72"/>
              <p:cNvSpPr/>
              <p:nvPr/>
            </p:nvSpPr>
            <p:spPr>
              <a:xfrm>
                <a:off x="4253" y="1008"/>
                <a:ext cx="220" cy="1008"/>
              </a:xfrm>
              <a:custGeom>
                <a:avLst/>
                <a:gdLst/>
                <a:ahLst/>
                <a:cxnLst>
                  <a:cxn ang="0">
                    <a:pos x="220" y="960"/>
                  </a:cxn>
                  <a:cxn ang="0">
                    <a:pos x="200" y="23"/>
                  </a:cxn>
                  <a:cxn ang="0">
                    <a:pos x="154" y="504"/>
                  </a:cxn>
                </a:cxnLst>
                <a:rect l="0" t="0" r="0" b="0"/>
                <a:pathLst>
                  <a:path w="30844" h="43200" fill="none">
                    <a:moveTo>
                      <a:pt x="30843" y="41121"/>
                    </a:moveTo>
                    <a:cubicBezTo>
                      <a:pt x="27954" y="42490"/>
                      <a:pt x="24797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3780" y="-1"/>
                      <a:pt x="25948" y="330"/>
                      <a:pt x="28029" y="979"/>
                    </a:cubicBezTo>
                  </a:path>
                  <a:path w="30844" h="43200" stroke="0">
                    <a:moveTo>
                      <a:pt x="30843" y="41121"/>
                    </a:moveTo>
                    <a:cubicBezTo>
                      <a:pt x="27954" y="42490"/>
                      <a:pt x="24797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3780" y="-1"/>
                      <a:pt x="25948" y="330"/>
                      <a:pt x="28029" y="979"/>
                    </a:cubicBezTo>
                    <a:lnTo>
                      <a:pt x="21600" y="21600"/>
                    </a:lnTo>
                    <a:lnTo>
                      <a:pt x="30843" y="41121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45791" dir="2021404" algn="ctr" rotWithShape="0">
                  <a:schemeClr val="tx2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57" name="Line 73"/>
              <p:cNvSpPr/>
              <p:nvPr/>
            </p:nvSpPr>
            <p:spPr>
              <a:xfrm>
                <a:off x="4443" y="1016"/>
                <a:ext cx="28" cy="13"/>
              </a:xfrm>
              <a:prstGeom prst="line">
                <a:avLst/>
              </a:prstGeom>
              <a:ln w="381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4058" name="Line 75"/>
              <p:cNvSpPr/>
              <p:nvPr/>
            </p:nvSpPr>
            <p:spPr>
              <a:xfrm>
                <a:off x="4507" y="1991"/>
                <a:ext cx="0" cy="556"/>
              </a:xfrm>
              <a:prstGeom prst="line">
                <a:avLst/>
              </a:prstGeom>
              <a:ln w="381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35921" dir="2699999" algn="ctr" rotWithShape="0">
                  <a:schemeClr val="tx2"/>
                </a:outerShdw>
              </a:effectLst>
            </p:spPr>
          </p:sp>
          <p:sp>
            <p:nvSpPr>
              <p:cNvPr id="44059" name="Line 79"/>
              <p:cNvSpPr/>
              <p:nvPr/>
            </p:nvSpPr>
            <p:spPr>
              <a:xfrm flipV="1">
                <a:off x="4525" y="2316"/>
                <a:ext cx="0" cy="80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triangle" w="sm" len="lg"/>
                <a:tailEnd type="none" w="med" len="med"/>
              </a:ln>
            </p:spPr>
          </p:sp>
          <p:sp>
            <p:nvSpPr>
              <p:cNvPr id="44060" name="Line 80"/>
              <p:cNvSpPr/>
              <p:nvPr/>
            </p:nvSpPr>
            <p:spPr>
              <a:xfrm>
                <a:off x="4038" y="2244"/>
                <a:ext cx="0" cy="81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triangle" w="sm" len="lg"/>
                <a:tailEnd type="none" w="med" len="med"/>
              </a:ln>
            </p:spPr>
          </p:sp>
          <p:sp>
            <p:nvSpPr>
              <p:cNvPr id="44061" name="Arc 82"/>
              <p:cNvSpPr/>
              <p:nvPr/>
            </p:nvSpPr>
            <p:spPr>
              <a:xfrm rot="1347597">
                <a:off x="4157" y="1054"/>
                <a:ext cx="537" cy="91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548" h="21040" fill="none">
                    <a:moveTo>
                      <a:pt x="4887" y="0"/>
                    </a:moveTo>
                    <a:cubicBezTo>
                      <a:pt x="14128" y="2147"/>
                      <a:pt x="20887" y="10072"/>
                      <a:pt x="21547" y="19536"/>
                    </a:cubicBezTo>
                  </a:path>
                  <a:path w="21548" h="21040" stroke="0">
                    <a:moveTo>
                      <a:pt x="4887" y="0"/>
                    </a:moveTo>
                    <a:cubicBezTo>
                      <a:pt x="14128" y="2147"/>
                      <a:pt x="20887" y="10072"/>
                      <a:pt x="21547" y="19536"/>
                    </a:cubicBezTo>
                    <a:lnTo>
                      <a:pt x="0" y="21040"/>
                    </a:lnTo>
                    <a:lnTo>
                      <a:pt x="4887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62" name="Arc 83"/>
              <p:cNvSpPr/>
              <p:nvPr/>
            </p:nvSpPr>
            <p:spPr>
              <a:xfrm rot="1347597">
                <a:off x="4101" y="1050"/>
                <a:ext cx="537" cy="91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548" h="21040" fill="none">
                    <a:moveTo>
                      <a:pt x="4887" y="0"/>
                    </a:moveTo>
                    <a:cubicBezTo>
                      <a:pt x="14128" y="2147"/>
                      <a:pt x="20887" y="10072"/>
                      <a:pt x="21547" y="19536"/>
                    </a:cubicBezTo>
                  </a:path>
                  <a:path w="21548" h="21040" stroke="0">
                    <a:moveTo>
                      <a:pt x="4887" y="0"/>
                    </a:moveTo>
                    <a:cubicBezTo>
                      <a:pt x="14128" y="2147"/>
                      <a:pt x="20887" y="10072"/>
                      <a:pt x="21547" y="19536"/>
                    </a:cubicBezTo>
                    <a:lnTo>
                      <a:pt x="0" y="21040"/>
                    </a:lnTo>
                    <a:lnTo>
                      <a:pt x="4887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63" name="Arc 84"/>
              <p:cNvSpPr/>
              <p:nvPr/>
            </p:nvSpPr>
            <p:spPr>
              <a:xfrm rot="1151367">
                <a:off x="4042" y="1058"/>
                <a:ext cx="538" cy="92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548" h="20281" fill="none">
                    <a:moveTo>
                      <a:pt x="7431" y="-1"/>
                    </a:moveTo>
                    <a:cubicBezTo>
                      <a:pt x="15426" y="2929"/>
                      <a:pt x="20954" y="10282"/>
                      <a:pt x="21547" y="18777"/>
                    </a:cubicBezTo>
                  </a:path>
                  <a:path w="21548" h="20281" stroke="0">
                    <a:moveTo>
                      <a:pt x="7431" y="-1"/>
                    </a:moveTo>
                    <a:cubicBezTo>
                      <a:pt x="15426" y="2929"/>
                      <a:pt x="20954" y="10282"/>
                      <a:pt x="21547" y="18777"/>
                    </a:cubicBezTo>
                    <a:lnTo>
                      <a:pt x="0" y="20281"/>
                    </a:lnTo>
                    <a:lnTo>
                      <a:pt x="7431" y="-1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64" name="Line 85"/>
              <p:cNvSpPr/>
              <p:nvPr/>
            </p:nvSpPr>
            <p:spPr>
              <a:xfrm>
                <a:off x="4524" y="1962"/>
                <a:ext cx="0" cy="5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4065" name="Arc 86"/>
              <p:cNvSpPr/>
              <p:nvPr/>
            </p:nvSpPr>
            <p:spPr>
              <a:xfrm rot="1151367">
                <a:off x="3944" y="1107"/>
                <a:ext cx="532" cy="93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293" h="19061" fill="none">
                    <a:moveTo>
                      <a:pt x="10160" y="0"/>
                    </a:moveTo>
                    <a:cubicBezTo>
                      <a:pt x="16058" y="3144"/>
                      <a:pt x="20169" y="8841"/>
                      <a:pt x="21292" y="15430"/>
                    </a:cubicBezTo>
                  </a:path>
                  <a:path w="21293" h="19061" stroke="0">
                    <a:moveTo>
                      <a:pt x="10160" y="0"/>
                    </a:moveTo>
                    <a:cubicBezTo>
                      <a:pt x="16058" y="3144"/>
                      <a:pt x="20169" y="8841"/>
                      <a:pt x="21292" y="15430"/>
                    </a:cubicBezTo>
                    <a:lnTo>
                      <a:pt x="0" y="19061"/>
                    </a:lnTo>
                    <a:lnTo>
                      <a:pt x="10160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66" name="Arc 87"/>
              <p:cNvSpPr/>
              <p:nvPr/>
            </p:nvSpPr>
            <p:spPr>
              <a:xfrm rot="1151367">
                <a:off x="3901" y="1074"/>
                <a:ext cx="622" cy="9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290" h="18364" fill="none">
                    <a:moveTo>
                      <a:pt x="11372" y="-1"/>
                    </a:moveTo>
                    <a:cubicBezTo>
                      <a:pt x="16633" y="3258"/>
                      <a:pt x="20244" y="8616"/>
                      <a:pt x="21289" y="14716"/>
                    </a:cubicBezTo>
                  </a:path>
                  <a:path w="21290" h="18364" stroke="0">
                    <a:moveTo>
                      <a:pt x="11372" y="-1"/>
                    </a:moveTo>
                    <a:cubicBezTo>
                      <a:pt x="16633" y="3258"/>
                      <a:pt x="20244" y="8616"/>
                      <a:pt x="21289" y="14716"/>
                    </a:cubicBezTo>
                    <a:lnTo>
                      <a:pt x="0" y="18364"/>
                    </a:lnTo>
                    <a:lnTo>
                      <a:pt x="11372" y="-1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67" name="Line 88"/>
              <p:cNvSpPr/>
              <p:nvPr/>
            </p:nvSpPr>
            <p:spPr>
              <a:xfrm flipH="1">
                <a:off x="4383" y="1933"/>
                <a:ext cx="28" cy="56"/>
              </a:xfrm>
              <a:prstGeom prst="line">
                <a:avLst/>
              </a:prstGeom>
              <a:ln w="3810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4068" name="Line 89"/>
              <p:cNvSpPr/>
              <p:nvPr/>
            </p:nvSpPr>
            <p:spPr>
              <a:xfrm flipH="1">
                <a:off x="4422" y="1956"/>
                <a:ext cx="23" cy="39"/>
              </a:xfrm>
              <a:prstGeom prst="line">
                <a:avLst/>
              </a:prstGeom>
              <a:ln w="3810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4069" name="Line 90"/>
              <p:cNvSpPr/>
              <p:nvPr/>
            </p:nvSpPr>
            <p:spPr>
              <a:xfrm>
                <a:off x="4377" y="1094"/>
                <a:ext cx="28" cy="39"/>
              </a:xfrm>
              <a:prstGeom prst="line">
                <a:avLst/>
              </a:prstGeom>
              <a:ln w="3810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4070" name="Group 92"/>
            <p:cNvGrpSpPr/>
            <p:nvPr/>
          </p:nvGrpSpPr>
          <p:grpSpPr>
            <a:xfrm>
              <a:off x="3356" y="935"/>
              <a:ext cx="1662" cy="1323"/>
              <a:chOff x="3356" y="935"/>
              <a:chExt cx="1662" cy="1323"/>
            </a:xfrm>
          </p:grpSpPr>
          <p:sp>
            <p:nvSpPr>
              <p:cNvPr id="44071" name="Line 7"/>
              <p:cNvSpPr/>
              <p:nvPr/>
            </p:nvSpPr>
            <p:spPr>
              <a:xfrm flipH="1">
                <a:off x="3356" y="1570"/>
                <a:ext cx="602" cy="0"/>
              </a:xfrm>
              <a:prstGeom prst="line">
                <a:avLst/>
              </a:prstGeom>
              <a:ln w="28575" cap="flat" cmpd="sng">
                <a:solidFill>
                  <a:srgbClr val="3333CC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44072" name="Line 8"/>
              <p:cNvSpPr/>
              <p:nvPr/>
            </p:nvSpPr>
            <p:spPr>
              <a:xfrm>
                <a:off x="4309" y="1570"/>
                <a:ext cx="709" cy="0"/>
              </a:xfrm>
              <a:prstGeom prst="line">
                <a:avLst/>
              </a:prstGeom>
              <a:ln w="28575" cap="flat" cmpd="sng">
                <a:solidFill>
                  <a:srgbClr val="3333CC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44073" name="Arc 9"/>
              <p:cNvSpPr/>
              <p:nvPr/>
            </p:nvSpPr>
            <p:spPr>
              <a:xfrm flipH="1">
                <a:off x="3543" y="1865"/>
                <a:ext cx="468" cy="39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0402" h="21526" fill="none">
                    <a:moveTo>
                      <a:pt x="1790" y="0"/>
                    </a:moveTo>
                    <a:cubicBezTo>
                      <a:pt x="10302" y="708"/>
                      <a:pt x="17596" y="6365"/>
                      <a:pt x="20401" y="14432"/>
                    </a:cubicBezTo>
                  </a:path>
                  <a:path w="20402" h="21526" stroke="0">
                    <a:moveTo>
                      <a:pt x="1790" y="0"/>
                    </a:moveTo>
                    <a:cubicBezTo>
                      <a:pt x="10302" y="708"/>
                      <a:pt x="17596" y="6365"/>
                      <a:pt x="20401" y="14432"/>
                    </a:cubicBezTo>
                    <a:lnTo>
                      <a:pt x="0" y="21526"/>
                    </a:lnTo>
                    <a:lnTo>
                      <a:pt x="1790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3333CC"/>
                </a:solidFill>
                <a:prstDash val="solid"/>
                <a:round/>
                <a:headEnd type="none" w="med" len="med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74" name="Arc 10"/>
              <p:cNvSpPr/>
              <p:nvPr/>
            </p:nvSpPr>
            <p:spPr>
              <a:xfrm flipH="1" flipV="1">
                <a:off x="3494" y="1005"/>
                <a:ext cx="493" cy="35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481" h="21526" fill="none">
                    <a:moveTo>
                      <a:pt x="1790" y="0"/>
                    </a:moveTo>
                    <a:cubicBezTo>
                      <a:pt x="12126" y="860"/>
                      <a:pt x="20391" y="8944"/>
                      <a:pt x="21480" y="19258"/>
                    </a:cubicBezTo>
                  </a:path>
                  <a:path w="21481" h="21526" stroke="0">
                    <a:moveTo>
                      <a:pt x="1790" y="0"/>
                    </a:moveTo>
                    <a:cubicBezTo>
                      <a:pt x="12126" y="860"/>
                      <a:pt x="20391" y="8944"/>
                      <a:pt x="21480" y="19258"/>
                    </a:cubicBezTo>
                    <a:lnTo>
                      <a:pt x="0" y="21526"/>
                    </a:lnTo>
                    <a:lnTo>
                      <a:pt x="1790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3333CC"/>
                </a:solidFill>
                <a:prstDash val="solid"/>
                <a:round/>
                <a:headEnd type="none" w="med" len="med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75" name="Arc 11"/>
              <p:cNvSpPr/>
              <p:nvPr/>
            </p:nvSpPr>
            <p:spPr>
              <a:xfrm>
                <a:off x="4309" y="1820"/>
                <a:ext cx="562" cy="39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422" h="21526" fill="none">
                    <a:moveTo>
                      <a:pt x="1790" y="0"/>
                    </a:moveTo>
                    <a:cubicBezTo>
                      <a:pt x="11937" y="844"/>
                      <a:pt x="20116" y="8659"/>
                      <a:pt x="21421" y="18757"/>
                    </a:cubicBezTo>
                  </a:path>
                  <a:path w="21422" h="21526" stroke="0">
                    <a:moveTo>
                      <a:pt x="1790" y="0"/>
                    </a:moveTo>
                    <a:cubicBezTo>
                      <a:pt x="11937" y="844"/>
                      <a:pt x="20116" y="8659"/>
                      <a:pt x="21421" y="18757"/>
                    </a:cubicBezTo>
                    <a:lnTo>
                      <a:pt x="0" y="21526"/>
                    </a:lnTo>
                    <a:lnTo>
                      <a:pt x="1790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3333CC"/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76" name="Arc 12"/>
              <p:cNvSpPr/>
              <p:nvPr/>
            </p:nvSpPr>
            <p:spPr>
              <a:xfrm flipV="1">
                <a:off x="4286" y="935"/>
                <a:ext cx="562" cy="39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422" h="21526" fill="none">
                    <a:moveTo>
                      <a:pt x="1790" y="0"/>
                    </a:moveTo>
                    <a:cubicBezTo>
                      <a:pt x="11937" y="844"/>
                      <a:pt x="20116" y="8659"/>
                      <a:pt x="21421" y="18757"/>
                    </a:cubicBezTo>
                  </a:path>
                  <a:path w="21422" h="21526" stroke="0">
                    <a:moveTo>
                      <a:pt x="1790" y="0"/>
                    </a:moveTo>
                    <a:cubicBezTo>
                      <a:pt x="11937" y="844"/>
                      <a:pt x="20116" y="8659"/>
                      <a:pt x="21421" y="18757"/>
                    </a:cubicBezTo>
                    <a:lnTo>
                      <a:pt x="0" y="21526"/>
                    </a:lnTo>
                    <a:lnTo>
                      <a:pt x="1790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3333CC"/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44077" name="Object 13"/>
              <p:cNvGraphicFramePr>
                <a:graphicFrameLocks noChangeAspect="1"/>
              </p:cNvGraphicFramePr>
              <p:nvPr/>
            </p:nvGraphicFramePr>
            <p:xfrm>
              <a:off x="3356" y="1616"/>
              <a:ext cx="224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8" imgW="215900" imgH="266065" progId="Equation.3">
                      <p:embed/>
                    </p:oleObj>
                  </mc:Choice>
                  <mc:Fallback>
                    <p:oleObj r:id="rId8" imgW="215900" imgH="266065" progId="Equation.3">
                      <p:embed/>
                      <p:pic>
                        <p:nvPicPr>
                          <p:cNvPr id="0" name="图片 3225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356" y="1616"/>
                            <a:ext cx="224" cy="31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4078" name="Object 103"/>
            <p:cNvGraphicFramePr>
              <a:graphicFrameLocks noChangeAspect="1"/>
            </p:cNvGraphicFramePr>
            <p:nvPr/>
          </p:nvGraphicFramePr>
          <p:xfrm>
            <a:off x="3492" y="2160"/>
            <a:ext cx="499" cy="4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444500" imgH="393700" progId="Equation.3">
                    <p:embed/>
                  </p:oleObj>
                </mc:Choice>
                <mc:Fallback>
                  <p:oleObj r:id="rId10" imgW="444500" imgH="393700" progId="Equation.3">
                    <p:embed/>
                    <p:pic>
                      <p:nvPicPr>
                        <p:cNvPr id="0" name="图片 3224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492" y="2160"/>
                          <a:ext cx="499" cy="4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0" name="TextBox 59"/>
          <p:cNvSpPr txBox="1"/>
          <p:nvPr/>
        </p:nvSpPr>
        <p:spPr>
          <a:xfrm>
            <a:off x="469900" y="4740275"/>
            <a:ext cx="7754938" cy="12001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取决于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线圈形状、大小、匝数和周围磁介质分布情况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对于</a:t>
            </a:r>
            <a:r>
              <a:rPr lang="zh-CN" altLang="en-US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非铁磁介质，</a:t>
            </a:r>
            <a:r>
              <a:rPr lang="en-US" altLang="zh-CN" sz="2400" b="1" i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zh-CN" altLang="en-US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与线圈中电流无关。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文本框 3"/>
          <p:cNvSpPr txBox="1"/>
          <p:nvPr/>
        </p:nvSpPr>
        <p:spPr>
          <a:xfrm>
            <a:off x="541338" y="188913"/>
            <a:ext cx="79803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各节必须记住的基本概念、定律、定理和公式</a:t>
            </a:r>
          </a:p>
        </p:txBody>
      </p:sp>
      <p:sp>
        <p:nvSpPr>
          <p:cNvPr id="228355" name="Text Box 3"/>
          <p:cNvSpPr txBox="1"/>
          <p:nvPr/>
        </p:nvSpPr>
        <p:spPr>
          <a:xfrm>
            <a:off x="503238" y="1196975"/>
            <a:ext cx="226853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自感电动势</a:t>
            </a:r>
          </a:p>
        </p:txBody>
      </p:sp>
      <p:sp>
        <p:nvSpPr>
          <p:cNvPr id="228361" name="Text Box 9"/>
          <p:cNvSpPr txBox="1"/>
          <p:nvPr/>
        </p:nvSpPr>
        <p:spPr>
          <a:xfrm>
            <a:off x="503238" y="2133600"/>
            <a:ext cx="359092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、计算</a:t>
            </a:r>
            <a:r>
              <a:rPr lang="zh-CN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自感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系数的方法</a:t>
            </a:r>
          </a:p>
        </p:txBody>
      </p:sp>
      <p:grpSp>
        <p:nvGrpSpPr>
          <p:cNvPr id="3" name="Group 37"/>
          <p:cNvGrpSpPr/>
          <p:nvPr/>
        </p:nvGrpSpPr>
        <p:grpSpPr>
          <a:xfrm>
            <a:off x="4211638" y="2025650"/>
            <a:ext cx="2952750" cy="828675"/>
            <a:chOff x="2903" y="1344"/>
            <a:chExt cx="1860" cy="522"/>
          </a:xfrm>
        </p:grpSpPr>
        <p:graphicFrame>
          <p:nvGraphicFramePr>
            <p:cNvPr id="45061" name="Object 8"/>
            <p:cNvGraphicFramePr>
              <a:graphicFrameLocks noChangeAspect="1"/>
            </p:cNvGraphicFramePr>
            <p:nvPr/>
          </p:nvGraphicFramePr>
          <p:xfrm>
            <a:off x="2903" y="1366"/>
            <a:ext cx="601" cy="4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444500" imgH="393700" progId="Equation.3">
                    <p:embed/>
                  </p:oleObj>
                </mc:Choice>
                <mc:Fallback>
                  <p:oleObj r:id="rId2" imgW="444500" imgH="393700" progId="Equation.3">
                    <p:embed/>
                    <p:pic>
                      <p:nvPicPr>
                        <p:cNvPr id="0" name="图片 3223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903" y="1366"/>
                          <a:ext cx="601" cy="452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62" name="Object 26"/>
            <p:cNvGraphicFramePr>
              <a:graphicFrameLocks noChangeAspect="1"/>
            </p:cNvGraphicFramePr>
            <p:nvPr/>
          </p:nvGraphicFramePr>
          <p:xfrm>
            <a:off x="3969" y="1344"/>
            <a:ext cx="794" cy="5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533400" imgH="457200" progId="Equation.3">
                    <p:embed/>
                  </p:oleObj>
                </mc:Choice>
                <mc:Fallback>
                  <p:oleObj r:id="rId4" imgW="533400" imgH="457200" progId="Equation.3">
                    <p:embed/>
                    <p:pic>
                      <p:nvPicPr>
                        <p:cNvPr id="0" name="图片 3226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969" y="1344"/>
                          <a:ext cx="794" cy="522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63" name="Text Box 36"/>
            <p:cNvSpPr txBox="1"/>
            <p:nvPr/>
          </p:nvSpPr>
          <p:spPr>
            <a:xfrm>
              <a:off x="3628" y="1434"/>
              <a:ext cx="3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或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5484813" y="1350963"/>
            <a:ext cx="3535362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（成立条件：</a:t>
            </a:r>
            <a:r>
              <a:rPr lang="zh-CN" altLang="en-US" sz="240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无铁磁质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）</a:t>
            </a:r>
          </a:p>
        </p:txBody>
      </p:sp>
      <p:graphicFrame>
        <p:nvGraphicFramePr>
          <p:cNvPr id="45065" name="对象 1"/>
          <p:cNvGraphicFramePr/>
          <p:nvPr/>
        </p:nvGraphicFramePr>
        <p:xfrm>
          <a:off x="2753995" y="941705"/>
          <a:ext cx="2952115" cy="874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299335" imgH="781685" progId="Equation.DSMT4">
                  <p:embed/>
                </p:oleObj>
              </mc:Choice>
              <mc:Fallback>
                <p:oleObj r:id="rId6" imgW="2299335" imgH="781685" progId="Equation.DSMT4">
                  <p:embed/>
                  <p:pic>
                    <p:nvPicPr>
                      <p:cNvPr id="0" name="图片 322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53995" y="941705"/>
                        <a:ext cx="2952115" cy="8743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066" name="组合 4"/>
          <p:cNvGrpSpPr/>
          <p:nvPr/>
        </p:nvGrpSpPr>
        <p:grpSpPr>
          <a:xfrm>
            <a:off x="250825" y="3022600"/>
            <a:ext cx="8610600" cy="1209675"/>
            <a:chOff x="396" y="4759"/>
            <a:chExt cx="13560" cy="1906"/>
          </a:xfrm>
        </p:grpSpPr>
        <p:sp>
          <p:nvSpPr>
            <p:cNvPr id="45067" name="Text Box 5"/>
            <p:cNvSpPr txBox="1"/>
            <p:nvPr/>
          </p:nvSpPr>
          <p:spPr>
            <a:xfrm>
              <a:off x="395" y="4759"/>
              <a:ext cx="13560" cy="18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5</a:t>
              </a:r>
              <a:r>
                <a:rPr lang="zh-CN" altLang="en-US" sz="2400" b="1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、</a:t>
              </a:r>
              <a:r>
                <a:rPr lang="en-US" altLang="zh-CN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长直螺线管，长为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  <a:r>
                <a:rPr lang="en-US" altLang="zh-CN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，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截面积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r>
                <a:rPr lang="zh-CN" altLang="en-US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线圈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总匝数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，管中充有磁导率</a:t>
              </a:r>
              <a:r>
                <a:rPr lang="el-GR" altLang="zh-CN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μ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的介质，自感系数</a:t>
              </a:r>
              <a:endParaRPr lang="zh-CN" altLang="en-US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45068" name="Object 36"/>
            <p:cNvGraphicFramePr>
              <a:graphicFrameLocks noChangeAspect="1"/>
            </p:cNvGraphicFramePr>
            <p:nvPr/>
          </p:nvGraphicFramePr>
          <p:xfrm>
            <a:off x="7087" y="5741"/>
            <a:ext cx="2646" cy="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723900" imgH="241300" progId="Equation.3">
                    <p:embed/>
                  </p:oleObj>
                </mc:Choice>
                <mc:Fallback>
                  <p:oleObj r:id="rId8" imgW="723900" imgH="241300" progId="Equation.3">
                    <p:embed/>
                    <p:pic>
                      <p:nvPicPr>
                        <p:cNvPr id="0" name="图片 3228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7087" y="5741"/>
                          <a:ext cx="2646" cy="925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8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8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5" grpId="0"/>
      <p:bldP spid="228361" grpId="0"/>
      <p:bldP spid="29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文本框 3"/>
          <p:cNvSpPr txBox="1"/>
          <p:nvPr>
            <p:custDataLst>
              <p:tags r:id="rId1"/>
            </p:custDataLst>
          </p:nvPr>
        </p:nvSpPr>
        <p:spPr>
          <a:xfrm>
            <a:off x="395605" y="404495"/>
            <a:ext cx="8247380" cy="59080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课前测：</a:t>
            </a:r>
          </a:p>
          <a:p>
            <a:pPr algn="just">
              <a:lnSpc>
                <a:spcPct val="150000"/>
              </a:lnSpc>
            </a:pPr>
            <a:r>
              <a:rPr lang="zh-CN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对于单匝线圈取自感系数的定义式为</a:t>
            </a:r>
            <a:r>
              <a:rPr lang="zh-CN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zh-CN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 =</a:t>
            </a:r>
            <a:r>
              <a:rPr lang="zh-CN" altLang="zh-CN" sz="2800" b="1" i="1">
                <a:latin typeface="Arial" panose="020B0604020202020204" pitchFamily="34" charset="0"/>
                <a:ea typeface="宋体" panose="02010600030101010101" pitchFamily="2" charset="-122"/>
              </a:rPr>
              <a:t>ψ</a:t>
            </a:r>
            <a:r>
              <a:rPr lang="zh-CN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。当线圈的几何形状、大小及周围磁介质分布不变，且无铁磁性物质时，若线圈中的电流强度变小，则线圈的自感系数</a:t>
            </a:r>
            <a:r>
              <a:rPr lang="zh-CN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zh-CN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zh-CN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(A) 变大，与电流成反比关系       </a:t>
            </a:r>
          </a:p>
          <a:p>
            <a:pPr algn="just">
              <a:lnSpc>
                <a:spcPct val="150000"/>
              </a:lnSpc>
            </a:pPr>
            <a:r>
              <a:rPr lang="zh-CN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(B) 变小          </a:t>
            </a:r>
          </a:p>
          <a:p>
            <a:pPr algn="just">
              <a:lnSpc>
                <a:spcPct val="150000"/>
              </a:lnSpc>
            </a:pPr>
            <a:r>
              <a:rPr lang="zh-CN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(C) 不变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        </a:t>
            </a:r>
          </a:p>
          <a:p>
            <a:pPr algn="just">
              <a:lnSpc>
                <a:spcPct val="150000"/>
              </a:lnSpc>
            </a:pPr>
            <a:r>
              <a:rPr lang="zh-CN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(D) 变大，但与电流不成反比关系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228080" y="5661025"/>
            <a:ext cx="26155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sz="2800" b="1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答案(C)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IMAGE00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" y="623888"/>
            <a:ext cx="9144000" cy="1644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23825" y="544513"/>
            <a:ext cx="3140075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</a:p>
        </p:txBody>
      </p:sp>
      <p:pic>
        <p:nvPicPr>
          <p:cNvPr id="13314" name="Picture 2" descr="IMAGE00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t="8594" b="5461"/>
          <a:stretch>
            <a:fillRect/>
          </a:stretch>
        </p:blipFill>
        <p:spPr>
          <a:xfrm>
            <a:off x="76200" y="3278188"/>
            <a:ext cx="8991600" cy="1524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263525" y="2965450"/>
            <a:ext cx="3138488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sym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sym typeface="宋体" panose="02010600030101010101" pitchFamily="2" charset="-122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  <p:bldP spid="3" grpId="0" bldLvl="0" animBg="1"/>
      <p:bldP spid="3" grpId="1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Picture 4" descr="IMAGE001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l="2701" r="3188"/>
          <a:stretch>
            <a:fillRect/>
          </a:stretch>
        </p:blipFill>
        <p:spPr>
          <a:xfrm>
            <a:off x="349250" y="1300163"/>
            <a:ext cx="8604250" cy="19002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38" name="Picture 2" descr="IMAGE002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rcRect l="1604" t="2779" r="1709"/>
          <a:stretch>
            <a:fillRect/>
          </a:stretch>
        </p:blipFill>
        <p:spPr>
          <a:xfrm>
            <a:off x="146050" y="3586163"/>
            <a:ext cx="8842375" cy="2540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39" name="文本框 1"/>
          <p:cNvSpPr txBox="1"/>
          <p:nvPr/>
        </p:nvSpPr>
        <p:spPr>
          <a:xfrm>
            <a:off x="4108450" y="323850"/>
            <a:ext cx="1085850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/>
            <a:r>
              <a:rPr lang="zh-CN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sym typeface="宋体" panose="02010600030101010101" pitchFamily="2" charset="-122"/>
              </a:rPr>
              <a:t>练习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/>
          <p:nvPr/>
        </p:nvSpPr>
        <p:spPr>
          <a:xfrm>
            <a:off x="179388" y="836613"/>
            <a:ext cx="4197350" cy="51911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lstStyle/>
          <a:p>
            <a:pPr defTabSz="762000"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二</a:t>
            </a:r>
            <a:r>
              <a:rPr lang="en-US" altLang="zh-CN" sz="28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sz="28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互感现象  互感系数 </a:t>
            </a:r>
          </a:p>
        </p:txBody>
      </p:sp>
      <p:sp>
        <p:nvSpPr>
          <p:cNvPr id="235523" name="Rectangle 3"/>
          <p:cNvSpPr/>
          <p:nvPr/>
        </p:nvSpPr>
        <p:spPr>
          <a:xfrm>
            <a:off x="152400" y="1196975"/>
            <a:ext cx="8616950" cy="11985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一个回路中电流变化而在另一个回路中产生感应电动势的现象，叫做互感现象，这种感应电动势叫做互感电动势。</a:t>
            </a:r>
          </a:p>
        </p:txBody>
      </p:sp>
      <p:sp>
        <p:nvSpPr>
          <p:cNvPr id="47107" name="文本框 3"/>
          <p:cNvSpPr txBox="1"/>
          <p:nvPr/>
        </p:nvSpPr>
        <p:spPr>
          <a:xfrm>
            <a:off x="541338" y="188913"/>
            <a:ext cx="79803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各节必须记住的基本概念、定律、定理和公式</a:t>
            </a:r>
          </a:p>
        </p:txBody>
      </p:sp>
      <p:grpSp>
        <p:nvGrpSpPr>
          <p:cNvPr id="47108" name="Group 34"/>
          <p:cNvGrpSpPr/>
          <p:nvPr/>
        </p:nvGrpSpPr>
        <p:grpSpPr>
          <a:xfrm>
            <a:off x="6470650" y="2395538"/>
            <a:ext cx="2214563" cy="1876425"/>
            <a:chOff x="3266" y="709"/>
            <a:chExt cx="2109" cy="1876"/>
          </a:xfrm>
        </p:grpSpPr>
        <p:grpSp>
          <p:nvGrpSpPr>
            <p:cNvPr id="47109" name="Group 35"/>
            <p:cNvGrpSpPr/>
            <p:nvPr/>
          </p:nvGrpSpPr>
          <p:grpSpPr>
            <a:xfrm>
              <a:off x="3266" y="867"/>
              <a:ext cx="467" cy="1474"/>
              <a:chOff x="3266" y="867"/>
              <a:chExt cx="467" cy="1474"/>
            </a:xfrm>
          </p:grpSpPr>
          <p:sp>
            <p:nvSpPr>
              <p:cNvPr id="47110" name="Arc 36"/>
              <p:cNvSpPr/>
              <p:nvPr/>
            </p:nvSpPr>
            <p:spPr>
              <a:xfrm flipH="1" flipV="1">
                <a:off x="3334" y="867"/>
                <a:ext cx="399" cy="31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481" h="21526" fill="none">
                    <a:moveTo>
                      <a:pt x="1790" y="0"/>
                    </a:moveTo>
                    <a:cubicBezTo>
                      <a:pt x="12126" y="860"/>
                      <a:pt x="20391" y="8944"/>
                      <a:pt x="21480" y="19258"/>
                    </a:cubicBezTo>
                  </a:path>
                  <a:path w="21481" h="21526" stroke="0">
                    <a:moveTo>
                      <a:pt x="1790" y="0"/>
                    </a:moveTo>
                    <a:cubicBezTo>
                      <a:pt x="12126" y="860"/>
                      <a:pt x="20391" y="8944"/>
                      <a:pt x="21480" y="19258"/>
                    </a:cubicBezTo>
                    <a:lnTo>
                      <a:pt x="0" y="21526"/>
                    </a:lnTo>
                    <a:lnTo>
                      <a:pt x="1790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3333CC"/>
                </a:solidFill>
                <a:prstDash val="solid"/>
                <a:round/>
                <a:headEnd type="none" w="med" len="med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11" name="Arc 37"/>
              <p:cNvSpPr/>
              <p:nvPr/>
            </p:nvSpPr>
            <p:spPr>
              <a:xfrm flipH="1">
                <a:off x="3311" y="1979"/>
                <a:ext cx="399" cy="36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0402" h="21526" fill="none">
                    <a:moveTo>
                      <a:pt x="1790" y="0"/>
                    </a:moveTo>
                    <a:cubicBezTo>
                      <a:pt x="10302" y="708"/>
                      <a:pt x="17596" y="6365"/>
                      <a:pt x="20401" y="14432"/>
                    </a:cubicBezTo>
                  </a:path>
                  <a:path w="20402" h="21526" stroke="0">
                    <a:moveTo>
                      <a:pt x="1790" y="0"/>
                    </a:moveTo>
                    <a:cubicBezTo>
                      <a:pt x="10302" y="708"/>
                      <a:pt x="17596" y="6365"/>
                      <a:pt x="20401" y="14432"/>
                    </a:cubicBezTo>
                    <a:lnTo>
                      <a:pt x="0" y="21526"/>
                    </a:lnTo>
                    <a:lnTo>
                      <a:pt x="1790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3333CC"/>
                </a:solidFill>
                <a:prstDash val="solid"/>
                <a:round/>
                <a:headEnd type="none" w="med" len="med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12" name="Line 38"/>
              <p:cNvSpPr/>
              <p:nvPr/>
            </p:nvSpPr>
            <p:spPr>
              <a:xfrm flipH="1">
                <a:off x="3266" y="1593"/>
                <a:ext cx="369" cy="0"/>
              </a:xfrm>
              <a:prstGeom prst="line">
                <a:avLst/>
              </a:prstGeom>
              <a:ln w="28575" cap="flat" cmpd="sng">
                <a:solidFill>
                  <a:srgbClr val="3333CC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</p:grpSp>
        <p:grpSp>
          <p:nvGrpSpPr>
            <p:cNvPr id="47113" name="Group 39"/>
            <p:cNvGrpSpPr/>
            <p:nvPr/>
          </p:nvGrpSpPr>
          <p:grpSpPr>
            <a:xfrm>
              <a:off x="3583" y="1026"/>
              <a:ext cx="793" cy="1559"/>
              <a:chOff x="3583" y="1026"/>
              <a:chExt cx="793" cy="1559"/>
            </a:xfrm>
          </p:grpSpPr>
          <p:grpSp>
            <p:nvGrpSpPr>
              <p:cNvPr id="47114" name="Group 40"/>
              <p:cNvGrpSpPr/>
              <p:nvPr/>
            </p:nvGrpSpPr>
            <p:grpSpPr>
              <a:xfrm>
                <a:off x="3583" y="1026"/>
                <a:ext cx="793" cy="1559"/>
                <a:chOff x="3583" y="1026"/>
                <a:chExt cx="793" cy="1559"/>
              </a:xfrm>
            </p:grpSpPr>
            <p:sp>
              <p:nvSpPr>
                <p:cNvPr id="47115" name="Arc 41"/>
                <p:cNvSpPr/>
                <p:nvPr/>
              </p:nvSpPr>
              <p:spPr>
                <a:xfrm>
                  <a:off x="3688" y="1032"/>
                  <a:ext cx="186" cy="621"/>
                </a:xfrm>
                <a:custGeom>
                  <a:avLst/>
                  <a:gdLst/>
                  <a:ahLst/>
                  <a:cxnLst>
                    <a:cxn ang="0">
                      <a:pos x="4" y="621"/>
                    </a:cxn>
                    <a:cxn ang="0">
                      <a:pos x="186" y="8"/>
                    </a:cxn>
                    <a:cxn ang="0">
                      <a:pos x="158" y="506"/>
                    </a:cxn>
                  </a:cxnLst>
                  <a:rect l="0" t="0" r="0" b="0"/>
                  <a:pathLst>
                    <a:path w="25422" h="26489" fill="none">
                      <a:moveTo>
                        <a:pt x="560" y="26489"/>
                      </a:moveTo>
                      <a:cubicBezTo>
                        <a:pt x="188" y="24886"/>
                        <a:pt x="0" y="2324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22881" y="-1"/>
                        <a:pt x="24160" y="114"/>
                        <a:pt x="25422" y="340"/>
                      </a:cubicBezTo>
                    </a:path>
                    <a:path w="25422" h="26489" stroke="0">
                      <a:moveTo>
                        <a:pt x="560" y="26489"/>
                      </a:moveTo>
                      <a:cubicBezTo>
                        <a:pt x="188" y="24886"/>
                        <a:pt x="0" y="2324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22881" y="-1"/>
                        <a:pt x="24160" y="114"/>
                        <a:pt x="25422" y="340"/>
                      </a:cubicBezTo>
                      <a:lnTo>
                        <a:pt x="21600" y="21600"/>
                      </a:lnTo>
                      <a:lnTo>
                        <a:pt x="560" y="26489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45791" dir="2021404" algn="ctr" rotWithShape="0">
                    <a:schemeClr val="tx2"/>
                  </a:outerShdw>
                </a:effec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16" name="Line 42"/>
                <p:cNvSpPr/>
                <p:nvPr/>
              </p:nvSpPr>
              <p:spPr>
                <a:xfrm>
                  <a:off x="3696" y="1633"/>
                  <a:ext cx="0" cy="952"/>
                </a:xfrm>
                <a:prstGeom prst="line">
                  <a:avLst/>
                </a:prstGeom>
                <a:ln w="381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56796" dir="1593903" algn="ctr" rotWithShape="0">
                    <a:schemeClr val="tx2"/>
                  </a:outerShdw>
                </a:effectLst>
              </p:spPr>
            </p:sp>
            <p:sp>
              <p:nvSpPr>
                <p:cNvPr id="47117" name="Arc 43"/>
                <p:cNvSpPr/>
                <p:nvPr/>
              </p:nvSpPr>
              <p:spPr>
                <a:xfrm>
                  <a:off x="3728" y="1026"/>
                  <a:ext cx="182" cy="1008"/>
                </a:xfrm>
                <a:custGeom>
                  <a:avLst/>
                  <a:gdLst/>
                  <a:ahLst/>
                  <a:cxnLst>
                    <a:cxn ang="0">
                      <a:pos x="180" y="1001"/>
                    </a:cxn>
                    <a:cxn ang="0">
                      <a:pos x="182" y="8"/>
                    </a:cxn>
                    <a:cxn ang="0">
                      <a:pos x="155" y="504"/>
                    </a:cxn>
                  </a:cxnLst>
                  <a:rect l="0" t="0" r="0" b="0"/>
                  <a:pathLst>
                    <a:path w="25422" h="43200" fill="none">
                      <a:moveTo>
                        <a:pt x="25104" y="42913"/>
                      </a:moveTo>
                      <a:cubicBezTo>
                        <a:pt x="23946" y="43104"/>
                        <a:pt x="22774" y="43199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22881" y="-1"/>
                        <a:pt x="24160" y="114"/>
                        <a:pt x="25422" y="340"/>
                      </a:cubicBezTo>
                    </a:path>
                    <a:path w="25422" h="43200" stroke="0">
                      <a:moveTo>
                        <a:pt x="25104" y="42913"/>
                      </a:moveTo>
                      <a:cubicBezTo>
                        <a:pt x="23946" y="43104"/>
                        <a:pt x="22774" y="43199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22881" y="-1"/>
                        <a:pt x="24160" y="114"/>
                        <a:pt x="25422" y="340"/>
                      </a:cubicBezTo>
                      <a:lnTo>
                        <a:pt x="21600" y="21600"/>
                      </a:lnTo>
                      <a:lnTo>
                        <a:pt x="25104" y="42913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45791" dir="2021404" algn="ctr" rotWithShape="0">
                    <a:schemeClr val="tx2"/>
                  </a:outerShdw>
                </a:effec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18" name="Arc 44"/>
                <p:cNvSpPr/>
                <p:nvPr/>
              </p:nvSpPr>
              <p:spPr>
                <a:xfrm>
                  <a:off x="3762" y="1027"/>
                  <a:ext cx="196" cy="1009"/>
                </a:xfrm>
                <a:custGeom>
                  <a:avLst/>
                  <a:gdLst/>
                  <a:ahLst/>
                  <a:cxnLst>
                    <a:cxn ang="0">
                      <a:pos x="196" y="988"/>
                    </a:cxn>
                    <a:cxn ang="0">
                      <a:pos x="180" y="8"/>
                    </a:cxn>
                    <a:cxn ang="0">
                      <a:pos x="153" y="505"/>
                    </a:cxn>
                  </a:cxnLst>
                  <a:rect l="0" t="0" r="0" b="0"/>
                  <a:pathLst>
                    <a:path w="27711" h="43200" fill="none">
                      <a:moveTo>
                        <a:pt x="27710" y="42317"/>
                      </a:moveTo>
                      <a:cubicBezTo>
                        <a:pt x="25726" y="42902"/>
                        <a:pt x="23668" y="43199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22881" y="-1"/>
                        <a:pt x="24160" y="114"/>
                        <a:pt x="25422" y="340"/>
                      </a:cubicBezTo>
                    </a:path>
                    <a:path w="27711" h="43200" stroke="0">
                      <a:moveTo>
                        <a:pt x="27710" y="42317"/>
                      </a:moveTo>
                      <a:cubicBezTo>
                        <a:pt x="25726" y="42902"/>
                        <a:pt x="23668" y="43199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22881" y="-1"/>
                        <a:pt x="24160" y="114"/>
                        <a:pt x="25422" y="340"/>
                      </a:cubicBezTo>
                      <a:lnTo>
                        <a:pt x="21600" y="21600"/>
                      </a:lnTo>
                      <a:lnTo>
                        <a:pt x="27710" y="42317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45791" dir="2021404" algn="ctr" rotWithShape="0">
                    <a:schemeClr val="tx2"/>
                  </a:outerShdw>
                </a:effec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19" name="Arc 45"/>
                <p:cNvSpPr/>
                <p:nvPr/>
              </p:nvSpPr>
              <p:spPr>
                <a:xfrm>
                  <a:off x="3796" y="1028"/>
                  <a:ext cx="196" cy="1008"/>
                </a:xfrm>
                <a:custGeom>
                  <a:avLst/>
                  <a:gdLst/>
                  <a:ahLst/>
                  <a:cxnLst>
                    <a:cxn ang="0">
                      <a:pos x="196" y="987"/>
                    </a:cxn>
                    <a:cxn ang="0">
                      <a:pos x="180" y="8"/>
                    </a:cxn>
                    <a:cxn ang="0">
                      <a:pos x="153" y="504"/>
                    </a:cxn>
                  </a:cxnLst>
                  <a:rect l="0" t="0" r="0" b="0"/>
                  <a:pathLst>
                    <a:path w="27711" h="43200" fill="none">
                      <a:moveTo>
                        <a:pt x="27710" y="42317"/>
                      </a:moveTo>
                      <a:cubicBezTo>
                        <a:pt x="25726" y="42902"/>
                        <a:pt x="23668" y="43199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22881" y="-1"/>
                        <a:pt x="24160" y="114"/>
                        <a:pt x="25422" y="340"/>
                      </a:cubicBezTo>
                    </a:path>
                    <a:path w="27711" h="43200" stroke="0">
                      <a:moveTo>
                        <a:pt x="27710" y="42317"/>
                      </a:moveTo>
                      <a:cubicBezTo>
                        <a:pt x="25726" y="42902"/>
                        <a:pt x="23668" y="43199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22881" y="-1"/>
                        <a:pt x="24160" y="114"/>
                        <a:pt x="25422" y="340"/>
                      </a:cubicBezTo>
                      <a:lnTo>
                        <a:pt x="21600" y="21600"/>
                      </a:lnTo>
                      <a:lnTo>
                        <a:pt x="27710" y="42317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45791" dir="2021404" algn="ctr" rotWithShape="0">
                    <a:schemeClr val="tx2"/>
                  </a:outerShdw>
                </a:effec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20" name="Arc 46"/>
                <p:cNvSpPr/>
                <p:nvPr/>
              </p:nvSpPr>
              <p:spPr>
                <a:xfrm>
                  <a:off x="3823" y="1029"/>
                  <a:ext cx="196" cy="1009"/>
                </a:xfrm>
                <a:custGeom>
                  <a:avLst/>
                  <a:gdLst/>
                  <a:ahLst/>
                  <a:cxnLst>
                    <a:cxn ang="0">
                      <a:pos x="196" y="988"/>
                    </a:cxn>
                    <a:cxn ang="0">
                      <a:pos x="180" y="8"/>
                    </a:cxn>
                    <a:cxn ang="0">
                      <a:pos x="153" y="505"/>
                    </a:cxn>
                  </a:cxnLst>
                  <a:rect l="0" t="0" r="0" b="0"/>
                  <a:pathLst>
                    <a:path w="27711" h="43200" fill="none">
                      <a:moveTo>
                        <a:pt x="27710" y="42317"/>
                      </a:moveTo>
                      <a:cubicBezTo>
                        <a:pt x="25726" y="42902"/>
                        <a:pt x="23668" y="43199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22881" y="-1"/>
                        <a:pt x="24160" y="114"/>
                        <a:pt x="25422" y="340"/>
                      </a:cubicBezTo>
                    </a:path>
                    <a:path w="27711" h="43200" stroke="0">
                      <a:moveTo>
                        <a:pt x="27710" y="42317"/>
                      </a:moveTo>
                      <a:cubicBezTo>
                        <a:pt x="25726" y="42902"/>
                        <a:pt x="23668" y="43199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22881" y="-1"/>
                        <a:pt x="24160" y="114"/>
                        <a:pt x="25422" y="340"/>
                      </a:cubicBezTo>
                      <a:lnTo>
                        <a:pt x="21600" y="21600"/>
                      </a:lnTo>
                      <a:lnTo>
                        <a:pt x="27710" y="42317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45791" dir="2021404" algn="ctr" rotWithShape="0">
                    <a:schemeClr val="tx2"/>
                  </a:outerShdw>
                </a:effec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21" name="Arc 47"/>
                <p:cNvSpPr/>
                <p:nvPr/>
              </p:nvSpPr>
              <p:spPr>
                <a:xfrm>
                  <a:off x="3865" y="1029"/>
                  <a:ext cx="194" cy="1009"/>
                </a:xfrm>
                <a:custGeom>
                  <a:avLst/>
                  <a:gdLst/>
                  <a:ahLst/>
                  <a:cxnLst>
                    <a:cxn ang="0">
                      <a:pos x="194" y="988"/>
                    </a:cxn>
                    <a:cxn ang="0">
                      <a:pos x="178" y="8"/>
                    </a:cxn>
                    <a:cxn ang="0">
                      <a:pos x="151" y="505"/>
                    </a:cxn>
                  </a:cxnLst>
                  <a:rect l="0" t="0" r="0" b="0"/>
                  <a:pathLst>
                    <a:path w="27711" h="43200" fill="none">
                      <a:moveTo>
                        <a:pt x="27710" y="42317"/>
                      </a:moveTo>
                      <a:cubicBezTo>
                        <a:pt x="25726" y="42902"/>
                        <a:pt x="23668" y="43199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22881" y="-1"/>
                        <a:pt x="24160" y="114"/>
                        <a:pt x="25422" y="340"/>
                      </a:cubicBezTo>
                    </a:path>
                    <a:path w="27711" h="43200" stroke="0">
                      <a:moveTo>
                        <a:pt x="27710" y="42317"/>
                      </a:moveTo>
                      <a:cubicBezTo>
                        <a:pt x="25726" y="42902"/>
                        <a:pt x="23668" y="43199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22881" y="-1"/>
                        <a:pt x="24160" y="114"/>
                        <a:pt x="25422" y="340"/>
                      </a:cubicBezTo>
                      <a:lnTo>
                        <a:pt x="21600" y="21600"/>
                      </a:lnTo>
                      <a:lnTo>
                        <a:pt x="27710" y="42317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45791" dir="2021404" algn="ctr" rotWithShape="0">
                    <a:schemeClr val="tx2"/>
                  </a:outerShdw>
                </a:effec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22" name="Arc 48"/>
                <p:cNvSpPr/>
                <p:nvPr/>
              </p:nvSpPr>
              <p:spPr>
                <a:xfrm>
                  <a:off x="3899" y="1032"/>
                  <a:ext cx="194" cy="1006"/>
                </a:xfrm>
                <a:custGeom>
                  <a:avLst/>
                  <a:gdLst/>
                  <a:ahLst/>
                  <a:cxnLst>
                    <a:cxn ang="0">
                      <a:pos x="194" y="985"/>
                    </a:cxn>
                    <a:cxn ang="0">
                      <a:pos x="178" y="8"/>
                    </a:cxn>
                    <a:cxn ang="0">
                      <a:pos x="151" y="503"/>
                    </a:cxn>
                  </a:cxnLst>
                  <a:rect l="0" t="0" r="0" b="0"/>
                  <a:pathLst>
                    <a:path w="27711" h="43200" fill="none">
                      <a:moveTo>
                        <a:pt x="27710" y="42317"/>
                      </a:moveTo>
                      <a:cubicBezTo>
                        <a:pt x="25726" y="42902"/>
                        <a:pt x="23668" y="43199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22881" y="-1"/>
                        <a:pt x="24160" y="114"/>
                        <a:pt x="25422" y="340"/>
                      </a:cubicBezTo>
                    </a:path>
                    <a:path w="27711" h="43200" stroke="0">
                      <a:moveTo>
                        <a:pt x="27710" y="42317"/>
                      </a:moveTo>
                      <a:cubicBezTo>
                        <a:pt x="25726" y="42902"/>
                        <a:pt x="23668" y="43199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22881" y="-1"/>
                        <a:pt x="24160" y="114"/>
                        <a:pt x="25422" y="340"/>
                      </a:cubicBezTo>
                      <a:lnTo>
                        <a:pt x="21600" y="21600"/>
                      </a:lnTo>
                      <a:lnTo>
                        <a:pt x="27710" y="42317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45791" dir="2021404" algn="ctr" rotWithShape="0">
                    <a:schemeClr val="tx2"/>
                  </a:outerShdw>
                </a:effec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23" name="Arc 49"/>
                <p:cNvSpPr/>
                <p:nvPr/>
              </p:nvSpPr>
              <p:spPr>
                <a:xfrm>
                  <a:off x="3933" y="1036"/>
                  <a:ext cx="219" cy="1008"/>
                </a:xfrm>
                <a:custGeom>
                  <a:avLst/>
                  <a:gdLst/>
                  <a:ahLst/>
                  <a:cxnLst>
                    <a:cxn ang="0">
                      <a:pos x="219" y="960"/>
                    </a:cxn>
                    <a:cxn ang="0">
                      <a:pos x="199" y="23"/>
                    </a:cxn>
                    <a:cxn ang="0">
                      <a:pos x="153" y="504"/>
                    </a:cxn>
                  </a:cxnLst>
                  <a:rect l="0" t="0" r="0" b="0"/>
                  <a:pathLst>
                    <a:path w="30844" h="43200" fill="none">
                      <a:moveTo>
                        <a:pt x="30843" y="41121"/>
                      </a:moveTo>
                      <a:cubicBezTo>
                        <a:pt x="27954" y="42490"/>
                        <a:pt x="24797" y="43199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23780" y="-1"/>
                        <a:pt x="25948" y="330"/>
                        <a:pt x="28029" y="979"/>
                      </a:cubicBezTo>
                    </a:path>
                    <a:path w="30844" h="43200" stroke="0">
                      <a:moveTo>
                        <a:pt x="30843" y="41121"/>
                      </a:moveTo>
                      <a:cubicBezTo>
                        <a:pt x="27954" y="42490"/>
                        <a:pt x="24797" y="43199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23780" y="-1"/>
                        <a:pt x="25948" y="330"/>
                        <a:pt x="28029" y="979"/>
                      </a:cubicBezTo>
                      <a:lnTo>
                        <a:pt x="21600" y="21600"/>
                      </a:lnTo>
                      <a:lnTo>
                        <a:pt x="30843" y="41121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45791" dir="2021404" algn="ctr" rotWithShape="0">
                    <a:schemeClr val="tx2"/>
                  </a:outerShdw>
                </a:effec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24" name="Line 50"/>
                <p:cNvSpPr/>
                <p:nvPr/>
              </p:nvSpPr>
              <p:spPr>
                <a:xfrm>
                  <a:off x="4125" y="1044"/>
                  <a:ext cx="28" cy="13"/>
                </a:xfrm>
                <a:prstGeom prst="line">
                  <a:avLst/>
                </a:prstGeom>
                <a:ln w="381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7125" name="Line 51"/>
                <p:cNvSpPr/>
                <p:nvPr/>
              </p:nvSpPr>
              <p:spPr>
                <a:xfrm>
                  <a:off x="4186" y="2019"/>
                  <a:ext cx="0" cy="556"/>
                </a:xfrm>
                <a:prstGeom prst="line">
                  <a:avLst/>
                </a:prstGeom>
                <a:ln w="3810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35921" dir="2699999" algn="ctr" rotWithShape="0">
                    <a:schemeClr val="tx2"/>
                  </a:outerShdw>
                </a:effectLst>
              </p:spPr>
            </p:sp>
            <p:sp>
              <p:nvSpPr>
                <p:cNvPr id="47126" name="Line 52"/>
                <p:cNvSpPr/>
                <p:nvPr/>
              </p:nvSpPr>
              <p:spPr>
                <a:xfrm flipV="1">
                  <a:off x="4207" y="2344"/>
                  <a:ext cx="0" cy="80"/>
                </a:xfrm>
                <a:prstGeom prst="line">
                  <a:avLst/>
                </a:prstGeom>
                <a:ln w="38100" cap="flat" cmpd="sng">
                  <a:solidFill>
                    <a:schemeClr val="tx2"/>
                  </a:solidFill>
                  <a:prstDash val="solid"/>
                  <a:round/>
                  <a:headEnd type="triangle" w="sm" len="lg"/>
                  <a:tailEnd type="none" w="med" len="med"/>
                </a:ln>
              </p:spPr>
            </p:sp>
            <p:sp>
              <p:nvSpPr>
                <p:cNvPr id="47127" name="Line 53"/>
                <p:cNvSpPr/>
                <p:nvPr/>
              </p:nvSpPr>
              <p:spPr>
                <a:xfrm>
                  <a:off x="3720" y="2272"/>
                  <a:ext cx="0" cy="81"/>
                </a:xfrm>
                <a:prstGeom prst="line">
                  <a:avLst/>
                </a:prstGeom>
                <a:ln w="38100" cap="flat" cmpd="sng">
                  <a:solidFill>
                    <a:schemeClr val="tx2"/>
                  </a:solidFill>
                  <a:prstDash val="solid"/>
                  <a:round/>
                  <a:headEnd type="triangle" w="sm" len="lg"/>
                  <a:tailEnd type="none" w="med" len="med"/>
                </a:ln>
              </p:spPr>
            </p:sp>
            <p:sp>
              <p:nvSpPr>
                <p:cNvPr id="47128" name="Arc 54"/>
                <p:cNvSpPr/>
                <p:nvPr/>
              </p:nvSpPr>
              <p:spPr>
                <a:xfrm rot="1347597">
                  <a:off x="3839" y="1082"/>
                  <a:ext cx="537" cy="9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21548" h="21040" fill="none">
                      <a:moveTo>
                        <a:pt x="4887" y="0"/>
                      </a:moveTo>
                      <a:cubicBezTo>
                        <a:pt x="14128" y="2147"/>
                        <a:pt x="20887" y="10072"/>
                        <a:pt x="21547" y="19536"/>
                      </a:cubicBezTo>
                    </a:path>
                    <a:path w="21548" h="21040" stroke="0">
                      <a:moveTo>
                        <a:pt x="4887" y="0"/>
                      </a:moveTo>
                      <a:cubicBezTo>
                        <a:pt x="14128" y="2147"/>
                        <a:pt x="20887" y="10072"/>
                        <a:pt x="21547" y="19536"/>
                      </a:cubicBezTo>
                      <a:lnTo>
                        <a:pt x="0" y="21040"/>
                      </a:lnTo>
                      <a:lnTo>
                        <a:pt x="4887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29" name="Arc 55"/>
                <p:cNvSpPr/>
                <p:nvPr/>
              </p:nvSpPr>
              <p:spPr>
                <a:xfrm rot="1347597">
                  <a:off x="3783" y="1078"/>
                  <a:ext cx="537" cy="91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21548" h="21040" fill="none">
                      <a:moveTo>
                        <a:pt x="4887" y="0"/>
                      </a:moveTo>
                      <a:cubicBezTo>
                        <a:pt x="14128" y="2147"/>
                        <a:pt x="20887" y="10072"/>
                        <a:pt x="21547" y="19536"/>
                      </a:cubicBezTo>
                    </a:path>
                    <a:path w="21548" h="21040" stroke="0">
                      <a:moveTo>
                        <a:pt x="4887" y="0"/>
                      </a:moveTo>
                      <a:cubicBezTo>
                        <a:pt x="14128" y="2147"/>
                        <a:pt x="20887" y="10072"/>
                        <a:pt x="21547" y="19536"/>
                      </a:cubicBezTo>
                      <a:lnTo>
                        <a:pt x="0" y="21040"/>
                      </a:lnTo>
                      <a:lnTo>
                        <a:pt x="4887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30" name="Arc 56"/>
                <p:cNvSpPr/>
                <p:nvPr/>
              </p:nvSpPr>
              <p:spPr>
                <a:xfrm rot="1151367">
                  <a:off x="3724" y="1086"/>
                  <a:ext cx="538" cy="92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21548" h="20281" fill="none">
                      <a:moveTo>
                        <a:pt x="7431" y="-1"/>
                      </a:moveTo>
                      <a:cubicBezTo>
                        <a:pt x="15426" y="2929"/>
                        <a:pt x="20954" y="10282"/>
                        <a:pt x="21547" y="18777"/>
                      </a:cubicBezTo>
                    </a:path>
                    <a:path w="21548" h="20281" stroke="0">
                      <a:moveTo>
                        <a:pt x="7431" y="-1"/>
                      </a:moveTo>
                      <a:cubicBezTo>
                        <a:pt x="15426" y="2929"/>
                        <a:pt x="20954" y="10282"/>
                        <a:pt x="21547" y="18777"/>
                      </a:cubicBezTo>
                      <a:lnTo>
                        <a:pt x="0" y="20281"/>
                      </a:lnTo>
                      <a:lnTo>
                        <a:pt x="7431" y="-1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31" name="Line 57"/>
                <p:cNvSpPr/>
                <p:nvPr/>
              </p:nvSpPr>
              <p:spPr>
                <a:xfrm>
                  <a:off x="4206" y="1990"/>
                  <a:ext cx="0" cy="5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7132" name="Arc 58"/>
                <p:cNvSpPr/>
                <p:nvPr/>
              </p:nvSpPr>
              <p:spPr>
                <a:xfrm rot="1151367">
                  <a:off x="3626" y="1135"/>
                  <a:ext cx="532" cy="93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21293" h="19061" fill="none">
                      <a:moveTo>
                        <a:pt x="10160" y="0"/>
                      </a:moveTo>
                      <a:cubicBezTo>
                        <a:pt x="16058" y="3144"/>
                        <a:pt x="20169" y="8841"/>
                        <a:pt x="21292" y="15430"/>
                      </a:cubicBezTo>
                    </a:path>
                    <a:path w="21293" h="19061" stroke="0">
                      <a:moveTo>
                        <a:pt x="10160" y="0"/>
                      </a:moveTo>
                      <a:cubicBezTo>
                        <a:pt x="16058" y="3144"/>
                        <a:pt x="20169" y="8841"/>
                        <a:pt x="21292" y="15430"/>
                      </a:cubicBezTo>
                      <a:lnTo>
                        <a:pt x="0" y="19061"/>
                      </a:lnTo>
                      <a:lnTo>
                        <a:pt x="10160" y="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33" name="Arc 59"/>
                <p:cNvSpPr/>
                <p:nvPr/>
              </p:nvSpPr>
              <p:spPr>
                <a:xfrm rot="1151367">
                  <a:off x="3583" y="1102"/>
                  <a:ext cx="622" cy="9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21290" h="18364" fill="none">
                      <a:moveTo>
                        <a:pt x="11372" y="-1"/>
                      </a:moveTo>
                      <a:cubicBezTo>
                        <a:pt x="16633" y="3258"/>
                        <a:pt x="20244" y="8616"/>
                        <a:pt x="21289" y="14716"/>
                      </a:cubicBezTo>
                    </a:path>
                    <a:path w="21290" h="18364" stroke="0">
                      <a:moveTo>
                        <a:pt x="11372" y="-1"/>
                      </a:moveTo>
                      <a:cubicBezTo>
                        <a:pt x="16633" y="3258"/>
                        <a:pt x="20244" y="8616"/>
                        <a:pt x="21289" y="14716"/>
                      </a:cubicBezTo>
                      <a:lnTo>
                        <a:pt x="0" y="18364"/>
                      </a:lnTo>
                      <a:lnTo>
                        <a:pt x="11372" y="-1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134" name="Line 60"/>
                <p:cNvSpPr/>
                <p:nvPr/>
              </p:nvSpPr>
              <p:spPr>
                <a:xfrm flipH="1">
                  <a:off x="4065" y="1961"/>
                  <a:ext cx="28" cy="56"/>
                </a:xfrm>
                <a:prstGeom prst="line">
                  <a:avLst/>
                </a:prstGeom>
                <a:ln w="3810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7135" name="Line 61"/>
                <p:cNvSpPr/>
                <p:nvPr/>
              </p:nvSpPr>
              <p:spPr>
                <a:xfrm flipH="1">
                  <a:off x="4104" y="1984"/>
                  <a:ext cx="23" cy="39"/>
                </a:xfrm>
                <a:prstGeom prst="line">
                  <a:avLst/>
                </a:prstGeom>
                <a:ln w="3810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7136" name="Line 62"/>
                <p:cNvSpPr/>
                <p:nvPr/>
              </p:nvSpPr>
              <p:spPr>
                <a:xfrm>
                  <a:off x="4059" y="1122"/>
                  <a:ext cx="28" cy="39"/>
                </a:xfrm>
                <a:prstGeom prst="line">
                  <a:avLst/>
                </a:prstGeom>
                <a:ln w="3810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grpSp>
              <p:nvGrpSpPr>
                <p:cNvPr id="47137" name="Group 63"/>
                <p:cNvGrpSpPr/>
                <p:nvPr/>
              </p:nvGrpSpPr>
              <p:grpSpPr>
                <a:xfrm>
                  <a:off x="3946" y="1230"/>
                  <a:ext cx="422" cy="771"/>
                  <a:chOff x="3946" y="1230"/>
                  <a:chExt cx="422" cy="771"/>
                </a:xfrm>
              </p:grpSpPr>
              <p:sp>
                <p:nvSpPr>
                  <p:cNvPr id="47138" name="Line 64"/>
                  <p:cNvSpPr/>
                  <p:nvPr/>
                </p:nvSpPr>
                <p:spPr>
                  <a:xfrm flipH="1">
                    <a:off x="3946" y="1593"/>
                    <a:ext cx="369" cy="0"/>
                  </a:xfrm>
                  <a:prstGeom prst="line">
                    <a:avLst/>
                  </a:prstGeom>
                  <a:ln w="28575" cap="flat" cmpd="sng">
                    <a:solidFill>
                      <a:srgbClr val="3333CC"/>
                    </a:solidFill>
                    <a:prstDash val="solid"/>
                    <a:round/>
                    <a:headEnd type="none" w="med" len="med"/>
                    <a:tailEnd type="triangle" w="sm" len="lg"/>
                  </a:ln>
                </p:spPr>
              </p:sp>
              <p:sp>
                <p:nvSpPr>
                  <p:cNvPr id="47139" name="Arc 65"/>
                  <p:cNvSpPr/>
                  <p:nvPr/>
                </p:nvSpPr>
                <p:spPr>
                  <a:xfrm flipH="1">
                    <a:off x="3969" y="1888"/>
                    <a:ext cx="399" cy="11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20402" h="21526" fill="none">
                        <a:moveTo>
                          <a:pt x="1790" y="0"/>
                        </a:moveTo>
                        <a:cubicBezTo>
                          <a:pt x="10302" y="708"/>
                          <a:pt x="17596" y="6365"/>
                          <a:pt x="20401" y="14432"/>
                        </a:cubicBezTo>
                      </a:path>
                      <a:path w="20402" h="21526" stroke="0">
                        <a:moveTo>
                          <a:pt x="1790" y="0"/>
                        </a:moveTo>
                        <a:cubicBezTo>
                          <a:pt x="10302" y="708"/>
                          <a:pt x="17596" y="6365"/>
                          <a:pt x="20401" y="14432"/>
                        </a:cubicBezTo>
                        <a:lnTo>
                          <a:pt x="0" y="21526"/>
                        </a:lnTo>
                        <a:lnTo>
                          <a:pt x="1790" y="0"/>
                        </a:lnTo>
                        <a:close/>
                      </a:path>
                    </a:pathLst>
                  </a:custGeom>
                  <a:noFill/>
                  <a:ln w="28575" cap="flat" cmpd="sng">
                    <a:solidFill>
                      <a:srgbClr val="3333CC"/>
                    </a:solidFill>
                    <a:prstDash val="solid"/>
                    <a:round/>
                    <a:headEnd type="none" w="med" len="med"/>
                    <a:tailEnd type="triangle" w="sm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7140" name="Arc 66"/>
                  <p:cNvSpPr/>
                  <p:nvPr/>
                </p:nvSpPr>
                <p:spPr>
                  <a:xfrm flipH="1" flipV="1">
                    <a:off x="3946" y="1230"/>
                    <a:ext cx="421" cy="13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21481" h="21526" fill="none">
                        <a:moveTo>
                          <a:pt x="1790" y="0"/>
                        </a:moveTo>
                        <a:cubicBezTo>
                          <a:pt x="12126" y="860"/>
                          <a:pt x="20391" y="8944"/>
                          <a:pt x="21480" y="19258"/>
                        </a:cubicBezTo>
                      </a:path>
                      <a:path w="21481" h="21526" stroke="0">
                        <a:moveTo>
                          <a:pt x="1790" y="0"/>
                        </a:moveTo>
                        <a:cubicBezTo>
                          <a:pt x="12126" y="860"/>
                          <a:pt x="20391" y="8944"/>
                          <a:pt x="21480" y="19258"/>
                        </a:cubicBezTo>
                        <a:lnTo>
                          <a:pt x="0" y="21526"/>
                        </a:lnTo>
                        <a:lnTo>
                          <a:pt x="1790" y="0"/>
                        </a:lnTo>
                        <a:close/>
                      </a:path>
                    </a:pathLst>
                  </a:custGeom>
                  <a:noFill/>
                  <a:ln w="28575" cap="flat" cmpd="sng">
                    <a:solidFill>
                      <a:srgbClr val="3333CC"/>
                    </a:solidFill>
                    <a:prstDash val="solid"/>
                    <a:round/>
                    <a:headEnd type="none" w="med" len="med"/>
                    <a:tailEnd type="triangle" w="sm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aphicFrame>
            <p:nvGraphicFramePr>
              <p:cNvPr id="47141" name="Object 67"/>
              <p:cNvGraphicFramePr>
                <a:graphicFrameLocks noChangeAspect="1"/>
              </p:cNvGraphicFramePr>
              <p:nvPr/>
            </p:nvGraphicFramePr>
            <p:xfrm>
              <a:off x="3787" y="2115"/>
              <a:ext cx="363" cy="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" imgW="368300" imgH="215900" progId="Equation.3">
                      <p:embed/>
                    </p:oleObj>
                  </mc:Choice>
                  <mc:Fallback>
                    <p:oleObj r:id="rId2" imgW="368300" imgH="215900" progId="Equation.3">
                      <p:embed/>
                      <p:pic>
                        <p:nvPicPr>
                          <p:cNvPr id="0" name="图片 3229"/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3787" y="2115"/>
                            <a:ext cx="363" cy="21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7142" name="Group 68"/>
            <p:cNvGrpSpPr/>
            <p:nvPr/>
          </p:nvGrpSpPr>
          <p:grpSpPr>
            <a:xfrm>
              <a:off x="4241" y="1026"/>
              <a:ext cx="793" cy="1559"/>
              <a:chOff x="4241" y="1026"/>
              <a:chExt cx="793" cy="1559"/>
            </a:xfrm>
          </p:grpSpPr>
          <p:sp>
            <p:nvSpPr>
              <p:cNvPr id="47143" name="Arc 69"/>
              <p:cNvSpPr/>
              <p:nvPr/>
            </p:nvSpPr>
            <p:spPr>
              <a:xfrm>
                <a:off x="4346" y="1032"/>
                <a:ext cx="186" cy="621"/>
              </a:xfrm>
              <a:custGeom>
                <a:avLst/>
                <a:gdLst/>
                <a:ahLst/>
                <a:cxnLst>
                  <a:cxn ang="0">
                    <a:pos x="4" y="621"/>
                  </a:cxn>
                  <a:cxn ang="0">
                    <a:pos x="186" y="8"/>
                  </a:cxn>
                  <a:cxn ang="0">
                    <a:pos x="158" y="506"/>
                  </a:cxn>
                </a:cxnLst>
                <a:rect l="0" t="0" r="0" b="0"/>
                <a:pathLst>
                  <a:path w="25422" h="26489" fill="none">
                    <a:moveTo>
                      <a:pt x="560" y="26489"/>
                    </a:moveTo>
                    <a:cubicBezTo>
                      <a:pt x="188" y="24886"/>
                      <a:pt x="0" y="23245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81" y="-1"/>
                      <a:pt x="24160" y="114"/>
                      <a:pt x="25422" y="340"/>
                    </a:cubicBezTo>
                  </a:path>
                  <a:path w="25422" h="26489" stroke="0">
                    <a:moveTo>
                      <a:pt x="560" y="26489"/>
                    </a:moveTo>
                    <a:cubicBezTo>
                      <a:pt x="188" y="24886"/>
                      <a:pt x="0" y="23245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81" y="-1"/>
                      <a:pt x="24160" y="114"/>
                      <a:pt x="25422" y="340"/>
                    </a:cubicBezTo>
                    <a:lnTo>
                      <a:pt x="21600" y="21600"/>
                    </a:lnTo>
                    <a:lnTo>
                      <a:pt x="560" y="26489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45791" dir="2021404" algn="ctr" rotWithShape="0">
                  <a:schemeClr val="tx2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4" name="Line 70"/>
              <p:cNvSpPr/>
              <p:nvPr/>
            </p:nvSpPr>
            <p:spPr>
              <a:xfrm>
                <a:off x="4354" y="1633"/>
                <a:ext cx="0" cy="952"/>
              </a:xfrm>
              <a:prstGeom prst="line">
                <a:avLst/>
              </a:prstGeom>
              <a:ln w="381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56796" dir="1593903" algn="ctr" rotWithShape="0">
                  <a:schemeClr val="tx2"/>
                </a:outerShdw>
              </a:effectLst>
            </p:spPr>
          </p:sp>
          <p:sp>
            <p:nvSpPr>
              <p:cNvPr id="47145" name="Arc 71"/>
              <p:cNvSpPr/>
              <p:nvPr/>
            </p:nvSpPr>
            <p:spPr>
              <a:xfrm>
                <a:off x="4386" y="1026"/>
                <a:ext cx="182" cy="1008"/>
              </a:xfrm>
              <a:custGeom>
                <a:avLst/>
                <a:gdLst/>
                <a:ahLst/>
                <a:cxnLst>
                  <a:cxn ang="0">
                    <a:pos x="180" y="1001"/>
                  </a:cxn>
                  <a:cxn ang="0">
                    <a:pos x="182" y="8"/>
                  </a:cxn>
                  <a:cxn ang="0">
                    <a:pos x="155" y="504"/>
                  </a:cxn>
                </a:cxnLst>
                <a:rect l="0" t="0" r="0" b="0"/>
                <a:pathLst>
                  <a:path w="25422" h="43200" fill="none">
                    <a:moveTo>
                      <a:pt x="25104" y="42913"/>
                    </a:moveTo>
                    <a:cubicBezTo>
                      <a:pt x="23946" y="43104"/>
                      <a:pt x="22774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81" y="-1"/>
                      <a:pt x="24160" y="114"/>
                      <a:pt x="25422" y="340"/>
                    </a:cubicBezTo>
                  </a:path>
                  <a:path w="25422" h="43200" stroke="0">
                    <a:moveTo>
                      <a:pt x="25104" y="42913"/>
                    </a:moveTo>
                    <a:cubicBezTo>
                      <a:pt x="23946" y="43104"/>
                      <a:pt x="22774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81" y="-1"/>
                      <a:pt x="24160" y="114"/>
                      <a:pt x="25422" y="340"/>
                    </a:cubicBezTo>
                    <a:lnTo>
                      <a:pt x="21600" y="21600"/>
                    </a:lnTo>
                    <a:lnTo>
                      <a:pt x="25104" y="42913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45791" dir="2021404" algn="ctr" rotWithShape="0">
                  <a:schemeClr val="tx2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6" name="Arc 72"/>
              <p:cNvSpPr/>
              <p:nvPr/>
            </p:nvSpPr>
            <p:spPr>
              <a:xfrm>
                <a:off x="4420" y="1027"/>
                <a:ext cx="196" cy="1009"/>
              </a:xfrm>
              <a:custGeom>
                <a:avLst/>
                <a:gdLst/>
                <a:ahLst/>
                <a:cxnLst>
                  <a:cxn ang="0">
                    <a:pos x="196" y="988"/>
                  </a:cxn>
                  <a:cxn ang="0">
                    <a:pos x="180" y="8"/>
                  </a:cxn>
                  <a:cxn ang="0">
                    <a:pos x="153" y="505"/>
                  </a:cxn>
                </a:cxnLst>
                <a:rect l="0" t="0" r="0" b="0"/>
                <a:pathLst>
                  <a:path w="27711" h="43200" fill="none">
                    <a:moveTo>
                      <a:pt x="27710" y="42317"/>
                    </a:moveTo>
                    <a:cubicBezTo>
                      <a:pt x="25726" y="42902"/>
                      <a:pt x="23668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81" y="-1"/>
                      <a:pt x="24160" y="114"/>
                      <a:pt x="25422" y="340"/>
                    </a:cubicBezTo>
                  </a:path>
                  <a:path w="27711" h="43200" stroke="0">
                    <a:moveTo>
                      <a:pt x="27710" y="42317"/>
                    </a:moveTo>
                    <a:cubicBezTo>
                      <a:pt x="25726" y="42902"/>
                      <a:pt x="23668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81" y="-1"/>
                      <a:pt x="24160" y="114"/>
                      <a:pt x="25422" y="340"/>
                    </a:cubicBezTo>
                    <a:lnTo>
                      <a:pt x="21600" y="21600"/>
                    </a:lnTo>
                    <a:lnTo>
                      <a:pt x="27710" y="42317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45791" dir="2021404" algn="ctr" rotWithShape="0">
                  <a:schemeClr val="tx2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7" name="Arc 73"/>
              <p:cNvSpPr/>
              <p:nvPr/>
            </p:nvSpPr>
            <p:spPr>
              <a:xfrm>
                <a:off x="4454" y="1028"/>
                <a:ext cx="196" cy="1008"/>
              </a:xfrm>
              <a:custGeom>
                <a:avLst/>
                <a:gdLst/>
                <a:ahLst/>
                <a:cxnLst>
                  <a:cxn ang="0">
                    <a:pos x="196" y="987"/>
                  </a:cxn>
                  <a:cxn ang="0">
                    <a:pos x="180" y="8"/>
                  </a:cxn>
                  <a:cxn ang="0">
                    <a:pos x="153" y="504"/>
                  </a:cxn>
                </a:cxnLst>
                <a:rect l="0" t="0" r="0" b="0"/>
                <a:pathLst>
                  <a:path w="27711" h="43200" fill="none">
                    <a:moveTo>
                      <a:pt x="27710" y="42317"/>
                    </a:moveTo>
                    <a:cubicBezTo>
                      <a:pt x="25726" y="42902"/>
                      <a:pt x="23668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81" y="-1"/>
                      <a:pt x="24160" y="114"/>
                      <a:pt x="25422" y="340"/>
                    </a:cubicBezTo>
                  </a:path>
                  <a:path w="27711" h="43200" stroke="0">
                    <a:moveTo>
                      <a:pt x="27710" y="42317"/>
                    </a:moveTo>
                    <a:cubicBezTo>
                      <a:pt x="25726" y="42902"/>
                      <a:pt x="23668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81" y="-1"/>
                      <a:pt x="24160" y="114"/>
                      <a:pt x="25422" y="340"/>
                    </a:cubicBezTo>
                    <a:lnTo>
                      <a:pt x="21600" y="21600"/>
                    </a:lnTo>
                    <a:lnTo>
                      <a:pt x="27710" y="42317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45791" dir="2021404" algn="ctr" rotWithShape="0">
                  <a:schemeClr val="tx2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8" name="Arc 74"/>
              <p:cNvSpPr/>
              <p:nvPr/>
            </p:nvSpPr>
            <p:spPr>
              <a:xfrm>
                <a:off x="4481" y="1029"/>
                <a:ext cx="196" cy="1009"/>
              </a:xfrm>
              <a:custGeom>
                <a:avLst/>
                <a:gdLst/>
                <a:ahLst/>
                <a:cxnLst>
                  <a:cxn ang="0">
                    <a:pos x="196" y="988"/>
                  </a:cxn>
                  <a:cxn ang="0">
                    <a:pos x="180" y="8"/>
                  </a:cxn>
                  <a:cxn ang="0">
                    <a:pos x="153" y="505"/>
                  </a:cxn>
                </a:cxnLst>
                <a:rect l="0" t="0" r="0" b="0"/>
                <a:pathLst>
                  <a:path w="27711" h="43200" fill="none">
                    <a:moveTo>
                      <a:pt x="27710" y="42317"/>
                    </a:moveTo>
                    <a:cubicBezTo>
                      <a:pt x="25726" y="42902"/>
                      <a:pt x="23668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81" y="-1"/>
                      <a:pt x="24160" y="114"/>
                      <a:pt x="25422" y="340"/>
                    </a:cubicBezTo>
                  </a:path>
                  <a:path w="27711" h="43200" stroke="0">
                    <a:moveTo>
                      <a:pt x="27710" y="42317"/>
                    </a:moveTo>
                    <a:cubicBezTo>
                      <a:pt x="25726" y="42902"/>
                      <a:pt x="23668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81" y="-1"/>
                      <a:pt x="24160" y="114"/>
                      <a:pt x="25422" y="340"/>
                    </a:cubicBezTo>
                    <a:lnTo>
                      <a:pt x="21600" y="21600"/>
                    </a:lnTo>
                    <a:lnTo>
                      <a:pt x="27710" y="42317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45791" dir="2021404" algn="ctr" rotWithShape="0">
                  <a:schemeClr val="tx2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9" name="Arc 75"/>
              <p:cNvSpPr/>
              <p:nvPr/>
            </p:nvSpPr>
            <p:spPr>
              <a:xfrm>
                <a:off x="4523" y="1029"/>
                <a:ext cx="194" cy="1009"/>
              </a:xfrm>
              <a:custGeom>
                <a:avLst/>
                <a:gdLst/>
                <a:ahLst/>
                <a:cxnLst>
                  <a:cxn ang="0">
                    <a:pos x="194" y="988"/>
                  </a:cxn>
                  <a:cxn ang="0">
                    <a:pos x="178" y="8"/>
                  </a:cxn>
                  <a:cxn ang="0">
                    <a:pos x="151" y="505"/>
                  </a:cxn>
                </a:cxnLst>
                <a:rect l="0" t="0" r="0" b="0"/>
                <a:pathLst>
                  <a:path w="27711" h="43200" fill="none">
                    <a:moveTo>
                      <a:pt x="27710" y="42317"/>
                    </a:moveTo>
                    <a:cubicBezTo>
                      <a:pt x="25726" y="42902"/>
                      <a:pt x="23668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81" y="-1"/>
                      <a:pt x="24160" y="114"/>
                      <a:pt x="25422" y="340"/>
                    </a:cubicBezTo>
                  </a:path>
                  <a:path w="27711" h="43200" stroke="0">
                    <a:moveTo>
                      <a:pt x="27710" y="42317"/>
                    </a:moveTo>
                    <a:cubicBezTo>
                      <a:pt x="25726" y="42902"/>
                      <a:pt x="23668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81" y="-1"/>
                      <a:pt x="24160" y="114"/>
                      <a:pt x="25422" y="340"/>
                    </a:cubicBezTo>
                    <a:lnTo>
                      <a:pt x="21600" y="21600"/>
                    </a:lnTo>
                    <a:lnTo>
                      <a:pt x="27710" y="42317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45791" dir="2021404" algn="ctr" rotWithShape="0">
                  <a:schemeClr val="tx2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0" name="Arc 76"/>
              <p:cNvSpPr/>
              <p:nvPr/>
            </p:nvSpPr>
            <p:spPr>
              <a:xfrm>
                <a:off x="4557" y="1032"/>
                <a:ext cx="194" cy="1006"/>
              </a:xfrm>
              <a:custGeom>
                <a:avLst/>
                <a:gdLst/>
                <a:ahLst/>
                <a:cxnLst>
                  <a:cxn ang="0">
                    <a:pos x="194" y="985"/>
                  </a:cxn>
                  <a:cxn ang="0">
                    <a:pos x="178" y="8"/>
                  </a:cxn>
                  <a:cxn ang="0">
                    <a:pos x="151" y="503"/>
                  </a:cxn>
                </a:cxnLst>
                <a:rect l="0" t="0" r="0" b="0"/>
                <a:pathLst>
                  <a:path w="27711" h="43200" fill="none">
                    <a:moveTo>
                      <a:pt x="27710" y="42317"/>
                    </a:moveTo>
                    <a:cubicBezTo>
                      <a:pt x="25726" y="42902"/>
                      <a:pt x="23668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81" y="-1"/>
                      <a:pt x="24160" y="114"/>
                      <a:pt x="25422" y="340"/>
                    </a:cubicBezTo>
                  </a:path>
                  <a:path w="27711" h="43200" stroke="0">
                    <a:moveTo>
                      <a:pt x="27710" y="42317"/>
                    </a:moveTo>
                    <a:cubicBezTo>
                      <a:pt x="25726" y="42902"/>
                      <a:pt x="23668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81" y="-1"/>
                      <a:pt x="24160" y="114"/>
                      <a:pt x="25422" y="340"/>
                    </a:cubicBezTo>
                    <a:lnTo>
                      <a:pt x="21600" y="21600"/>
                    </a:lnTo>
                    <a:lnTo>
                      <a:pt x="27710" y="42317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45791" dir="2021404" algn="ctr" rotWithShape="0">
                  <a:schemeClr val="tx2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1" name="Arc 77"/>
              <p:cNvSpPr/>
              <p:nvPr/>
            </p:nvSpPr>
            <p:spPr>
              <a:xfrm>
                <a:off x="4591" y="1036"/>
                <a:ext cx="219" cy="1008"/>
              </a:xfrm>
              <a:custGeom>
                <a:avLst/>
                <a:gdLst/>
                <a:ahLst/>
                <a:cxnLst>
                  <a:cxn ang="0">
                    <a:pos x="219" y="960"/>
                  </a:cxn>
                  <a:cxn ang="0">
                    <a:pos x="199" y="23"/>
                  </a:cxn>
                  <a:cxn ang="0">
                    <a:pos x="153" y="504"/>
                  </a:cxn>
                </a:cxnLst>
                <a:rect l="0" t="0" r="0" b="0"/>
                <a:pathLst>
                  <a:path w="30844" h="43200" fill="none">
                    <a:moveTo>
                      <a:pt x="30843" y="41121"/>
                    </a:moveTo>
                    <a:cubicBezTo>
                      <a:pt x="27954" y="42490"/>
                      <a:pt x="24797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3780" y="-1"/>
                      <a:pt x="25948" y="330"/>
                      <a:pt x="28029" y="979"/>
                    </a:cubicBezTo>
                  </a:path>
                  <a:path w="30844" h="43200" stroke="0">
                    <a:moveTo>
                      <a:pt x="30843" y="41121"/>
                    </a:moveTo>
                    <a:cubicBezTo>
                      <a:pt x="27954" y="42490"/>
                      <a:pt x="24797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3780" y="-1"/>
                      <a:pt x="25948" y="330"/>
                      <a:pt x="28029" y="979"/>
                    </a:cubicBezTo>
                    <a:lnTo>
                      <a:pt x="21600" y="21600"/>
                    </a:lnTo>
                    <a:lnTo>
                      <a:pt x="30843" y="41121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45791" dir="2021404" algn="ctr" rotWithShape="0">
                  <a:schemeClr val="tx2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2" name="Line 78"/>
              <p:cNvSpPr/>
              <p:nvPr/>
            </p:nvSpPr>
            <p:spPr>
              <a:xfrm>
                <a:off x="4783" y="1044"/>
                <a:ext cx="28" cy="13"/>
              </a:xfrm>
              <a:prstGeom prst="line">
                <a:avLst/>
              </a:prstGeom>
              <a:ln w="381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7153" name="Line 79"/>
              <p:cNvSpPr/>
              <p:nvPr/>
            </p:nvSpPr>
            <p:spPr>
              <a:xfrm>
                <a:off x="4844" y="2019"/>
                <a:ext cx="0" cy="556"/>
              </a:xfrm>
              <a:prstGeom prst="line">
                <a:avLst/>
              </a:prstGeom>
              <a:ln w="38100" cap="flat" cmpd="sng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35921" dir="2699999" algn="ctr" rotWithShape="0">
                  <a:schemeClr val="tx2"/>
                </a:outerShdw>
              </a:effectLst>
            </p:spPr>
          </p:sp>
          <p:sp>
            <p:nvSpPr>
              <p:cNvPr id="47154" name="Arc 80"/>
              <p:cNvSpPr/>
              <p:nvPr/>
            </p:nvSpPr>
            <p:spPr>
              <a:xfrm rot="1347597">
                <a:off x="4497" y="1082"/>
                <a:ext cx="537" cy="91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548" h="21040" fill="none">
                    <a:moveTo>
                      <a:pt x="4887" y="0"/>
                    </a:moveTo>
                    <a:cubicBezTo>
                      <a:pt x="14128" y="2147"/>
                      <a:pt x="20887" y="10072"/>
                      <a:pt x="21547" y="19536"/>
                    </a:cubicBezTo>
                  </a:path>
                  <a:path w="21548" h="21040" stroke="0">
                    <a:moveTo>
                      <a:pt x="4887" y="0"/>
                    </a:moveTo>
                    <a:cubicBezTo>
                      <a:pt x="14128" y="2147"/>
                      <a:pt x="20887" y="10072"/>
                      <a:pt x="21547" y="19536"/>
                    </a:cubicBezTo>
                    <a:lnTo>
                      <a:pt x="0" y="21040"/>
                    </a:lnTo>
                    <a:lnTo>
                      <a:pt x="4887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5" name="Arc 81"/>
              <p:cNvSpPr/>
              <p:nvPr/>
            </p:nvSpPr>
            <p:spPr>
              <a:xfrm rot="1347597">
                <a:off x="4441" y="1078"/>
                <a:ext cx="537" cy="91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548" h="21040" fill="none">
                    <a:moveTo>
                      <a:pt x="4887" y="0"/>
                    </a:moveTo>
                    <a:cubicBezTo>
                      <a:pt x="14128" y="2147"/>
                      <a:pt x="20887" y="10072"/>
                      <a:pt x="21547" y="19536"/>
                    </a:cubicBezTo>
                  </a:path>
                  <a:path w="21548" h="21040" stroke="0">
                    <a:moveTo>
                      <a:pt x="4887" y="0"/>
                    </a:moveTo>
                    <a:cubicBezTo>
                      <a:pt x="14128" y="2147"/>
                      <a:pt x="20887" y="10072"/>
                      <a:pt x="21547" y="19536"/>
                    </a:cubicBezTo>
                    <a:lnTo>
                      <a:pt x="0" y="21040"/>
                    </a:lnTo>
                    <a:lnTo>
                      <a:pt x="4887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6" name="Arc 82"/>
              <p:cNvSpPr/>
              <p:nvPr/>
            </p:nvSpPr>
            <p:spPr>
              <a:xfrm rot="1151367">
                <a:off x="4382" y="1086"/>
                <a:ext cx="538" cy="92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548" h="20281" fill="none">
                    <a:moveTo>
                      <a:pt x="7431" y="-1"/>
                    </a:moveTo>
                    <a:cubicBezTo>
                      <a:pt x="15426" y="2929"/>
                      <a:pt x="20954" y="10282"/>
                      <a:pt x="21547" y="18777"/>
                    </a:cubicBezTo>
                  </a:path>
                  <a:path w="21548" h="20281" stroke="0">
                    <a:moveTo>
                      <a:pt x="7431" y="-1"/>
                    </a:moveTo>
                    <a:cubicBezTo>
                      <a:pt x="15426" y="2929"/>
                      <a:pt x="20954" y="10282"/>
                      <a:pt x="21547" y="18777"/>
                    </a:cubicBezTo>
                    <a:lnTo>
                      <a:pt x="0" y="20281"/>
                    </a:lnTo>
                    <a:lnTo>
                      <a:pt x="7431" y="-1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7" name="Line 83"/>
              <p:cNvSpPr/>
              <p:nvPr/>
            </p:nvSpPr>
            <p:spPr>
              <a:xfrm>
                <a:off x="4864" y="1990"/>
                <a:ext cx="0" cy="5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7158" name="Arc 84"/>
              <p:cNvSpPr/>
              <p:nvPr/>
            </p:nvSpPr>
            <p:spPr>
              <a:xfrm rot="1151367">
                <a:off x="4284" y="1135"/>
                <a:ext cx="532" cy="93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293" h="19061" fill="none">
                    <a:moveTo>
                      <a:pt x="10160" y="0"/>
                    </a:moveTo>
                    <a:cubicBezTo>
                      <a:pt x="16058" y="3144"/>
                      <a:pt x="20169" y="8841"/>
                      <a:pt x="21292" y="15430"/>
                    </a:cubicBezTo>
                  </a:path>
                  <a:path w="21293" h="19061" stroke="0">
                    <a:moveTo>
                      <a:pt x="10160" y="0"/>
                    </a:moveTo>
                    <a:cubicBezTo>
                      <a:pt x="16058" y="3144"/>
                      <a:pt x="20169" y="8841"/>
                      <a:pt x="21292" y="15430"/>
                    </a:cubicBezTo>
                    <a:lnTo>
                      <a:pt x="0" y="19061"/>
                    </a:lnTo>
                    <a:lnTo>
                      <a:pt x="10160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9" name="Arc 85"/>
              <p:cNvSpPr/>
              <p:nvPr/>
            </p:nvSpPr>
            <p:spPr>
              <a:xfrm rot="1151367">
                <a:off x="4241" y="1102"/>
                <a:ext cx="622" cy="9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290" h="18364" fill="none">
                    <a:moveTo>
                      <a:pt x="11372" y="-1"/>
                    </a:moveTo>
                    <a:cubicBezTo>
                      <a:pt x="16633" y="3258"/>
                      <a:pt x="20244" y="8616"/>
                      <a:pt x="21289" y="14716"/>
                    </a:cubicBezTo>
                  </a:path>
                  <a:path w="21290" h="18364" stroke="0">
                    <a:moveTo>
                      <a:pt x="11372" y="-1"/>
                    </a:moveTo>
                    <a:cubicBezTo>
                      <a:pt x="16633" y="3258"/>
                      <a:pt x="20244" y="8616"/>
                      <a:pt x="21289" y="14716"/>
                    </a:cubicBezTo>
                    <a:lnTo>
                      <a:pt x="0" y="18364"/>
                    </a:lnTo>
                    <a:lnTo>
                      <a:pt x="11372" y="-1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60" name="Line 86"/>
              <p:cNvSpPr/>
              <p:nvPr/>
            </p:nvSpPr>
            <p:spPr>
              <a:xfrm flipH="1">
                <a:off x="4723" y="1961"/>
                <a:ext cx="28" cy="56"/>
              </a:xfrm>
              <a:prstGeom prst="line">
                <a:avLst/>
              </a:prstGeom>
              <a:ln w="3810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7161" name="Line 87"/>
              <p:cNvSpPr/>
              <p:nvPr/>
            </p:nvSpPr>
            <p:spPr>
              <a:xfrm flipH="1">
                <a:off x="4762" y="1984"/>
                <a:ext cx="23" cy="39"/>
              </a:xfrm>
              <a:prstGeom prst="line">
                <a:avLst/>
              </a:prstGeom>
              <a:ln w="3810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7162" name="Line 88"/>
              <p:cNvSpPr/>
              <p:nvPr/>
            </p:nvSpPr>
            <p:spPr>
              <a:xfrm>
                <a:off x="4717" y="1122"/>
                <a:ext cx="28" cy="39"/>
              </a:xfrm>
              <a:prstGeom prst="line">
                <a:avLst/>
              </a:prstGeom>
              <a:ln w="3810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aphicFrame>
            <p:nvGraphicFramePr>
              <p:cNvPr id="47163" name="Object 89"/>
              <p:cNvGraphicFramePr>
                <a:graphicFrameLocks noChangeAspect="1"/>
              </p:cNvGraphicFramePr>
              <p:nvPr/>
            </p:nvGraphicFramePr>
            <p:xfrm>
              <a:off x="4445" y="2137"/>
              <a:ext cx="376" cy="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4" imgW="381000" imgH="215900" progId="Equation.3">
                      <p:embed/>
                    </p:oleObj>
                  </mc:Choice>
                  <mc:Fallback>
                    <p:oleObj r:id="rId4" imgW="381000" imgH="215900" progId="Equation.3">
                      <p:embed/>
                      <p:pic>
                        <p:nvPicPr>
                          <p:cNvPr id="0" name="图片 3230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4445" y="2137"/>
                            <a:ext cx="376" cy="21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7164" name="Group 90"/>
            <p:cNvGrpSpPr/>
            <p:nvPr/>
          </p:nvGrpSpPr>
          <p:grpSpPr>
            <a:xfrm>
              <a:off x="4643" y="958"/>
              <a:ext cx="732" cy="1278"/>
              <a:chOff x="4643" y="958"/>
              <a:chExt cx="732" cy="1278"/>
            </a:xfrm>
          </p:grpSpPr>
          <p:sp>
            <p:nvSpPr>
              <p:cNvPr id="47165" name="Line 91"/>
              <p:cNvSpPr/>
              <p:nvPr/>
            </p:nvSpPr>
            <p:spPr>
              <a:xfrm>
                <a:off x="4666" y="1593"/>
                <a:ext cx="709" cy="0"/>
              </a:xfrm>
              <a:prstGeom prst="line">
                <a:avLst/>
              </a:prstGeom>
              <a:ln w="28575" cap="flat" cmpd="sng">
                <a:solidFill>
                  <a:srgbClr val="3333CC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47166" name="Arc 92"/>
              <p:cNvSpPr/>
              <p:nvPr/>
            </p:nvSpPr>
            <p:spPr>
              <a:xfrm>
                <a:off x="4666" y="1843"/>
                <a:ext cx="562" cy="39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422" h="21526" fill="none">
                    <a:moveTo>
                      <a:pt x="1790" y="0"/>
                    </a:moveTo>
                    <a:cubicBezTo>
                      <a:pt x="11937" y="844"/>
                      <a:pt x="20116" y="8659"/>
                      <a:pt x="21421" y="18757"/>
                    </a:cubicBezTo>
                  </a:path>
                  <a:path w="21422" h="21526" stroke="0">
                    <a:moveTo>
                      <a:pt x="1790" y="0"/>
                    </a:moveTo>
                    <a:cubicBezTo>
                      <a:pt x="11937" y="844"/>
                      <a:pt x="20116" y="8659"/>
                      <a:pt x="21421" y="18757"/>
                    </a:cubicBezTo>
                    <a:lnTo>
                      <a:pt x="0" y="21526"/>
                    </a:lnTo>
                    <a:lnTo>
                      <a:pt x="1790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3333CC"/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67" name="Arc 93"/>
              <p:cNvSpPr/>
              <p:nvPr/>
            </p:nvSpPr>
            <p:spPr>
              <a:xfrm flipV="1">
                <a:off x="4643" y="958"/>
                <a:ext cx="562" cy="39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422" h="21526" fill="none">
                    <a:moveTo>
                      <a:pt x="1790" y="0"/>
                    </a:moveTo>
                    <a:cubicBezTo>
                      <a:pt x="11937" y="844"/>
                      <a:pt x="20116" y="8659"/>
                      <a:pt x="21421" y="18757"/>
                    </a:cubicBezTo>
                  </a:path>
                  <a:path w="21422" h="21526" stroke="0">
                    <a:moveTo>
                      <a:pt x="1790" y="0"/>
                    </a:moveTo>
                    <a:cubicBezTo>
                      <a:pt x="11937" y="844"/>
                      <a:pt x="20116" y="8659"/>
                      <a:pt x="21421" y="18757"/>
                    </a:cubicBezTo>
                    <a:lnTo>
                      <a:pt x="0" y="21526"/>
                    </a:lnTo>
                    <a:lnTo>
                      <a:pt x="1790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3333CC"/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47168" name="Object 94"/>
            <p:cNvGraphicFramePr>
              <a:graphicFrameLocks noChangeAspect="1"/>
            </p:cNvGraphicFramePr>
            <p:nvPr/>
          </p:nvGraphicFramePr>
          <p:xfrm>
            <a:off x="3901" y="709"/>
            <a:ext cx="134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88900" imgH="164465" progId="Equation.3">
                    <p:embed/>
                  </p:oleObj>
                </mc:Choice>
                <mc:Fallback>
                  <p:oleObj r:id="rId6" imgW="88900" imgH="164465" progId="Equation.3">
                    <p:embed/>
                    <p:pic>
                      <p:nvPicPr>
                        <p:cNvPr id="0" name="图片 3232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901" y="709"/>
                          <a:ext cx="134" cy="2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69" name="Object 95"/>
            <p:cNvGraphicFramePr>
              <a:graphicFrameLocks noChangeAspect="1"/>
            </p:cNvGraphicFramePr>
            <p:nvPr/>
          </p:nvGraphicFramePr>
          <p:xfrm>
            <a:off x="4581" y="731"/>
            <a:ext cx="197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27000" imgH="165100" progId="Equation.3">
                    <p:embed/>
                  </p:oleObj>
                </mc:Choice>
                <mc:Fallback>
                  <p:oleObj r:id="rId8" imgW="127000" imgH="165100" progId="Equation.3">
                    <p:embed/>
                    <p:pic>
                      <p:nvPicPr>
                        <p:cNvPr id="0" name="图片 3238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581" y="731"/>
                          <a:ext cx="197" cy="2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170" name="组合 4"/>
          <p:cNvGrpSpPr/>
          <p:nvPr/>
        </p:nvGrpSpPr>
        <p:grpSpPr>
          <a:xfrm>
            <a:off x="1660525" y="2538413"/>
            <a:ext cx="1409700" cy="579437"/>
            <a:chOff x="2971" y="4136"/>
            <a:chExt cx="2221" cy="912"/>
          </a:xfrm>
        </p:grpSpPr>
        <p:graphicFrame>
          <p:nvGraphicFramePr>
            <p:cNvPr id="47171" name="Object 14"/>
            <p:cNvGraphicFramePr>
              <a:graphicFrameLocks noChangeAspect="1"/>
            </p:cNvGraphicFramePr>
            <p:nvPr/>
          </p:nvGraphicFramePr>
          <p:xfrm>
            <a:off x="2971" y="4174"/>
            <a:ext cx="843" cy="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266700" imgH="241300" progId="Equation.3">
                    <p:embed/>
                  </p:oleObj>
                </mc:Choice>
                <mc:Fallback>
                  <p:oleObj r:id="rId10" imgW="266700" imgH="241300" progId="Equation.3">
                    <p:embed/>
                    <p:pic>
                      <p:nvPicPr>
                        <p:cNvPr id="0" name="图片 3236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2971" y="4174"/>
                          <a:ext cx="843" cy="8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72" name="Object 14"/>
            <p:cNvGraphicFramePr>
              <a:graphicFrameLocks noChangeAspect="1"/>
            </p:cNvGraphicFramePr>
            <p:nvPr/>
          </p:nvGraphicFramePr>
          <p:xfrm>
            <a:off x="3814" y="4136"/>
            <a:ext cx="1377" cy="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342900" imgH="241300" progId="Equation.3">
                    <p:embed/>
                  </p:oleObj>
                </mc:Choice>
                <mc:Fallback>
                  <p:oleObj r:id="rId12" imgW="342900" imgH="241300" progId="Equation.3">
                    <p:embed/>
                    <p:pic>
                      <p:nvPicPr>
                        <p:cNvPr id="0" name="图片 3242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814" y="4136"/>
                          <a:ext cx="1377" cy="9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173" name="组合 6"/>
          <p:cNvGrpSpPr/>
          <p:nvPr/>
        </p:nvGrpSpPr>
        <p:grpSpPr>
          <a:xfrm>
            <a:off x="1538288" y="3286125"/>
            <a:ext cx="1608137" cy="650875"/>
            <a:chOff x="2990" y="5351"/>
            <a:chExt cx="2531" cy="1027"/>
          </a:xfrm>
        </p:grpSpPr>
        <p:graphicFrame>
          <p:nvGraphicFramePr>
            <p:cNvPr id="47174" name="Object 13"/>
            <p:cNvGraphicFramePr>
              <a:graphicFrameLocks noChangeAspect="1"/>
            </p:cNvGraphicFramePr>
            <p:nvPr/>
          </p:nvGraphicFramePr>
          <p:xfrm>
            <a:off x="2989" y="5424"/>
            <a:ext cx="964" cy="9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266700" imgH="241300" progId="Equation.3">
                    <p:embed/>
                  </p:oleObj>
                </mc:Choice>
                <mc:Fallback>
                  <p:oleObj r:id="rId14" imgW="266700" imgH="241300" progId="Equation.3">
                    <p:embed/>
                    <p:pic>
                      <p:nvPicPr>
                        <p:cNvPr id="0" name="图片 3237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2989" y="5424"/>
                          <a:ext cx="964" cy="95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75" name="Object 14"/>
            <p:cNvGraphicFramePr>
              <a:graphicFrameLocks noChangeAspect="1"/>
            </p:cNvGraphicFramePr>
            <p:nvPr/>
          </p:nvGraphicFramePr>
          <p:xfrm>
            <a:off x="3910" y="5351"/>
            <a:ext cx="1610" cy="9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355600" imgH="241300" progId="Equation.3">
                    <p:embed/>
                  </p:oleObj>
                </mc:Choice>
                <mc:Fallback>
                  <p:oleObj r:id="rId16" imgW="355600" imgH="241300" progId="Equation.3">
                    <p:embed/>
                    <p:pic>
                      <p:nvPicPr>
                        <p:cNvPr id="0" name="图片 3235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3910" y="5351"/>
                          <a:ext cx="1610" cy="9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6546" name="Object 2"/>
          <p:cNvGraphicFramePr>
            <a:graphicFrameLocks noChangeAspect="1"/>
          </p:cNvGraphicFramePr>
          <p:nvPr/>
        </p:nvGraphicFramePr>
        <p:xfrm>
          <a:off x="2813050" y="5573713"/>
          <a:ext cx="1925638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837565" imgH="393700" progId="Equation.3">
                  <p:embed/>
                </p:oleObj>
              </mc:Choice>
              <mc:Fallback>
                <p:oleObj r:id="rId18" imgW="837565" imgH="393700" progId="Equation.3">
                  <p:embed/>
                  <p:pic>
                    <p:nvPicPr>
                      <p:cNvPr id="0" name="图片 3233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813050" y="5573713"/>
                        <a:ext cx="1925638" cy="908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47" name="Text Box 3"/>
          <p:cNvSpPr txBox="1"/>
          <p:nvPr/>
        </p:nvSpPr>
        <p:spPr>
          <a:xfrm>
            <a:off x="611188" y="5768975"/>
            <a:ext cx="238442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互感电动势</a:t>
            </a:r>
          </a:p>
        </p:txBody>
      </p:sp>
      <p:sp>
        <p:nvSpPr>
          <p:cNvPr id="236559" name="Rectangle 15"/>
          <p:cNvSpPr/>
          <p:nvPr/>
        </p:nvSpPr>
        <p:spPr>
          <a:xfrm>
            <a:off x="466725" y="4292600"/>
            <a:ext cx="8370888" cy="1200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altLang="zh-CN" sz="2400" b="1" i="1" strike="noStrike" noProof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M</a:t>
            </a:r>
            <a:r>
              <a:rPr lang="zh-CN" altLang="en-US" sz="2400" b="1" strike="noStrike" noProof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称为</a:t>
            </a:r>
            <a:r>
              <a:rPr lang="zh-CN" altLang="en-US" sz="2400" b="1" strike="noStrike" noProof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互感系数</a:t>
            </a:r>
            <a:r>
              <a:rPr lang="zh-CN" altLang="en-US" sz="2400" b="1" strike="noStrike" noProof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，和</a:t>
            </a:r>
            <a:r>
              <a:rPr lang="zh-CN" altLang="en-US" sz="2400" b="1" strike="noStrike" noProof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两个回路的大小、形状、匝数、相对位置以及周围磁介质的性质</a:t>
            </a:r>
            <a:r>
              <a:rPr lang="zh-CN" altLang="en-US" sz="2400" b="1" strike="noStrike" noProof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有关。在</a:t>
            </a:r>
            <a:r>
              <a:rPr lang="zh-CN" altLang="en-US" sz="2400" b="1" strike="noStrike" noProof="1">
                <a:solidFill>
                  <a:schemeClr val="accent6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没有铁磁质</a:t>
            </a:r>
            <a:r>
              <a:rPr lang="zh-CN" altLang="en-US" sz="2400" b="1" strike="noStrike" noProof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时，</a:t>
            </a:r>
            <a:r>
              <a:rPr lang="en-US" altLang="zh-CN" sz="2400" b="1" i="1" strike="noStrike" noProof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M</a:t>
            </a:r>
            <a:r>
              <a:rPr lang="zh-CN" altLang="en-US" sz="2400" b="1" strike="noStrike" noProof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为</a:t>
            </a:r>
            <a:r>
              <a:rPr lang="zh-CN" altLang="en-US" sz="2400" b="1" strike="noStrike" noProof="1">
                <a:solidFill>
                  <a:schemeClr val="accent6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常量</a:t>
            </a:r>
            <a:r>
              <a:rPr lang="zh-CN" altLang="en-US" sz="2400" b="1" strike="noStrike" noProof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。</a:t>
            </a:r>
            <a:endParaRPr lang="zh-CN" altLang="en-US" sz="2400" b="1" strike="noStrike" noProof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36560" name="Object 16"/>
          <p:cNvGraphicFramePr>
            <a:graphicFrameLocks noChangeAspect="1"/>
          </p:cNvGraphicFramePr>
          <p:nvPr/>
        </p:nvGraphicFramePr>
        <p:xfrm>
          <a:off x="5180013" y="5573713"/>
          <a:ext cx="1925637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862965" imgH="393700" progId="Equation.3">
                  <p:embed/>
                </p:oleObj>
              </mc:Choice>
              <mc:Fallback>
                <p:oleObj r:id="rId20" imgW="862965" imgH="393700" progId="Equation.3">
                  <p:embed/>
                  <p:pic>
                    <p:nvPicPr>
                      <p:cNvPr id="0" name="图片 3241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180013" y="5573713"/>
                        <a:ext cx="1925637" cy="884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5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3" grpId="0"/>
      <p:bldP spid="236547" grpId="0"/>
      <p:bldP spid="236559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00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l="1459" r="1756"/>
          <a:stretch>
            <a:fillRect/>
          </a:stretch>
        </p:blipFill>
        <p:spPr>
          <a:xfrm>
            <a:off x="539750" y="836295"/>
            <a:ext cx="7894320" cy="3238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文本框 3"/>
          <p:cNvSpPr txBox="1"/>
          <p:nvPr/>
        </p:nvSpPr>
        <p:spPr>
          <a:xfrm>
            <a:off x="323850" y="549275"/>
            <a:ext cx="15367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自感磁能</a:t>
            </a:r>
          </a:p>
        </p:txBody>
      </p:sp>
      <p:graphicFrame>
        <p:nvGraphicFramePr>
          <p:cNvPr id="48130" name="对象 5"/>
          <p:cNvGraphicFramePr/>
          <p:nvPr/>
        </p:nvGraphicFramePr>
        <p:xfrm>
          <a:off x="1543050" y="250825"/>
          <a:ext cx="2006600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276985" imgH="610870" progId="Equation.DSMT4">
                  <p:embed/>
                </p:oleObj>
              </mc:Choice>
              <mc:Fallback>
                <p:oleObj r:id="rId2" imgW="1276985" imgH="610870" progId="Equation.DSMT4">
                  <p:embed/>
                  <p:pic>
                    <p:nvPicPr>
                      <p:cNvPr id="0" name="图片 323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43050" y="250825"/>
                        <a:ext cx="2006600" cy="919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1" name="文本框 7"/>
          <p:cNvSpPr txBox="1"/>
          <p:nvPr/>
        </p:nvSpPr>
        <p:spPr>
          <a:xfrm>
            <a:off x="3563938" y="476250"/>
            <a:ext cx="4572000" cy="6461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成立条件为：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无铁磁质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11188" y="1412875"/>
            <a:ext cx="6126162" cy="731838"/>
            <a:chOff x="414" y="2018"/>
            <a:chExt cx="3859" cy="461"/>
          </a:xfrm>
        </p:grpSpPr>
        <p:sp>
          <p:nvSpPr>
            <p:cNvPr id="48133" name="Rectangle 10"/>
            <p:cNvSpPr/>
            <p:nvPr/>
          </p:nvSpPr>
          <p:spPr>
            <a:xfrm>
              <a:off x="414" y="2103"/>
              <a:ext cx="179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磁场的能量密度为</a:t>
              </a:r>
              <a:r>
                <a:rPr lang="en-US" altLang="zh-CN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: </a:t>
              </a:r>
            </a:p>
          </p:txBody>
        </p:sp>
        <p:graphicFrame>
          <p:nvGraphicFramePr>
            <p:cNvPr id="48134" name="Object 11"/>
            <p:cNvGraphicFramePr>
              <a:graphicFrameLocks noChangeAspect="1"/>
            </p:cNvGraphicFramePr>
            <p:nvPr/>
          </p:nvGraphicFramePr>
          <p:xfrm>
            <a:off x="2249" y="2018"/>
            <a:ext cx="2024" cy="4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866900" imgH="444500" progId="Equation.3">
                    <p:embed/>
                  </p:oleObj>
                </mc:Choice>
                <mc:Fallback>
                  <p:oleObj r:id="rId4" imgW="1866900" imgH="444500" progId="Equation.3">
                    <p:embed/>
                    <p:pic>
                      <p:nvPicPr>
                        <p:cNvPr id="0" name="图片 3231"/>
                        <p:cNvPicPr/>
                        <p:nvPr/>
                      </p:nvPicPr>
                      <p:blipFill>
                        <a:blip r:embed="rId5">
                          <a:lum bright="-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249" y="2018"/>
                          <a:ext cx="2024" cy="46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13"/>
          <p:cNvGrpSpPr/>
          <p:nvPr/>
        </p:nvGrpSpPr>
        <p:grpSpPr>
          <a:xfrm>
            <a:off x="755650" y="2205038"/>
            <a:ext cx="5889625" cy="844550"/>
            <a:chOff x="442" y="3059"/>
            <a:chExt cx="3710" cy="532"/>
          </a:xfrm>
        </p:grpSpPr>
        <p:sp>
          <p:nvSpPr>
            <p:cNvPr id="48136" name="Text Box 14"/>
            <p:cNvSpPr txBox="1"/>
            <p:nvPr/>
          </p:nvSpPr>
          <p:spPr>
            <a:xfrm>
              <a:off x="442" y="3181"/>
              <a:ext cx="1488" cy="290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磁场能量</a:t>
              </a:r>
            </a:p>
          </p:txBody>
        </p:sp>
        <p:graphicFrame>
          <p:nvGraphicFramePr>
            <p:cNvPr id="48137" name="Object 15"/>
            <p:cNvGraphicFramePr>
              <a:graphicFrameLocks noChangeAspect="1"/>
            </p:cNvGraphicFramePr>
            <p:nvPr/>
          </p:nvGraphicFramePr>
          <p:xfrm>
            <a:off x="1416" y="3059"/>
            <a:ext cx="2736" cy="5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2159000" imgH="444500" progId="Equation.3">
                    <p:embed/>
                  </p:oleObj>
                </mc:Choice>
                <mc:Fallback>
                  <p:oleObj r:id="rId6" imgW="2159000" imgH="444500" progId="Equation.3">
                    <p:embed/>
                    <p:pic>
                      <p:nvPicPr>
                        <p:cNvPr id="0" name="图片 3239"/>
                        <p:cNvPicPr/>
                        <p:nvPr/>
                      </p:nvPicPr>
                      <p:blipFill>
                        <a:blip r:embed="rId7">
                          <a:lum bright="-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416" y="3059"/>
                          <a:ext cx="2736" cy="5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文本框 11"/>
          <p:cNvSpPr txBox="1"/>
          <p:nvPr/>
        </p:nvSpPr>
        <p:spPr>
          <a:xfrm>
            <a:off x="2700020" y="3110230"/>
            <a:ext cx="4572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600" b="1" noProof="1">
                <a:ln w="9525" cap="flat" cmpd="sng">
                  <a:solidFill>
                    <a:srgbClr val="CC00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CC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cs"/>
                <a:sym typeface="+mn-ea"/>
              </a:rPr>
              <a:t>麦克斯韦电磁场理论</a:t>
            </a:r>
            <a:endParaRPr lang="zh-CN" altLang="en-US" sz="3600" b="1" noProof="1">
              <a:ln w="9525" cap="flat" cmpd="sng">
                <a:solidFill>
                  <a:srgbClr val="CC0000"/>
                </a:solidFill>
                <a:prstDash val="solid"/>
                <a:headEnd type="none" w="med" len="med"/>
                <a:tailEnd type="none" w="med" len="med"/>
              </a:ln>
              <a:solidFill>
                <a:srgbClr val="CC0000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41935" y="3982718"/>
            <a:ext cx="3974465" cy="11988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R="0" defTabSz="914400" eaLnBrk="0" hangingPunct="0">
              <a:lnSpc>
                <a:spcPct val="150000"/>
              </a:lnSpc>
              <a:buClrTx/>
              <a:buSzTx/>
              <a:buFontTx/>
              <a:buNone/>
            </a:pPr>
            <a:r>
              <a:rPr lang="zh-CN" altLang="en-US" sz="2400" b="1" noProof="1">
                <a:ln w="9525" cap="flat" cmpd="sng">
                  <a:solidFill>
                    <a:srgbClr val="006600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麦克斯韦称电位移通量对时间的变化率为</a:t>
            </a:r>
            <a:r>
              <a:rPr lang="zh-CN" altLang="en-US" sz="2400" b="1" noProof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位移电流：</a:t>
            </a:r>
            <a:endParaRPr lang="zh-CN" altLang="en-US" sz="2400" b="1" noProof="1">
              <a:ln w="9525" cap="flat" cmpd="sng">
                <a:solidFill>
                  <a:srgbClr val="006600"/>
                </a:solidFill>
                <a:prstDash val="solid"/>
                <a:headEnd type="none" w="med" len="med"/>
                <a:tailEnd type="none" w="med" len="med"/>
              </a:ln>
              <a:solidFill>
                <a:srgbClr val="FF0000"/>
              </a:solidFill>
              <a:latin typeface="宋体" panose="02010600030101010101" pitchFamily="2" charset="-122"/>
              <a:sym typeface="+mn-ea"/>
            </a:endParaRPr>
          </a:p>
        </p:txBody>
      </p:sp>
      <p:graphicFrame>
        <p:nvGraphicFramePr>
          <p:cNvPr id="19" name="Object 209"/>
          <p:cNvGraphicFramePr>
            <a:graphicFrameLocks noChangeAspect="1"/>
          </p:cNvGraphicFramePr>
          <p:nvPr/>
        </p:nvGraphicFramePr>
        <p:xfrm>
          <a:off x="4113213" y="4140200"/>
          <a:ext cx="2725737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663700" imgH="419100" progId="Equation.DSMT4">
                  <p:embed/>
                </p:oleObj>
              </mc:Choice>
              <mc:Fallback>
                <p:oleObj r:id="rId8" imgW="1663700" imgH="419100" progId="Equation.DSMT4">
                  <p:embed/>
                  <p:pic>
                    <p:nvPicPr>
                      <p:cNvPr id="0" name="图片 324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13213" y="4140200"/>
                        <a:ext cx="2725737" cy="839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1671638" y="5324475"/>
            <a:ext cx="2325687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sym typeface="宋体" panose="02010600030101010101" pitchFamily="2" charset="-122"/>
              </a:rPr>
              <a:t>位移电流密度：</a:t>
            </a:r>
          </a:p>
        </p:txBody>
      </p:sp>
      <p:graphicFrame>
        <p:nvGraphicFramePr>
          <p:cNvPr id="15" name="对象 14"/>
          <p:cNvGraphicFramePr/>
          <p:nvPr/>
        </p:nvGraphicFramePr>
        <p:xfrm>
          <a:off x="4216400" y="5238750"/>
          <a:ext cx="865188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647700" imgH="419100" progId="Equation.DSMT4">
                  <p:embed/>
                </p:oleObj>
              </mc:Choice>
              <mc:Fallback>
                <p:oleObj r:id="rId10" imgW="647700" imgH="419100" progId="Equation.DSMT4">
                  <p:embed/>
                  <p:pic>
                    <p:nvPicPr>
                      <p:cNvPr id="0" name="图片 324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216400" y="5238750"/>
                        <a:ext cx="865188" cy="627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7226300" y="4140200"/>
            <a:ext cx="1771015" cy="8299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 noProof="1">
                <a:ln w="9525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CC00CC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其本质是变化的电场</a:t>
            </a:r>
            <a:endParaRPr lang="zh-CN" altLang="en-US" sz="2400" b="1" noProof="1">
              <a:ln w="9525" cap="flat" cmpd="sng">
                <a:solidFill>
                  <a:srgbClr val="CC00CC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CC00CC"/>
              </a:solidFill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4" grpId="0"/>
      <p:bldP spid="14" grpId="1"/>
      <p:bldP spid="16" grpId="0"/>
      <p:bldP spid="16" grpId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8313" y="476250"/>
            <a:ext cx="828198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位移电流与传导电流的异同</a:t>
            </a:r>
          </a:p>
        </p:txBody>
      </p:sp>
      <p:sp>
        <p:nvSpPr>
          <p:cNvPr id="3" name="矩形 2"/>
          <p:cNvSpPr/>
          <p:nvPr/>
        </p:nvSpPr>
        <p:spPr>
          <a:xfrm>
            <a:off x="1403350" y="2060575"/>
            <a:ext cx="7021513" cy="17541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2)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存在的区域不同：传导电流存在于金属导体中，位移电流存在于任何空间，可以是导体、介质、真空。</a:t>
            </a:r>
          </a:p>
        </p:txBody>
      </p:sp>
      <p:sp>
        <p:nvSpPr>
          <p:cNvPr id="4" name="矩形 3"/>
          <p:cNvSpPr/>
          <p:nvPr/>
        </p:nvSpPr>
        <p:spPr>
          <a:xfrm>
            <a:off x="466725" y="1125538"/>
            <a:ext cx="1395413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区别</a:t>
            </a:r>
          </a:p>
        </p:txBody>
      </p:sp>
      <p:sp>
        <p:nvSpPr>
          <p:cNvPr id="5" name="矩形 4"/>
          <p:cNvSpPr/>
          <p:nvPr/>
        </p:nvSpPr>
        <p:spPr>
          <a:xfrm>
            <a:off x="1458913" y="909638"/>
            <a:ext cx="7127875" cy="11985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1)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产生源不同：传导电流由电荷在导体内的宏观移动引起，位移电流由变化的电场产生。</a:t>
            </a:r>
          </a:p>
        </p:txBody>
      </p:sp>
      <p:sp>
        <p:nvSpPr>
          <p:cNvPr id="6" name="矩形 5"/>
          <p:cNvSpPr/>
          <p:nvPr/>
        </p:nvSpPr>
        <p:spPr>
          <a:xfrm>
            <a:off x="1206500" y="3644900"/>
            <a:ext cx="7416800" cy="12001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热效应不同：传导电流产生焦耳热，位移电流没有焦耳热。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598488" y="4962525"/>
            <a:ext cx="3897312" cy="1655763"/>
            <a:chOff x="316" y="1287"/>
            <a:chExt cx="10452" cy="3829"/>
          </a:xfrm>
        </p:grpSpPr>
        <p:grpSp>
          <p:nvGrpSpPr>
            <p:cNvPr id="49159" name="Group 236"/>
            <p:cNvGrpSpPr/>
            <p:nvPr/>
          </p:nvGrpSpPr>
          <p:grpSpPr>
            <a:xfrm>
              <a:off x="316" y="1475"/>
              <a:ext cx="10453" cy="2890"/>
              <a:chOff x="564" y="1561"/>
              <a:chExt cx="4181" cy="1156"/>
            </a:xfrm>
          </p:grpSpPr>
          <p:sp>
            <p:nvSpPr>
              <p:cNvPr id="49160" name="Freeform 39"/>
              <p:cNvSpPr/>
              <p:nvPr/>
            </p:nvSpPr>
            <p:spPr>
              <a:xfrm flipH="1">
                <a:off x="3068" y="1788"/>
                <a:ext cx="914" cy="921"/>
              </a:xfrm>
              <a:custGeom>
                <a:avLst/>
                <a:gdLst/>
                <a:ahLst/>
                <a:cxnLst>
                  <a:cxn ang="0">
                    <a:pos x="0" y="1081"/>
                  </a:cxn>
                  <a:cxn ang="0">
                    <a:pos x="3618" y="1090"/>
                  </a:cxn>
                  <a:cxn ang="0">
                    <a:pos x="3618" y="0"/>
                  </a:cxn>
                  <a:cxn ang="0">
                    <a:pos x="5344" y="36"/>
                  </a:cxn>
                  <a:cxn ang="0">
                    <a:pos x="5344" y="2846"/>
                  </a:cxn>
                  <a:cxn ang="0">
                    <a:pos x="3598" y="2846"/>
                  </a:cxn>
                  <a:cxn ang="0">
                    <a:pos x="3649" y="1695"/>
                  </a:cxn>
                  <a:cxn ang="0">
                    <a:pos x="27" y="1708"/>
                  </a:cxn>
                  <a:cxn ang="0">
                    <a:pos x="0" y="1081"/>
                  </a:cxn>
                </a:cxnLst>
                <a:rect l="0" t="0" r="0" b="0"/>
                <a:pathLst>
                  <a:path w="642" h="735">
                    <a:moveTo>
                      <a:pt x="0" y="279"/>
                    </a:moveTo>
                    <a:lnTo>
                      <a:pt x="435" y="282"/>
                    </a:lnTo>
                    <a:lnTo>
                      <a:pt x="435" y="0"/>
                    </a:lnTo>
                    <a:lnTo>
                      <a:pt x="642" y="9"/>
                    </a:lnTo>
                    <a:lnTo>
                      <a:pt x="642" y="735"/>
                    </a:lnTo>
                    <a:lnTo>
                      <a:pt x="432" y="735"/>
                    </a:lnTo>
                    <a:lnTo>
                      <a:pt x="438" y="438"/>
                    </a:lnTo>
                    <a:lnTo>
                      <a:pt x="3" y="441"/>
                    </a:lnTo>
                    <a:lnTo>
                      <a:pt x="0" y="279"/>
                    </a:lnTo>
                    <a:close/>
                  </a:path>
                </a:pathLst>
              </a:custGeom>
              <a:solidFill>
                <a:srgbClr val="F1E9A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61" name="Line 40"/>
              <p:cNvSpPr/>
              <p:nvPr/>
            </p:nvSpPr>
            <p:spPr>
              <a:xfrm rot="-5400000">
                <a:off x="2595" y="2242"/>
                <a:ext cx="928" cy="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49162" name="Group 41"/>
              <p:cNvGrpSpPr/>
              <p:nvPr/>
            </p:nvGrpSpPr>
            <p:grpSpPr>
              <a:xfrm flipH="1">
                <a:off x="3058" y="1789"/>
                <a:ext cx="312" cy="918"/>
                <a:chOff x="937" y="955"/>
                <a:chExt cx="105" cy="732"/>
              </a:xfrm>
            </p:grpSpPr>
            <p:sp>
              <p:nvSpPr>
                <p:cNvPr id="49163" name="Line 42"/>
                <p:cNvSpPr/>
                <p:nvPr/>
              </p:nvSpPr>
              <p:spPr>
                <a:xfrm>
                  <a:off x="939" y="955"/>
                  <a:ext cx="0" cy="284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9164" name="Line 43"/>
                <p:cNvSpPr/>
                <p:nvPr/>
              </p:nvSpPr>
              <p:spPr>
                <a:xfrm>
                  <a:off x="942" y="1399"/>
                  <a:ext cx="0" cy="284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9165" name="Line 44"/>
                <p:cNvSpPr/>
                <p:nvPr/>
              </p:nvSpPr>
              <p:spPr>
                <a:xfrm>
                  <a:off x="937" y="959"/>
                  <a:ext cx="103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9166" name="Line 45"/>
                <p:cNvSpPr/>
                <p:nvPr/>
              </p:nvSpPr>
              <p:spPr>
                <a:xfrm>
                  <a:off x="939" y="1687"/>
                  <a:ext cx="103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9167" name="Freeform 46"/>
              <p:cNvSpPr/>
              <p:nvPr/>
            </p:nvSpPr>
            <p:spPr>
              <a:xfrm>
                <a:off x="1595" y="1791"/>
                <a:ext cx="956" cy="922"/>
              </a:xfrm>
              <a:custGeom>
                <a:avLst/>
                <a:gdLst/>
                <a:ahLst/>
                <a:cxnLst>
                  <a:cxn ang="0">
                    <a:pos x="0" y="1088"/>
                  </a:cxn>
                  <a:cxn ang="0">
                    <a:pos x="4746" y="1100"/>
                  </a:cxn>
                  <a:cxn ang="0">
                    <a:pos x="4746" y="0"/>
                  </a:cxn>
                  <a:cxn ang="0">
                    <a:pos x="7000" y="36"/>
                  </a:cxn>
                  <a:cxn ang="0">
                    <a:pos x="7000" y="2864"/>
                  </a:cxn>
                  <a:cxn ang="0">
                    <a:pos x="4706" y="2864"/>
                  </a:cxn>
                  <a:cxn ang="0">
                    <a:pos x="4774" y="1706"/>
                  </a:cxn>
                  <a:cxn ang="0">
                    <a:pos x="28" y="1720"/>
                  </a:cxn>
                  <a:cxn ang="0">
                    <a:pos x="0" y="1088"/>
                  </a:cxn>
                </a:cxnLst>
                <a:rect l="0" t="0" r="0" b="0"/>
                <a:pathLst>
                  <a:path w="642" h="735">
                    <a:moveTo>
                      <a:pt x="0" y="279"/>
                    </a:moveTo>
                    <a:lnTo>
                      <a:pt x="435" y="282"/>
                    </a:lnTo>
                    <a:lnTo>
                      <a:pt x="435" y="0"/>
                    </a:lnTo>
                    <a:lnTo>
                      <a:pt x="642" y="9"/>
                    </a:lnTo>
                    <a:lnTo>
                      <a:pt x="642" y="735"/>
                    </a:lnTo>
                    <a:lnTo>
                      <a:pt x="432" y="735"/>
                    </a:lnTo>
                    <a:lnTo>
                      <a:pt x="438" y="438"/>
                    </a:lnTo>
                    <a:lnTo>
                      <a:pt x="3" y="441"/>
                    </a:lnTo>
                    <a:lnTo>
                      <a:pt x="0" y="279"/>
                    </a:lnTo>
                    <a:close/>
                  </a:path>
                </a:pathLst>
              </a:custGeom>
              <a:solidFill>
                <a:srgbClr val="F1E9A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68" name="Line 47"/>
              <p:cNvSpPr/>
              <p:nvPr/>
            </p:nvSpPr>
            <p:spPr>
              <a:xfrm>
                <a:off x="1270" y="2144"/>
                <a:ext cx="979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9169" name="Line 48"/>
              <p:cNvSpPr/>
              <p:nvPr/>
            </p:nvSpPr>
            <p:spPr>
              <a:xfrm>
                <a:off x="1298" y="2349"/>
                <a:ext cx="96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9170" name="Line 49"/>
              <p:cNvSpPr/>
              <p:nvPr/>
            </p:nvSpPr>
            <p:spPr>
              <a:xfrm rot="5400000" flipH="1">
                <a:off x="2083" y="2246"/>
                <a:ext cx="928" cy="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49171" name="Group 50"/>
              <p:cNvGrpSpPr/>
              <p:nvPr/>
            </p:nvGrpSpPr>
            <p:grpSpPr>
              <a:xfrm>
                <a:off x="2249" y="1793"/>
                <a:ext cx="312" cy="918"/>
                <a:chOff x="937" y="955"/>
                <a:chExt cx="105" cy="732"/>
              </a:xfrm>
            </p:grpSpPr>
            <p:sp>
              <p:nvSpPr>
                <p:cNvPr id="49172" name="Line 51"/>
                <p:cNvSpPr/>
                <p:nvPr/>
              </p:nvSpPr>
              <p:spPr>
                <a:xfrm>
                  <a:off x="939" y="955"/>
                  <a:ext cx="0" cy="284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9173" name="Line 52"/>
                <p:cNvSpPr/>
                <p:nvPr/>
              </p:nvSpPr>
              <p:spPr>
                <a:xfrm>
                  <a:off x="942" y="1399"/>
                  <a:ext cx="0" cy="284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9174" name="Line 53"/>
                <p:cNvSpPr/>
                <p:nvPr/>
              </p:nvSpPr>
              <p:spPr>
                <a:xfrm>
                  <a:off x="937" y="959"/>
                  <a:ext cx="103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9175" name="Line 54"/>
                <p:cNvSpPr/>
                <p:nvPr/>
              </p:nvSpPr>
              <p:spPr>
                <a:xfrm>
                  <a:off x="939" y="1687"/>
                  <a:ext cx="103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9176" name="Group 55"/>
              <p:cNvGrpSpPr/>
              <p:nvPr/>
            </p:nvGrpSpPr>
            <p:grpSpPr>
              <a:xfrm>
                <a:off x="3082" y="1855"/>
                <a:ext cx="112" cy="102"/>
                <a:chOff x="1949" y="2095"/>
                <a:chExt cx="79" cy="81"/>
              </a:xfrm>
            </p:grpSpPr>
            <p:sp>
              <p:nvSpPr>
                <p:cNvPr id="49177" name="Oval 56"/>
                <p:cNvSpPr/>
                <p:nvPr/>
              </p:nvSpPr>
              <p:spPr>
                <a:xfrm>
                  <a:off x="1949" y="2095"/>
                  <a:ext cx="79" cy="81"/>
                </a:xfrm>
                <a:prstGeom prst="ellipse">
                  <a:avLst/>
                </a:prstGeom>
                <a:solidFill>
                  <a:srgbClr val="00CC99"/>
                </a:solidFill>
                <a:ln w="1905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9178" name="Rectangle 57"/>
                <p:cNvSpPr/>
                <p:nvPr/>
              </p:nvSpPr>
              <p:spPr>
                <a:xfrm>
                  <a:off x="1955" y="2129"/>
                  <a:ext cx="61" cy="13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noFill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49179" name="Group 58"/>
              <p:cNvGrpSpPr/>
              <p:nvPr/>
            </p:nvGrpSpPr>
            <p:grpSpPr>
              <a:xfrm>
                <a:off x="3072" y="2294"/>
                <a:ext cx="113" cy="102"/>
                <a:chOff x="1949" y="2095"/>
                <a:chExt cx="79" cy="81"/>
              </a:xfrm>
            </p:grpSpPr>
            <p:sp>
              <p:nvSpPr>
                <p:cNvPr id="49180" name="Oval 59"/>
                <p:cNvSpPr/>
                <p:nvPr/>
              </p:nvSpPr>
              <p:spPr>
                <a:xfrm>
                  <a:off x="1949" y="2095"/>
                  <a:ext cx="79" cy="81"/>
                </a:xfrm>
                <a:prstGeom prst="ellipse">
                  <a:avLst/>
                </a:prstGeom>
                <a:solidFill>
                  <a:srgbClr val="00CC99"/>
                </a:solidFill>
                <a:ln w="1905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9181" name="Rectangle 60"/>
                <p:cNvSpPr/>
                <p:nvPr/>
              </p:nvSpPr>
              <p:spPr>
                <a:xfrm>
                  <a:off x="1955" y="2129"/>
                  <a:ext cx="61" cy="13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noFill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49182" name="Group 61"/>
              <p:cNvGrpSpPr/>
              <p:nvPr/>
            </p:nvGrpSpPr>
            <p:grpSpPr>
              <a:xfrm>
                <a:off x="2406" y="2055"/>
                <a:ext cx="111" cy="101"/>
                <a:chOff x="1496" y="2090"/>
                <a:chExt cx="78" cy="81"/>
              </a:xfrm>
            </p:grpSpPr>
            <p:sp>
              <p:nvSpPr>
                <p:cNvPr id="49183" name="Oval 62"/>
                <p:cNvSpPr/>
                <p:nvPr/>
              </p:nvSpPr>
              <p:spPr>
                <a:xfrm>
                  <a:off x="1496" y="2090"/>
                  <a:ext cx="78" cy="81"/>
                </a:xfrm>
                <a:prstGeom prst="ellipse">
                  <a:avLst/>
                </a:prstGeom>
                <a:solidFill>
                  <a:srgbClr val="FF0000"/>
                </a:solidFill>
                <a:ln w="19050" cap="flat" cmpd="sng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9184" name="WordArt 63"/>
                <p:cNvSpPr>
                  <a:spLocks noTextEdit="1"/>
                </p:cNvSpPr>
                <p:nvPr/>
              </p:nvSpPr>
              <p:spPr>
                <a:xfrm>
                  <a:off x="1508" y="2104"/>
                  <a:ext cx="50" cy="5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>
                      <a:ln w="1905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+</a:t>
                  </a:r>
                </a:p>
              </p:txBody>
            </p:sp>
          </p:grpSp>
          <p:grpSp>
            <p:nvGrpSpPr>
              <p:cNvPr id="49185" name="Group 64"/>
              <p:cNvGrpSpPr/>
              <p:nvPr/>
            </p:nvGrpSpPr>
            <p:grpSpPr>
              <a:xfrm>
                <a:off x="2403" y="2275"/>
                <a:ext cx="111" cy="102"/>
                <a:chOff x="1496" y="2090"/>
                <a:chExt cx="78" cy="81"/>
              </a:xfrm>
            </p:grpSpPr>
            <p:sp>
              <p:nvSpPr>
                <p:cNvPr id="49186" name="Oval 65"/>
                <p:cNvSpPr/>
                <p:nvPr/>
              </p:nvSpPr>
              <p:spPr>
                <a:xfrm>
                  <a:off x="1496" y="2090"/>
                  <a:ext cx="78" cy="81"/>
                </a:xfrm>
                <a:prstGeom prst="ellipse">
                  <a:avLst/>
                </a:prstGeom>
                <a:solidFill>
                  <a:srgbClr val="FF0000"/>
                </a:solidFill>
                <a:ln w="19050" cap="flat" cmpd="sng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9187" name="WordArt 66"/>
                <p:cNvSpPr>
                  <a:spLocks noTextEdit="1"/>
                </p:cNvSpPr>
                <p:nvPr/>
              </p:nvSpPr>
              <p:spPr>
                <a:xfrm>
                  <a:off x="1508" y="2104"/>
                  <a:ext cx="50" cy="5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>
                      <a:ln w="1905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+</a:t>
                  </a:r>
                </a:p>
              </p:txBody>
            </p:sp>
          </p:grpSp>
          <p:sp>
            <p:nvSpPr>
              <p:cNvPr id="49188" name="Line 67"/>
              <p:cNvSpPr/>
              <p:nvPr/>
            </p:nvSpPr>
            <p:spPr>
              <a:xfrm>
                <a:off x="2565" y="1902"/>
                <a:ext cx="500" cy="0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49189" name="Line 68"/>
              <p:cNvSpPr/>
              <p:nvPr/>
            </p:nvSpPr>
            <p:spPr>
              <a:xfrm>
                <a:off x="2568" y="2578"/>
                <a:ext cx="500" cy="0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grpSp>
            <p:nvGrpSpPr>
              <p:cNvPr id="49190" name="Group 69"/>
              <p:cNvGrpSpPr/>
              <p:nvPr/>
            </p:nvGrpSpPr>
            <p:grpSpPr>
              <a:xfrm>
                <a:off x="2413" y="1849"/>
                <a:ext cx="111" cy="102"/>
                <a:chOff x="1496" y="2090"/>
                <a:chExt cx="78" cy="81"/>
              </a:xfrm>
            </p:grpSpPr>
            <p:sp>
              <p:nvSpPr>
                <p:cNvPr id="49191" name="Oval 70"/>
                <p:cNvSpPr/>
                <p:nvPr/>
              </p:nvSpPr>
              <p:spPr>
                <a:xfrm>
                  <a:off x="1496" y="2090"/>
                  <a:ext cx="78" cy="81"/>
                </a:xfrm>
                <a:prstGeom prst="ellipse">
                  <a:avLst/>
                </a:prstGeom>
                <a:solidFill>
                  <a:srgbClr val="FF0000"/>
                </a:solidFill>
                <a:ln w="19050" cap="flat" cmpd="sng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9192" name="WordArt 71"/>
                <p:cNvSpPr>
                  <a:spLocks noTextEdit="1"/>
                </p:cNvSpPr>
                <p:nvPr/>
              </p:nvSpPr>
              <p:spPr>
                <a:xfrm>
                  <a:off x="1508" y="2104"/>
                  <a:ext cx="50" cy="5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>
                      <a:ln w="1905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+</a:t>
                  </a:r>
                </a:p>
              </p:txBody>
            </p:sp>
          </p:grpSp>
          <p:grpSp>
            <p:nvGrpSpPr>
              <p:cNvPr id="49193" name="Group 72"/>
              <p:cNvGrpSpPr/>
              <p:nvPr/>
            </p:nvGrpSpPr>
            <p:grpSpPr>
              <a:xfrm>
                <a:off x="2403" y="2525"/>
                <a:ext cx="111" cy="102"/>
                <a:chOff x="1496" y="2090"/>
                <a:chExt cx="78" cy="81"/>
              </a:xfrm>
            </p:grpSpPr>
            <p:sp>
              <p:nvSpPr>
                <p:cNvPr id="49194" name="Oval 73"/>
                <p:cNvSpPr/>
                <p:nvPr/>
              </p:nvSpPr>
              <p:spPr>
                <a:xfrm>
                  <a:off x="1496" y="2090"/>
                  <a:ext cx="78" cy="81"/>
                </a:xfrm>
                <a:prstGeom prst="ellipse">
                  <a:avLst/>
                </a:prstGeom>
                <a:solidFill>
                  <a:srgbClr val="FF0000"/>
                </a:solidFill>
                <a:ln w="19050" cap="flat" cmpd="sng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9195" name="WordArt 74"/>
                <p:cNvSpPr>
                  <a:spLocks noTextEdit="1"/>
                </p:cNvSpPr>
                <p:nvPr/>
              </p:nvSpPr>
              <p:spPr>
                <a:xfrm>
                  <a:off x="1508" y="2104"/>
                  <a:ext cx="50" cy="5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>
                      <a:ln w="1905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+</a:t>
                  </a:r>
                </a:p>
              </p:txBody>
            </p:sp>
          </p:grpSp>
          <p:grpSp>
            <p:nvGrpSpPr>
              <p:cNvPr id="49196" name="Group 75"/>
              <p:cNvGrpSpPr/>
              <p:nvPr/>
            </p:nvGrpSpPr>
            <p:grpSpPr>
              <a:xfrm>
                <a:off x="3082" y="2084"/>
                <a:ext cx="112" cy="101"/>
                <a:chOff x="1949" y="2095"/>
                <a:chExt cx="79" cy="81"/>
              </a:xfrm>
            </p:grpSpPr>
            <p:sp>
              <p:nvSpPr>
                <p:cNvPr id="49197" name="Oval 76"/>
                <p:cNvSpPr/>
                <p:nvPr/>
              </p:nvSpPr>
              <p:spPr>
                <a:xfrm>
                  <a:off x="1949" y="2095"/>
                  <a:ext cx="79" cy="81"/>
                </a:xfrm>
                <a:prstGeom prst="ellipse">
                  <a:avLst/>
                </a:prstGeom>
                <a:solidFill>
                  <a:srgbClr val="00CC99"/>
                </a:solidFill>
                <a:ln w="1905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9198" name="Rectangle 77"/>
                <p:cNvSpPr/>
                <p:nvPr/>
              </p:nvSpPr>
              <p:spPr>
                <a:xfrm>
                  <a:off x="1955" y="2129"/>
                  <a:ext cx="61" cy="13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noFill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49199" name="Group 78"/>
              <p:cNvGrpSpPr/>
              <p:nvPr/>
            </p:nvGrpSpPr>
            <p:grpSpPr>
              <a:xfrm>
                <a:off x="3079" y="2523"/>
                <a:ext cx="113" cy="101"/>
                <a:chOff x="1949" y="2095"/>
                <a:chExt cx="79" cy="81"/>
              </a:xfrm>
            </p:grpSpPr>
            <p:sp>
              <p:nvSpPr>
                <p:cNvPr id="49200" name="Oval 79"/>
                <p:cNvSpPr/>
                <p:nvPr/>
              </p:nvSpPr>
              <p:spPr>
                <a:xfrm>
                  <a:off x="1949" y="2095"/>
                  <a:ext cx="79" cy="81"/>
                </a:xfrm>
                <a:prstGeom prst="ellipse">
                  <a:avLst/>
                </a:prstGeom>
                <a:solidFill>
                  <a:srgbClr val="00CC99"/>
                </a:solidFill>
                <a:ln w="1905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9201" name="Rectangle 80"/>
                <p:cNvSpPr/>
                <p:nvPr/>
              </p:nvSpPr>
              <p:spPr>
                <a:xfrm>
                  <a:off x="1955" y="2129"/>
                  <a:ext cx="61" cy="13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noFill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49202" name="Line 81"/>
              <p:cNvSpPr/>
              <p:nvPr/>
            </p:nvSpPr>
            <p:spPr>
              <a:xfrm>
                <a:off x="2563" y="2339"/>
                <a:ext cx="499" cy="0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49203" name="Line 82"/>
              <p:cNvSpPr/>
              <p:nvPr/>
            </p:nvSpPr>
            <p:spPr>
              <a:xfrm>
                <a:off x="2563" y="2126"/>
                <a:ext cx="499" cy="0"/>
              </a:xfrm>
              <a:prstGeom prst="line">
                <a:avLst/>
              </a:prstGeom>
              <a:ln w="28575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49204" name="Line 83"/>
              <p:cNvSpPr/>
              <p:nvPr/>
            </p:nvSpPr>
            <p:spPr>
              <a:xfrm flipH="1">
                <a:off x="3370" y="2140"/>
                <a:ext cx="613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9205" name="Line 84"/>
              <p:cNvSpPr/>
              <p:nvPr/>
            </p:nvSpPr>
            <p:spPr>
              <a:xfrm flipH="1">
                <a:off x="3360" y="2346"/>
                <a:ext cx="613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9206" name="Freeform 85"/>
              <p:cNvSpPr/>
              <p:nvPr/>
            </p:nvSpPr>
            <p:spPr>
              <a:xfrm flipH="1">
                <a:off x="3204" y="1932"/>
                <a:ext cx="769" cy="256"/>
              </a:xfrm>
              <a:custGeom>
                <a:avLst/>
                <a:gdLst/>
                <a:ahLst/>
                <a:cxnLst>
                  <a:cxn ang="0">
                    <a:pos x="4501" y="0"/>
                  </a:cxn>
                  <a:cxn ang="0">
                    <a:pos x="4305" y="1040"/>
                  </a:cxn>
                  <a:cxn ang="0">
                    <a:pos x="4202" y="3389"/>
                  </a:cxn>
                  <a:cxn ang="0">
                    <a:pos x="4074" y="6130"/>
                  </a:cxn>
                  <a:cxn ang="0">
                    <a:pos x="3879" y="7381"/>
                  </a:cxn>
                  <a:cxn ang="0">
                    <a:pos x="3352" y="8243"/>
                  </a:cxn>
                  <a:cxn ang="0">
                    <a:pos x="2377" y="8454"/>
                  </a:cxn>
                  <a:cxn ang="0">
                    <a:pos x="0" y="8867"/>
                  </a:cxn>
                </a:cxnLst>
                <a:rect l="0" t="0" r="0" b="0"/>
                <a:pathLst>
                  <a:path w="540" h="126">
                    <a:moveTo>
                      <a:pt x="540" y="0"/>
                    </a:moveTo>
                    <a:lnTo>
                      <a:pt x="516" y="15"/>
                    </a:lnTo>
                    <a:lnTo>
                      <a:pt x="504" y="48"/>
                    </a:lnTo>
                    <a:lnTo>
                      <a:pt x="489" y="87"/>
                    </a:lnTo>
                    <a:lnTo>
                      <a:pt x="465" y="105"/>
                    </a:lnTo>
                    <a:lnTo>
                      <a:pt x="402" y="117"/>
                    </a:lnTo>
                    <a:lnTo>
                      <a:pt x="285" y="120"/>
                    </a:lnTo>
                    <a:lnTo>
                      <a:pt x="0" y="126"/>
                    </a:lnTo>
                  </a:path>
                </a:pathLst>
              </a:custGeom>
              <a:noFill/>
              <a:ln w="19050" cap="flat" cmpd="sng">
                <a:solidFill>
                  <a:srgbClr val="85821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07" name="Freeform 86"/>
              <p:cNvSpPr/>
              <p:nvPr/>
            </p:nvSpPr>
            <p:spPr>
              <a:xfrm flipH="1" flipV="1">
                <a:off x="3197" y="2301"/>
                <a:ext cx="769" cy="268"/>
              </a:xfrm>
              <a:custGeom>
                <a:avLst/>
                <a:gdLst/>
                <a:ahLst/>
                <a:cxnLst>
                  <a:cxn ang="0">
                    <a:pos x="4501" y="0"/>
                  </a:cxn>
                  <a:cxn ang="0">
                    <a:pos x="4305" y="1393"/>
                  </a:cxn>
                  <a:cxn ang="0">
                    <a:pos x="4202" y="4448"/>
                  </a:cxn>
                  <a:cxn ang="0">
                    <a:pos x="4074" y="8044"/>
                  </a:cxn>
                  <a:cxn ang="0">
                    <a:pos x="3879" y="9699"/>
                  </a:cxn>
                  <a:cxn ang="0">
                    <a:pos x="3352" y="10843"/>
                  </a:cxn>
                  <a:cxn ang="0">
                    <a:pos x="2377" y="11092"/>
                  </a:cxn>
                  <a:cxn ang="0">
                    <a:pos x="0" y="11662"/>
                  </a:cxn>
                </a:cxnLst>
                <a:rect l="0" t="0" r="0" b="0"/>
                <a:pathLst>
                  <a:path w="540" h="126">
                    <a:moveTo>
                      <a:pt x="540" y="0"/>
                    </a:moveTo>
                    <a:lnTo>
                      <a:pt x="516" y="15"/>
                    </a:lnTo>
                    <a:lnTo>
                      <a:pt x="504" y="48"/>
                    </a:lnTo>
                    <a:lnTo>
                      <a:pt x="489" y="87"/>
                    </a:lnTo>
                    <a:lnTo>
                      <a:pt x="465" y="105"/>
                    </a:lnTo>
                    <a:lnTo>
                      <a:pt x="402" y="117"/>
                    </a:lnTo>
                    <a:lnTo>
                      <a:pt x="285" y="120"/>
                    </a:lnTo>
                    <a:lnTo>
                      <a:pt x="0" y="126"/>
                    </a:lnTo>
                  </a:path>
                </a:pathLst>
              </a:custGeom>
              <a:noFill/>
              <a:ln w="19050" cap="flat" cmpd="sng">
                <a:solidFill>
                  <a:srgbClr val="85821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08" name="Freeform 87"/>
              <p:cNvSpPr/>
              <p:nvPr/>
            </p:nvSpPr>
            <p:spPr>
              <a:xfrm flipH="1">
                <a:off x="3193" y="2122"/>
                <a:ext cx="769" cy="103"/>
              </a:xfrm>
              <a:custGeom>
                <a:avLst/>
                <a:gdLst/>
                <a:ahLst/>
                <a:cxnLst>
                  <a:cxn ang="0">
                    <a:pos x="4501" y="0"/>
                  </a:cxn>
                  <a:cxn ang="0">
                    <a:pos x="4305" y="5"/>
                  </a:cxn>
                  <a:cxn ang="0">
                    <a:pos x="4202" y="14"/>
                  </a:cxn>
                  <a:cxn ang="0">
                    <a:pos x="4074" y="25"/>
                  </a:cxn>
                  <a:cxn ang="0">
                    <a:pos x="3879" y="31"/>
                  </a:cxn>
                  <a:cxn ang="0">
                    <a:pos x="3352" y="35"/>
                  </a:cxn>
                  <a:cxn ang="0">
                    <a:pos x="2377" y="35"/>
                  </a:cxn>
                  <a:cxn ang="0">
                    <a:pos x="0" y="38"/>
                  </a:cxn>
                </a:cxnLst>
                <a:rect l="0" t="0" r="0" b="0"/>
                <a:pathLst>
                  <a:path w="540" h="126">
                    <a:moveTo>
                      <a:pt x="540" y="0"/>
                    </a:moveTo>
                    <a:lnTo>
                      <a:pt x="516" y="15"/>
                    </a:lnTo>
                    <a:lnTo>
                      <a:pt x="504" y="48"/>
                    </a:lnTo>
                    <a:lnTo>
                      <a:pt x="489" y="87"/>
                    </a:lnTo>
                    <a:lnTo>
                      <a:pt x="465" y="105"/>
                    </a:lnTo>
                    <a:lnTo>
                      <a:pt x="402" y="117"/>
                    </a:lnTo>
                    <a:lnTo>
                      <a:pt x="285" y="120"/>
                    </a:lnTo>
                    <a:lnTo>
                      <a:pt x="0" y="126"/>
                    </a:lnTo>
                  </a:path>
                </a:pathLst>
              </a:custGeom>
              <a:noFill/>
              <a:ln w="19050" cap="flat" cmpd="sng">
                <a:solidFill>
                  <a:srgbClr val="85821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09" name="Freeform 88"/>
              <p:cNvSpPr/>
              <p:nvPr/>
            </p:nvSpPr>
            <p:spPr>
              <a:xfrm flipH="1" flipV="1">
                <a:off x="3199" y="2260"/>
                <a:ext cx="768" cy="86"/>
              </a:xfrm>
              <a:custGeom>
                <a:avLst/>
                <a:gdLst/>
                <a:ahLst/>
                <a:cxnLst>
                  <a:cxn ang="0">
                    <a:pos x="4469" y="0"/>
                  </a:cxn>
                  <a:cxn ang="0">
                    <a:pos x="4272" y="1"/>
                  </a:cxn>
                  <a:cxn ang="0">
                    <a:pos x="4174" y="5"/>
                  </a:cxn>
                  <a:cxn ang="0">
                    <a:pos x="4042" y="8"/>
                  </a:cxn>
                  <a:cxn ang="0">
                    <a:pos x="3847" y="11"/>
                  </a:cxn>
                  <a:cxn ang="0">
                    <a:pos x="3331" y="12"/>
                  </a:cxn>
                  <a:cxn ang="0">
                    <a:pos x="2357" y="12"/>
                  </a:cxn>
                  <a:cxn ang="0">
                    <a:pos x="0" y="12"/>
                  </a:cxn>
                </a:cxnLst>
                <a:rect l="0" t="0" r="0" b="0"/>
                <a:pathLst>
                  <a:path w="540" h="126">
                    <a:moveTo>
                      <a:pt x="540" y="0"/>
                    </a:moveTo>
                    <a:lnTo>
                      <a:pt x="516" y="15"/>
                    </a:lnTo>
                    <a:lnTo>
                      <a:pt x="504" y="48"/>
                    </a:lnTo>
                    <a:lnTo>
                      <a:pt x="489" y="87"/>
                    </a:lnTo>
                    <a:lnTo>
                      <a:pt x="465" y="105"/>
                    </a:lnTo>
                    <a:lnTo>
                      <a:pt x="402" y="117"/>
                    </a:lnTo>
                    <a:lnTo>
                      <a:pt x="285" y="120"/>
                    </a:lnTo>
                    <a:lnTo>
                      <a:pt x="0" y="126"/>
                    </a:lnTo>
                  </a:path>
                </a:pathLst>
              </a:custGeom>
              <a:noFill/>
              <a:ln w="19050" cap="flat" cmpd="sng">
                <a:solidFill>
                  <a:srgbClr val="85821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9210" name="Group 89"/>
              <p:cNvGrpSpPr/>
              <p:nvPr/>
            </p:nvGrpSpPr>
            <p:grpSpPr>
              <a:xfrm flipH="1">
                <a:off x="1307" y="1932"/>
                <a:ext cx="1116" cy="631"/>
                <a:chOff x="3083" y="1747"/>
                <a:chExt cx="548" cy="508"/>
              </a:xfrm>
            </p:grpSpPr>
            <p:sp>
              <p:nvSpPr>
                <p:cNvPr id="49211" name="Freeform 90"/>
                <p:cNvSpPr/>
                <p:nvPr/>
              </p:nvSpPr>
              <p:spPr>
                <a:xfrm flipH="1">
                  <a:off x="3091" y="1747"/>
                  <a:ext cx="540" cy="204"/>
                </a:xfrm>
                <a:custGeom>
                  <a:avLst/>
                  <a:gdLst/>
                  <a:ahLst/>
                  <a:cxnLst>
                    <a:cxn ang="0">
                      <a:pos x="540" y="0"/>
                    </a:cxn>
                    <a:cxn ang="0">
                      <a:pos x="516" y="267"/>
                    </a:cxn>
                    <a:cxn ang="0">
                      <a:pos x="504" y="865"/>
                    </a:cxn>
                    <a:cxn ang="0">
                      <a:pos x="489" y="1566"/>
                    </a:cxn>
                    <a:cxn ang="0">
                      <a:pos x="465" y="1888"/>
                    </a:cxn>
                    <a:cxn ang="0">
                      <a:pos x="402" y="2100"/>
                    </a:cxn>
                    <a:cxn ang="0">
                      <a:pos x="285" y="2155"/>
                    </a:cxn>
                    <a:cxn ang="0">
                      <a:pos x="0" y="2267"/>
                    </a:cxn>
                  </a:cxnLst>
                  <a:rect l="0" t="0" r="0" b="0"/>
                  <a:pathLst>
                    <a:path w="540" h="126">
                      <a:moveTo>
                        <a:pt x="540" y="0"/>
                      </a:moveTo>
                      <a:lnTo>
                        <a:pt x="516" y="15"/>
                      </a:lnTo>
                      <a:lnTo>
                        <a:pt x="504" y="48"/>
                      </a:lnTo>
                      <a:lnTo>
                        <a:pt x="489" y="87"/>
                      </a:lnTo>
                      <a:lnTo>
                        <a:pt x="465" y="105"/>
                      </a:lnTo>
                      <a:lnTo>
                        <a:pt x="402" y="117"/>
                      </a:lnTo>
                      <a:lnTo>
                        <a:pt x="285" y="120"/>
                      </a:lnTo>
                      <a:lnTo>
                        <a:pt x="0" y="126"/>
                      </a:lnTo>
                    </a:path>
                  </a:pathLst>
                </a:custGeom>
                <a:noFill/>
                <a:ln w="19050" cap="flat" cmpd="sng">
                  <a:solidFill>
                    <a:srgbClr val="85821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212" name="Freeform 91"/>
                <p:cNvSpPr/>
                <p:nvPr/>
              </p:nvSpPr>
              <p:spPr>
                <a:xfrm flipH="1" flipV="1">
                  <a:off x="3086" y="2041"/>
                  <a:ext cx="540" cy="214"/>
                </a:xfrm>
                <a:custGeom>
                  <a:avLst/>
                  <a:gdLst/>
                  <a:ahLst/>
                  <a:cxnLst>
                    <a:cxn ang="0">
                      <a:pos x="540" y="0"/>
                    </a:cxn>
                    <a:cxn ang="0">
                      <a:pos x="516" y="350"/>
                    </a:cxn>
                    <a:cxn ang="0">
                      <a:pos x="504" y="1157"/>
                    </a:cxn>
                    <a:cxn ang="0">
                      <a:pos x="489" y="2089"/>
                    </a:cxn>
                    <a:cxn ang="0">
                      <a:pos x="465" y="2512"/>
                    </a:cxn>
                    <a:cxn ang="0">
                      <a:pos x="402" y="2813"/>
                    </a:cxn>
                    <a:cxn ang="0">
                      <a:pos x="285" y="2882"/>
                    </a:cxn>
                    <a:cxn ang="0">
                      <a:pos x="0" y="3023"/>
                    </a:cxn>
                  </a:cxnLst>
                  <a:rect l="0" t="0" r="0" b="0"/>
                  <a:pathLst>
                    <a:path w="540" h="126">
                      <a:moveTo>
                        <a:pt x="540" y="0"/>
                      </a:moveTo>
                      <a:lnTo>
                        <a:pt x="516" y="15"/>
                      </a:lnTo>
                      <a:lnTo>
                        <a:pt x="504" y="48"/>
                      </a:lnTo>
                      <a:lnTo>
                        <a:pt x="489" y="87"/>
                      </a:lnTo>
                      <a:lnTo>
                        <a:pt x="465" y="105"/>
                      </a:lnTo>
                      <a:lnTo>
                        <a:pt x="402" y="117"/>
                      </a:lnTo>
                      <a:lnTo>
                        <a:pt x="285" y="120"/>
                      </a:lnTo>
                      <a:lnTo>
                        <a:pt x="0" y="126"/>
                      </a:lnTo>
                    </a:path>
                  </a:pathLst>
                </a:custGeom>
                <a:noFill/>
                <a:ln w="19050" cap="flat" cmpd="sng">
                  <a:solidFill>
                    <a:srgbClr val="85821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213" name="Freeform 92"/>
                <p:cNvSpPr/>
                <p:nvPr/>
              </p:nvSpPr>
              <p:spPr>
                <a:xfrm flipH="1">
                  <a:off x="3083" y="1899"/>
                  <a:ext cx="540" cy="82"/>
                </a:xfrm>
                <a:custGeom>
                  <a:avLst/>
                  <a:gdLst/>
                  <a:ahLst/>
                  <a:cxnLst>
                    <a:cxn ang="0">
                      <a:pos x="540" y="0"/>
                    </a:cxn>
                    <a:cxn ang="0">
                      <a:pos x="516" y="1"/>
                    </a:cxn>
                    <a:cxn ang="0">
                      <a:pos x="504" y="3"/>
                    </a:cxn>
                    <a:cxn ang="0">
                      <a:pos x="489" y="7"/>
                    </a:cxn>
                    <a:cxn ang="0">
                      <a:pos x="465" y="8"/>
                    </a:cxn>
                    <a:cxn ang="0">
                      <a:pos x="402" y="9"/>
                    </a:cxn>
                    <a:cxn ang="0">
                      <a:pos x="285" y="9"/>
                    </a:cxn>
                    <a:cxn ang="0">
                      <a:pos x="0" y="9"/>
                    </a:cxn>
                  </a:cxnLst>
                  <a:rect l="0" t="0" r="0" b="0"/>
                  <a:pathLst>
                    <a:path w="540" h="126">
                      <a:moveTo>
                        <a:pt x="540" y="0"/>
                      </a:moveTo>
                      <a:lnTo>
                        <a:pt x="516" y="15"/>
                      </a:lnTo>
                      <a:lnTo>
                        <a:pt x="504" y="48"/>
                      </a:lnTo>
                      <a:lnTo>
                        <a:pt x="489" y="87"/>
                      </a:lnTo>
                      <a:lnTo>
                        <a:pt x="465" y="105"/>
                      </a:lnTo>
                      <a:lnTo>
                        <a:pt x="402" y="117"/>
                      </a:lnTo>
                      <a:lnTo>
                        <a:pt x="285" y="120"/>
                      </a:lnTo>
                      <a:lnTo>
                        <a:pt x="0" y="126"/>
                      </a:lnTo>
                    </a:path>
                  </a:pathLst>
                </a:custGeom>
                <a:noFill/>
                <a:ln w="19050" cap="flat" cmpd="sng">
                  <a:solidFill>
                    <a:srgbClr val="85821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214" name="Freeform 93"/>
                <p:cNvSpPr/>
                <p:nvPr/>
              </p:nvSpPr>
              <p:spPr>
                <a:xfrm flipH="1" flipV="1">
                  <a:off x="3087" y="2009"/>
                  <a:ext cx="540" cy="68"/>
                </a:xfrm>
                <a:custGeom>
                  <a:avLst/>
                  <a:gdLst/>
                  <a:ahLst/>
                  <a:cxnLst>
                    <a:cxn ang="0">
                      <a:pos x="540" y="0"/>
                    </a:cxn>
                    <a:cxn ang="0">
                      <a:pos x="516" y="1"/>
                    </a:cxn>
                    <a:cxn ang="0">
                      <a:pos x="504" y="1"/>
                    </a:cxn>
                    <a:cxn ang="0">
                      <a:pos x="489" y="2"/>
                    </a:cxn>
                    <a:cxn ang="0">
                      <a:pos x="465" y="3"/>
                    </a:cxn>
                    <a:cxn ang="0">
                      <a:pos x="402" y="3"/>
                    </a:cxn>
                    <a:cxn ang="0">
                      <a:pos x="285" y="3"/>
                    </a:cxn>
                    <a:cxn ang="0">
                      <a:pos x="0" y="3"/>
                    </a:cxn>
                  </a:cxnLst>
                  <a:rect l="0" t="0" r="0" b="0"/>
                  <a:pathLst>
                    <a:path w="540" h="126">
                      <a:moveTo>
                        <a:pt x="540" y="0"/>
                      </a:moveTo>
                      <a:lnTo>
                        <a:pt x="516" y="15"/>
                      </a:lnTo>
                      <a:lnTo>
                        <a:pt x="504" y="48"/>
                      </a:lnTo>
                      <a:lnTo>
                        <a:pt x="489" y="87"/>
                      </a:lnTo>
                      <a:lnTo>
                        <a:pt x="465" y="105"/>
                      </a:lnTo>
                      <a:lnTo>
                        <a:pt x="402" y="117"/>
                      </a:lnTo>
                      <a:lnTo>
                        <a:pt x="285" y="120"/>
                      </a:lnTo>
                      <a:lnTo>
                        <a:pt x="0" y="126"/>
                      </a:lnTo>
                    </a:path>
                  </a:pathLst>
                </a:custGeom>
                <a:noFill/>
                <a:ln w="19050" cap="flat" cmpd="sng">
                  <a:solidFill>
                    <a:srgbClr val="85821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215" name="Group 94"/>
              <p:cNvGrpSpPr/>
              <p:nvPr/>
            </p:nvGrpSpPr>
            <p:grpSpPr>
              <a:xfrm>
                <a:off x="1323" y="2183"/>
                <a:ext cx="912" cy="126"/>
                <a:chOff x="3214" y="1296"/>
                <a:chExt cx="354" cy="96"/>
              </a:xfrm>
            </p:grpSpPr>
            <p:sp>
              <p:nvSpPr>
                <p:cNvPr id="49216" name="Line 95"/>
                <p:cNvSpPr/>
                <p:nvPr/>
              </p:nvSpPr>
              <p:spPr>
                <a:xfrm>
                  <a:off x="3445" y="1326"/>
                  <a:ext cx="120" cy="0"/>
                </a:xfrm>
                <a:prstGeom prst="line">
                  <a:avLst/>
                </a:prstGeom>
                <a:ln w="12700" cap="flat" cmpd="sng">
                  <a:solidFill>
                    <a:srgbClr val="858215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sp>
              <p:nvSpPr>
                <p:cNvPr id="49217" name="Line 96"/>
                <p:cNvSpPr/>
                <p:nvPr/>
              </p:nvSpPr>
              <p:spPr>
                <a:xfrm>
                  <a:off x="3448" y="1356"/>
                  <a:ext cx="120" cy="0"/>
                </a:xfrm>
                <a:prstGeom prst="line">
                  <a:avLst/>
                </a:prstGeom>
                <a:ln w="12700" cap="flat" cmpd="sng">
                  <a:solidFill>
                    <a:srgbClr val="858215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sp>
              <p:nvSpPr>
                <p:cNvPr id="49218" name="Line 97"/>
                <p:cNvSpPr/>
                <p:nvPr/>
              </p:nvSpPr>
              <p:spPr>
                <a:xfrm>
                  <a:off x="3214" y="1296"/>
                  <a:ext cx="120" cy="0"/>
                </a:xfrm>
                <a:prstGeom prst="line">
                  <a:avLst/>
                </a:prstGeom>
                <a:ln w="12700" cap="flat" cmpd="sng">
                  <a:solidFill>
                    <a:srgbClr val="858215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sp>
              <p:nvSpPr>
                <p:cNvPr id="49219" name="Line 98"/>
                <p:cNvSpPr/>
                <p:nvPr/>
              </p:nvSpPr>
              <p:spPr>
                <a:xfrm>
                  <a:off x="3214" y="1392"/>
                  <a:ext cx="120" cy="0"/>
                </a:xfrm>
                <a:prstGeom prst="line">
                  <a:avLst/>
                </a:prstGeom>
                <a:ln w="12700" cap="flat" cmpd="sng">
                  <a:solidFill>
                    <a:srgbClr val="858215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</p:grpSp>
          <p:sp>
            <p:nvSpPr>
              <p:cNvPr id="49220" name="Line 99"/>
              <p:cNvSpPr/>
              <p:nvPr/>
            </p:nvSpPr>
            <p:spPr>
              <a:xfrm>
                <a:off x="3789" y="2186"/>
                <a:ext cx="171" cy="0"/>
              </a:xfrm>
              <a:prstGeom prst="line">
                <a:avLst/>
              </a:prstGeom>
              <a:ln w="12700" cap="flat" cmpd="sng">
                <a:solidFill>
                  <a:srgbClr val="858215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49221" name="Line 100"/>
              <p:cNvSpPr/>
              <p:nvPr/>
            </p:nvSpPr>
            <p:spPr>
              <a:xfrm>
                <a:off x="3785" y="2265"/>
                <a:ext cx="171" cy="0"/>
              </a:xfrm>
              <a:prstGeom prst="line">
                <a:avLst/>
              </a:prstGeom>
              <a:ln w="12700" cap="flat" cmpd="sng">
                <a:solidFill>
                  <a:srgbClr val="858215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49222" name="Line 101"/>
              <p:cNvSpPr/>
              <p:nvPr/>
            </p:nvSpPr>
            <p:spPr>
              <a:xfrm>
                <a:off x="3426" y="2217"/>
                <a:ext cx="171" cy="0"/>
              </a:xfrm>
              <a:prstGeom prst="line">
                <a:avLst/>
              </a:prstGeom>
              <a:ln w="12700" cap="flat" cmpd="sng">
                <a:solidFill>
                  <a:srgbClr val="858215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49223" name="Line 102"/>
              <p:cNvSpPr/>
              <p:nvPr/>
            </p:nvSpPr>
            <p:spPr>
              <a:xfrm>
                <a:off x="3431" y="2265"/>
                <a:ext cx="171" cy="0"/>
              </a:xfrm>
              <a:prstGeom prst="line">
                <a:avLst/>
              </a:prstGeom>
              <a:ln w="12700" cap="flat" cmpd="sng">
                <a:solidFill>
                  <a:srgbClr val="858215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49224" name="AutoShape 103"/>
              <p:cNvSpPr/>
              <p:nvPr/>
            </p:nvSpPr>
            <p:spPr>
              <a:xfrm>
                <a:off x="800" y="2139"/>
                <a:ext cx="376" cy="225"/>
              </a:xfrm>
              <a:prstGeom prst="rightArrow">
                <a:avLst>
                  <a:gd name="adj1" fmla="val 53037"/>
                  <a:gd name="adj2" fmla="val 81868"/>
                </a:avLst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49225" name="Group 104"/>
              <p:cNvGrpSpPr/>
              <p:nvPr/>
            </p:nvGrpSpPr>
            <p:grpSpPr>
              <a:xfrm>
                <a:off x="564" y="2146"/>
                <a:ext cx="228" cy="223"/>
                <a:chOff x="1121" y="3066"/>
                <a:chExt cx="171" cy="184"/>
              </a:xfrm>
            </p:grpSpPr>
            <p:sp>
              <p:nvSpPr>
                <p:cNvPr id="13462" name="WordArt 105"/>
                <p:cNvSpPr>
                  <a:spLocks noTextEdit="1"/>
                </p:cNvSpPr>
                <p:nvPr/>
              </p:nvSpPr>
              <p:spPr>
                <a:xfrm>
                  <a:off x="1121" y="3066"/>
                  <a:ext cx="123" cy="15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/>
                </a:bodyPr>
                <a:lstStyle/>
                <a:p>
                  <a:pPr algn="ctr" fontAlgn="base"/>
                  <a:r>
                    <a:rPr lang="zh-CN" altLang="en-US" sz="3600" b="1" i="1" strike="noStrike" noProof="1">
                      <a:ln w="9525" cap="flat" cmpd="sng">
                        <a:solidFill>
                          <a:srgbClr val="FF33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+mn-cs"/>
                    </a:rPr>
                    <a:t>I</a:t>
                  </a:r>
                  <a:endParaRPr lang="zh-CN" altLang="en-US" sz="3600" b="1" i="1" strike="noStrike" noProof="1">
                    <a:ln w="9525" cap="flat" cmpd="sng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49227" name="WordArt 106"/>
                <p:cNvSpPr>
                  <a:spLocks noTextEdit="1"/>
                </p:cNvSpPr>
                <p:nvPr/>
              </p:nvSpPr>
              <p:spPr>
                <a:xfrm>
                  <a:off x="1230" y="3177"/>
                  <a:ext cx="62" cy="7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rgbClr val="FF33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c</a:t>
                  </a:r>
                </a:p>
              </p:txBody>
            </p:sp>
          </p:grpSp>
          <p:grpSp>
            <p:nvGrpSpPr>
              <p:cNvPr id="49228" name="Group 107"/>
              <p:cNvGrpSpPr/>
              <p:nvPr/>
            </p:nvGrpSpPr>
            <p:grpSpPr>
              <a:xfrm>
                <a:off x="2598" y="2160"/>
                <a:ext cx="181" cy="138"/>
                <a:chOff x="1743" y="1561"/>
                <a:chExt cx="145" cy="130"/>
              </a:xfrm>
            </p:grpSpPr>
            <p:sp>
              <p:nvSpPr>
                <p:cNvPr id="13465" name="WordArt 108"/>
                <p:cNvSpPr>
                  <a:spLocks noTextEdit="1"/>
                </p:cNvSpPr>
                <p:nvPr/>
              </p:nvSpPr>
              <p:spPr>
                <a:xfrm>
                  <a:off x="1743" y="1597"/>
                  <a:ext cx="115" cy="9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/>
                </a:bodyPr>
                <a:lstStyle/>
                <a:p>
                  <a:pPr algn="ctr" fontAlgn="base"/>
                  <a:r>
                    <a:rPr lang="zh-CN" altLang="en-US" sz="1200" i="1" strike="noStrike" noProof="1">
                      <a:ln w="9525" cap="flat" cmpd="sng">
                        <a:solidFill>
                          <a:srgbClr val="0099CC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99CC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+mn-cs"/>
                    </a:rPr>
                    <a:t>D</a:t>
                  </a:r>
                  <a:endParaRPr lang="zh-CN" altLang="en-US" sz="1200" i="1" strike="noStrike" noProof="1">
                    <a:ln w="9525" cap="flat" cmpd="sng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99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49230" name="Line 109"/>
                <p:cNvSpPr/>
                <p:nvPr/>
              </p:nvSpPr>
              <p:spPr>
                <a:xfrm>
                  <a:off x="1752" y="1561"/>
                  <a:ext cx="136" cy="0"/>
                </a:xfrm>
                <a:prstGeom prst="line">
                  <a:avLst/>
                </a:prstGeom>
                <a:ln w="9525" cap="flat" cmpd="sng">
                  <a:solidFill>
                    <a:srgbClr val="0099CC"/>
                  </a:solidFill>
                  <a:prstDash val="solid"/>
                  <a:round/>
                  <a:headEnd type="none" w="med" len="med"/>
                  <a:tailEnd type="triangle" w="sm" len="med"/>
                </a:ln>
              </p:spPr>
            </p:sp>
          </p:grpSp>
          <p:grpSp>
            <p:nvGrpSpPr>
              <p:cNvPr id="49231" name="Group 110"/>
              <p:cNvGrpSpPr/>
              <p:nvPr/>
            </p:nvGrpSpPr>
            <p:grpSpPr>
              <a:xfrm>
                <a:off x="1189" y="1814"/>
                <a:ext cx="405" cy="261"/>
                <a:chOff x="4443" y="1487"/>
                <a:chExt cx="284" cy="208"/>
              </a:xfrm>
            </p:grpSpPr>
            <p:sp>
              <p:nvSpPr>
                <p:cNvPr id="49232" name="WordArt 111"/>
                <p:cNvSpPr>
                  <a:spLocks noTextEdit="1"/>
                </p:cNvSpPr>
                <p:nvPr/>
              </p:nvSpPr>
              <p:spPr>
                <a:xfrm>
                  <a:off x="4555" y="1620"/>
                  <a:ext cx="68" cy="7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200" i="1">
                      <a:ln w="9525" cap="flat" cmpd="sng">
                        <a:solidFill>
                          <a:srgbClr val="858215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858215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c</a:t>
                  </a:r>
                </a:p>
              </p:txBody>
            </p:sp>
            <p:sp>
              <p:nvSpPr>
                <p:cNvPr id="13469" name="WordArt 112"/>
                <p:cNvSpPr>
                  <a:spLocks noTextEdit="1"/>
                </p:cNvSpPr>
                <p:nvPr/>
              </p:nvSpPr>
              <p:spPr>
                <a:xfrm>
                  <a:off x="4443" y="1533"/>
                  <a:ext cx="110" cy="14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70000"/>
                </a:bodyPr>
                <a:lstStyle/>
                <a:p>
                  <a:pPr algn="ctr" fontAlgn="base"/>
                  <a:r>
                    <a:rPr lang="zh-CN" altLang="en-US" sz="1200" b="1" i="1" strike="noStrike" noProof="1">
                      <a:ln w="9525" cap="flat" cmpd="sng">
                        <a:solidFill>
                          <a:srgbClr val="858215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858215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+mn-cs"/>
                    </a:rPr>
                    <a:t>j</a:t>
                  </a:r>
                  <a:endParaRPr lang="zh-CN" altLang="en-US" sz="1200" b="1" i="1" strike="noStrike" noProof="1">
                    <a:ln w="9525" cap="flat" cmpd="sng">
                      <a:solidFill>
                        <a:srgbClr val="8582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858215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49234" name="Line 113"/>
                <p:cNvSpPr/>
                <p:nvPr/>
              </p:nvSpPr>
              <p:spPr>
                <a:xfrm>
                  <a:off x="4592" y="1487"/>
                  <a:ext cx="135" cy="0"/>
                </a:xfrm>
                <a:prstGeom prst="line">
                  <a:avLst/>
                </a:prstGeom>
                <a:ln w="12700" cap="flat" cmpd="sng">
                  <a:solidFill>
                    <a:srgbClr val="858215"/>
                  </a:solidFill>
                  <a:prstDash val="solid"/>
                  <a:round/>
                  <a:headEnd type="none" w="med" len="med"/>
                  <a:tailEnd type="triangle" w="sm" len="med"/>
                </a:ln>
              </p:spPr>
            </p:sp>
          </p:grpSp>
          <p:grpSp>
            <p:nvGrpSpPr>
              <p:cNvPr id="49235" name="Group 114"/>
              <p:cNvGrpSpPr/>
              <p:nvPr/>
            </p:nvGrpSpPr>
            <p:grpSpPr>
              <a:xfrm>
                <a:off x="2969" y="1566"/>
                <a:ext cx="233" cy="163"/>
                <a:chOff x="2964" y="1099"/>
                <a:chExt cx="163" cy="130"/>
              </a:xfrm>
            </p:grpSpPr>
            <p:sp>
              <p:nvSpPr>
                <p:cNvPr id="49236" name="WordArt 115"/>
                <p:cNvSpPr>
                  <a:spLocks noTextEdit="1"/>
                </p:cNvSpPr>
                <p:nvPr/>
              </p:nvSpPr>
              <p:spPr>
                <a:xfrm>
                  <a:off x="3045" y="1099"/>
                  <a:ext cx="82" cy="13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200" i="1">
                      <a:ln w="9525" cap="flat" cmpd="sng">
                        <a:solidFill>
                          <a:srgbClr val="0066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8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q</a:t>
                  </a:r>
                </a:p>
              </p:txBody>
            </p:sp>
            <p:sp>
              <p:nvSpPr>
                <p:cNvPr id="49237" name="Line 116"/>
                <p:cNvSpPr/>
                <p:nvPr/>
              </p:nvSpPr>
              <p:spPr>
                <a:xfrm>
                  <a:off x="2964" y="1161"/>
                  <a:ext cx="6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9238" name="Group 117"/>
              <p:cNvGrpSpPr/>
              <p:nvPr/>
            </p:nvGrpSpPr>
            <p:grpSpPr>
              <a:xfrm>
                <a:off x="2198" y="1561"/>
                <a:ext cx="249" cy="163"/>
                <a:chOff x="2455" y="1095"/>
                <a:chExt cx="175" cy="130"/>
              </a:xfrm>
            </p:grpSpPr>
            <p:sp>
              <p:nvSpPr>
                <p:cNvPr id="49239" name="WordArt 118"/>
                <p:cNvSpPr>
                  <a:spLocks noTextEdit="1"/>
                </p:cNvSpPr>
                <p:nvPr/>
              </p:nvSpPr>
              <p:spPr>
                <a:xfrm>
                  <a:off x="2548" y="1095"/>
                  <a:ext cx="82" cy="13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200" i="1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q</a:t>
                  </a:r>
                </a:p>
              </p:txBody>
            </p:sp>
            <p:sp>
              <p:nvSpPr>
                <p:cNvPr id="49240" name="WordArt 119"/>
                <p:cNvSpPr>
                  <a:spLocks noTextEdit="1"/>
                </p:cNvSpPr>
                <p:nvPr/>
              </p:nvSpPr>
              <p:spPr>
                <a:xfrm>
                  <a:off x="2455" y="1115"/>
                  <a:ext cx="71" cy="8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+</a:t>
                  </a:r>
                </a:p>
              </p:txBody>
            </p:sp>
          </p:grpSp>
          <p:grpSp>
            <p:nvGrpSpPr>
              <p:cNvPr id="49241" name="Group 200"/>
              <p:cNvGrpSpPr/>
              <p:nvPr/>
            </p:nvGrpSpPr>
            <p:grpSpPr>
              <a:xfrm>
                <a:off x="2418" y="1859"/>
                <a:ext cx="78" cy="749"/>
                <a:chOff x="2418" y="1859"/>
                <a:chExt cx="78" cy="749"/>
              </a:xfrm>
            </p:grpSpPr>
            <p:sp>
              <p:nvSpPr>
                <p:cNvPr id="49242" name="AutoShape 201"/>
                <p:cNvSpPr/>
                <p:nvPr/>
              </p:nvSpPr>
              <p:spPr>
                <a:xfrm>
                  <a:off x="2426" y="1859"/>
                  <a:ext cx="70" cy="72"/>
                </a:xfrm>
                <a:prstGeom prst="plus">
                  <a:avLst>
                    <a:gd name="adj" fmla="val 37144"/>
                  </a:avLst>
                </a:prstGeom>
                <a:solidFill>
                  <a:srgbClr val="F8F8F8"/>
                </a:solidFill>
                <a:ln w="9525">
                  <a:noFill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9243" name="AutoShape 202"/>
                <p:cNvSpPr/>
                <p:nvPr/>
              </p:nvSpPr>
              <p:spPr>
                <a:xfrm>
                  <a:off x="2424" y="2070"/>
                  <a:ext cx="70" cy="72"/>
                </a:xfrm>
                <a:prstGeom prst="plus">
                  <a:avLst>
                    <a:gd name="adj" fmla="val 37144"/>
                  </a:avLst>
                </a:prstGeom>
                <a:solidFill>
                  <a:srgbClr val="F8F8F8"/>
                </a:solidFill>
                <a:ln w="9525">
                  <a:noFill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9244" name="AutoShape 203"/>
                <p:cNvSpPr/>
                <p:nvPr/>
              </p:nvSpPr>
              <p:spPr>
                <a:xfrm>
                  <a:off x="2418" y="2287"/>
                  <a:ext cx="70" cy="72"/>
                </a:xfrm>
                <a:prstGeom prst="plus">
                  <a:avLst>
                    <a:gd name="adj" fmla="val 37144"/>
                  </a:avLst>
                </a:prstGeom>
                <a:solidFill>
                  <a:srgbClr val="F8F8F8"/>
                </a:solidFill>
                <a:ln w="9525">
                  <a:noFill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9245" name="AutoShape 204"/>
                <p:cNvSpPr/>
                <p:nvPr/>
              </p:nvSpPr>
              <p:spPr>
                <a:xfrm>
                  <a:off x="2420" y="2536"/>
                  <a:ext cx="70" cy="72"/>
                </a:xfrm>
                <a:prstGeom prst="plus">
                  <a:avLst>
                    <a:gd name="adj" fmla="val 37144"/>
                  </a:avLst>
                </a:prstGeom>
                <a:solidFill>
                  <a:srgbClr val="F8F8F8"/>
                </a:solidFill>
                <a:ln w="9525">
                  <a:noFill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49246" name="Rectangle 227"/>
              <p:cNvSpPr/>
              <p:nvPr/>
            </p:nvSpPr>
            <p:spPr>
              <a:xfrm>
                <a:off x="1278" y="2148"/>
                <a:ext cx="324" cy="204"/>
              </a:xfrm>
              <a:prstGeom prst="rect">
                <a:avLst/>
              </a:prstGeom>
              <a:solidFill>
                <a:schemeClr val="accent1">
                  <a:alpha val="36861"/>
                </a:schemeClr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49247" name="Group 228"/>
              <p:cNvGrpSpPr/>
              <p:nvPr/>
            </p:nvGrpSpPr>
            <p:grpSpPr>
              <a:xfrm>
                <a:off x="4517" y="2139"/>
                <a:ext cx="228" cy="223"/>
                <a:chOff x="1121" y="3066"/>
                <a:chExt cx="171" cy="184"/>
              </a:xfrm>
            </p:grpSpPr>
            <p:sp>
              <p:nvSpPr>
                <p:cNvPr id="13484" name="WordArt 229"/>
                <p:cNvSpPr>
                  <a:spLocks noTextEdit="1"/>
                </p:cNvSpPr>
                <p:nvPr/>
              </p:nvSpPr>
              <p:spPr>
                <a:xfrm>
                  <a:off x="1121" y="3066"/>
                  <a:ext cx="123" cy="15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/>
                </a:bodyPr>
                <a:lstStyle/>
                <a:p>
                  <a:pPr algn="ctr" fontAlgn="base"/>
                  <a:r>
                    <a:rPr lang="zh-CN" altLang="en-US" sz="3600" b="1" i="1" strike="noStrike" noProof="1">
                      <a:ln w="9525" cap="flat" cmpd="sng">
                        <a:solidFill>
                          <a:srgbClr val="FF33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  <a:cs typeface="+mn-cs"/>
                    </a:rPr>
                    <a:t>I</a:t>
                  </a:r>
                  <a:endParaRPr lang="zh-CN" altLang="en-US" sz="3600" b="1" i="1" strike="noStrike" noProof="1">
                    <a:ln w="9525" cap="flat" cmpd="sng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49249" name="WordArt 230"/>
                <p:cNvSpPr>
                  <a:spLocks noTextEdit="1"/>
                </p:cNvSpPr>
                <p:nvPr/>
              </p:nvSpPr>
              <p:spPr>
                <a:xfrm>
                  <a:off x="1230" y="3177"/>
                  <a:ext cx="62" cy="7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rgbClr val="FF33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c</a:t>
                  </a:r>
                </a:p>
              </p:txBody>
            </p:sp>
          </p:grpSp>
          <p:sp>
            <p:nvSpPr>
              <p:cNvPr id="49250" name="AutoShape 231"/>
              <p:cNvSpPr/>
              <p:nvPr/>
            </p:nvSpPr>
            <p:spPr>
              <a:xfrm>
                <a:off x="4081" y="2120"/>
                <a:ext cx="376" cy="225"/>
              </a:xfrm>
              <a:prstGeom prst="rightArrow">
                <a:avLst>
                  <a:gd name="adj1" fmla="val 53037"/>
                  <a:gd name="adj2" fmla="val 81868"/>
                </a:avLst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9251" name="Group 269"/>
            <p:cNvGrpSpPr/>
            <p:nvPr/>
          </p:nvGrpSpPr>
          <p:grpSpPr>
            <a:xfrm>
              <a:off x="2689" y="1638"/>
              <a:ext cx="1842" cy="3478"/>
              <a:chOff x="1926" y="154"/>
              <a:chExt cx="737" cy="1391"/>
            </a:xfrm>
          </p:grpSpPr>
          <p:grpSp>
            <p:nvGrpSpPr>
              <p:cNvPr id="49252" name="Group 205"/>
              <p:cNvGrpSpPr/>
              <p:nvPr/>
            </p:nvGrpSpPr>
            <p:grpSpPr>
              <a:xfrm>
                <a:off x="1926" y="154"/>
                <a:ext cx="648" cy="1143"/>
                <a:chOff x="1396" y="1899"/>
                <a:chExt cx="867" cy="1099"/>
              </a:xfrm>
            </p:grpSpPr>
            <p:grpSp>
              <p:nvGrpSpPr>
                <p:cNvPr id="49253" name="Group 206"/>
                <p:cNvGrpSpPr/>
                <p:nvPr/>
              </p:nvGrpSpPr>
              <p:grpSpPr>
                <a:xfrm>
                  <a:off x="1459" y="1899"/>
                  <a:ext cx="804" cy="1099"/>
                  <a:chOff x="2259" y="1610"/>
                  <a:chExt cx="820" cy="1165"/>
                </a:xfrm>
              </p:grpSpPr>
              <p:sp>
                <p:nvSpPr>
                  <p:cNvPr id="49254" name="Freeform 207"/>
                  <p:cNvSpPr/>
                  <p:nvPr/>
                </p:nvSpPr>
                <p:spPr>
                  <a:xfrm>
                    <a:off x="2333" y="1614"/>
                    <a:ext cx="746" cy="1161"/>
                  </a:xfrm>
                  <a:custGeom>
                    <a:avLst/>
                    <a:gdLst/>
                    <a:ahLst/>
                    <a:cxnLst>
                      <a:cxn ang="0">
                        <a:pos x="714" y="0"/>
                      </a:cxn>
                      <a:cxn ang="0">
                        <a:pos x="600" y="9"/>
                      </a:cxn>
                      <a:cxn ang="0">
                        <a:pos x="462" y="39"/>
                      </a:cxn>
                      <a:cxn ang="0">
                        <a:pos x="354" y="78"/>
                      </a:cxn>
                      <a:cxn ang="0">
                        <a:pos x="264" y="129"/>
                      </a:cxn>
                      <a:cxn ang="0">
                        <a:pos x="174" y="204"/>
                      </a:cxn>
                      <a:cxn ang="0">
                        <a:pos x="99" y="282"/>
                      </a:cxn>
                      <a:cxn ang="0">
                        <a:pos x="42" y="393"/>
                      </a:cxn>
                      <a:cxn ang="0">
                        <a:pos x="6" y="489"/>
                      </a:cxn>
                      <a:cxn ang="0">
                        <a:pos x="0" y="585"/>
                      </a:cxn>
                      <a:cxn ang="0">
                        <a:pos x="12" y="651"/>
                      </a:cxn>
                      <a:cxn ang="0">
                        <a:pos x="39" y="762"/>
                      </a:cxn>
                      <a:cxn ang="0">
                        <a:pos x="93" y="861"/>
                      </a:cxn>
                      <a:cxn ang="0">
                        <a:pos x="153" y="933"/>
                      </a:cxn>
                      <a:cxn ang="0">
                        <a:pos x="216" y="990"/>
                      </a:cxn>
                      <a:cxn ang="0">
                        <a:pos x="303" y="1050"/>
                      </a:cxn>
                      <a:cxn ang="0">
                        <a:pos x="426" y="1107"/>
                      </a:cxn>
                      <a:cxn ang="0">
                        <a:pos x="561" y="1137"/>
                      </a:cxn>
                      <a:cxn ang="0">
                        <a:pos x="720" y="1161"/>
                      </a:cxn>
                      <a:cxn ang="0">
                        <a:pos x="738" y="1161"/>
                      </a:cxn>
                      <a:cxn ang="0">
                        <a:pos x="678" y="1089"/>
                      </a:cxn>
                      <a:cxn ang="0">
                        <a:pos x="636" y="1008"/>
                      </a:cxn>
                      <a:cxn ang="0">
                        <a:pos x="612" y="915"/>
                      </a:cxn>
                      <a:cxn ang="0">
                        <a:pos x="579" y="756"/>
                      </a:cxn>
                      <a:cxn ang="0">
                        <a:pos x="576" y="588"/>
                      </a:cxn>
                      <a:cxn ang="0">
                        <a:pos x="579" y="447"/>
                      </a:cxn>
                      <a:cxn ang="0">
                        <a:pos x="594" y="321"/>
                      </a:cxn>
                      <a:cxn ang="0">
                        <a:pos x="615" y="210"/>
                      </a:cxn>
                      <a:cxn ang="0">
                        <a:pos x="642" y="141"/>
                      </a:cxn>
                      <a:cxn ang="0">
                        <a:pos x="678" y="54"/>
                      </a:cxn>
                      <a:cxn ang="0">
                        <a:pos x="738" y="3"/>
                      </a:cxn>
                    </a:cxnLst>
                    <a:rect l="0" t="0" r="0" b="0"/>
                    <a:pathLst>
                      <a:path w="750" h="1161">
                        <a:moveTo>
                          <a:pt x="726" y="0"/>
                        </a:moveTo>
                        <a:lnTo>
                          <a:pt x="609" y="9"/>
                        </a:lnTo>
                        <a:lnTo>
                          <a:pt x="468" y="39"/>
                        </a:lnTo>
                        <a:lnTo>
                          <a:pt x="360" y="78"/>
                        </a:lnTo>
                        <a:lnTo>
                          <a:pt x="267" y="129"/>
                        </a:lnTo>
                        <a:lnTo>
                          <a:pt x="177" y="204"/>
                        </a:lnTo>
                        <a:lnTo>
                          <a:pt x="102" y="282"/>
                        </a:lnTo>
                        <a:lnTo>
                          <a:pt x="42" y="393"/>
                        </a:lnTo>
                        <a:lnTo>
                          <a:pt x="6" y="489"/>
                        </a:lnTo>
                        <a:lnTo>
                          <a:pt x="0" y="585"/>
                        </a:lnTo>
                        <a:lnTo>
                          <a:pt x="12" y="651"/>
                        </a:lnTo>
                        <a:lnTo>
                          <a:pt x="39" y="762"/>
                        </a:lnTo>
                        <a:lnTo>
                          <a:pt x="93" y="861"/>
                        </a:lnTo>
                        <a:lnTo>
                          <a:pt x="156" y="933"/>
                        </a:lnTo>
                        <a:lnTo>
                          <a:pt x="219" y="990"/>
                        </a:lnTo>
                        <a:lnTo>
                          <a:pt x="309" y="1050"/>
                        </a:lnTo>
                        <a:lnTo>
                          <a:pt x="432" y="1107"/>
                        </a:lnTo>
                        <a:lnTo>
                          <a:pt x="570" y="1137"/>
                        </a:lnTo>
                        <a:lnTo>
                          <a:pt x="732" y="1161"/>
                        </a:lnTo>
                        <a:lnTo>
                          <a:pt x="750" y="1161"/>
                        </a:lnTo>
                        <a:lnTo>
                          <a:pt x="690" y="1089"/>
                        </a:lnTo>
                        <a:lnTo>
                          <a:pt x="645" y="1008"/>
                        </a:lnTo>
                        <a:lnTo>
                          <a:pt x="621" y="915"/>
                        </a:lnTo>
                        <a:lnTo>
                          <a:pt x="588" y="756"/>
                        </a:lnTo>
                        <a:lnTo>
                          <a:pt x="585" y="588"/>
                        </a:lnTo>
                        <a:lnTo>
                          <a:pt x="588" y="447"/>
                        </a:lnTo>
                        <a:lnTo>
                          <a:pt x="603" y="321"/>
                        </a:lnTo>
                        <a:lnTo>
                          <a:pt x="624" y="210"/>
                        </a:lnTo>
                        <a:lnTo>
                          <a:pt x="651" y="141"/>
                        </a:lnTo>
                        <a:lnTo>
                          <a:pt x="690" y="54"/>
                        </a:lnTo>
                        <a:lnTo>
                          <a:pt x="750" y="3"/>
                        </a:lnTo>
                      </a:path>
                    </a:pathLst>
                  </a:custGeom>
                  <a:solidFill>
                    <a:srgbClr val="CEE3E8">
                      <a:alpha val="50194"/>
                    </a:srgbClr>
                  </a:solidFill>
                  <a:ln w="9525">
                    <a:noFill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9255" name="Arc 208"/>
                  <p:cNvSpPr/>
                  <p:nvPr/>
                </p:nvSpPr>
                <p:spPr>
                  <a:xfrm>
                    <a:off x="2259" y="1610"/>
                    <a:ext cx="755" cy="115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22783" h="43198" fill="none">
                        <a:moveTo>
                          <a:pt x="21317" y="43198"/>
                        </a:moveTo>
                        <a:cubicBezTo>
                          <a:pt x="9499" y="43043"/>
                          <a:pt x="0" y="3341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21994" y="-1"/>
                          <a:pt x="22389" y="10"/>
                          <a:pt x="22782" y="32"/>
                        </a:cubicBezTo>
                      </a:path>
                      <a:path w="22783" h="43198" stroke="0">
                        <a:moveTo>
                          <a:pt x="21317" y="43198"/>
                        </a:moveTo>
                        <a:cubicBezTo>
                          <a:pt x="9499" y="43043"/>
                          <a:pt x="0" y="3341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21994" y="-1"/>
                          <a:pt x="22389" y="10"/>
                          <a:pt x="22782" y="32"/>
                        </a:cubicBezTo>
                        <a:lnTo>
                          <a:pt x="21600" y="21600"/>
                        </a:lnTo>
                        <a:lnTo>
                          <a:pt x="21317" y="43198"/>
                        </a:ln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9256" name="Group 209"/>
                <p:cNvGrpSpPr/>
                <p:nvPr/>
              </p:nvGrpSpPr>
              <p:grpSpPr>
                <a:xfrm>
                  <a:off x="1396" y="1954"/>
                  <a:ext cx="183" cy="171"/>
                  <a:chOff x="1836" y="1644"/>
                  <a:chExt cx="250" cy="200"/>
                </a:xfrm>
              </p:grpSpPr>
              <p:sp>
                <p:nvSpPr>
                  <p:cNvPr id="49257" name="WordArt 210"/>
                  <p:cNvSpPr>
                    <a:spLocks noTextEdit="1"/>
                  </p:cNvSpPr>
                  <p:nvPr/>
                </p:nvSpPr>
                <p:spPr>
                  <a:xfrm>
                    <a:off x="1836" y="1644"/>
                    <a:ext cx="187" cy="169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 i="1">
                        <a:ln w="9525" cap="flat" cmpd="sng">
                          <a:solidFill>
                            <a:srgbClr val="33669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336699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s</a:t>
                    </a:r>
                  </a:p>
                </p:txBody>
              </p:sp>
              <p:sp>
                <p:nvSpPr>
                  <p:cNvPr id="49258" name="WordArt 211"/>
                  <p:cNvSpPr>
                    <a:spLocks noTextEdit="1"/>
                  </p:cNvSpPr>
                  <p:nvPr/>
                </p:nvSpPr>
                <p:spPr>
                  <a:xfrm>
                    <a:off x="2023" y="1739"/>
                    <a:ext cx="63" cy="105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  <a:normAutofit/>
                  </a:bodyPr>
                  <a:lstStyle/>
                  <a:p>
                    <a:pPr algn="ctr"/>
                    <a:r>
                      <a:rPr lang="zh-CN" altLang="en-US" sz="3600">
                        <a:ln w="9525" cap="flat" cmpd="sng">
                          <a:solidFill>
                            <a:srgbClr val="33669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33669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1</a:t>
                    </a:r>
                  </a:p>
                </p:txBody>
              </p:sp>
            </p:grpSp>
          </p:grpSp>
          <p:grpSp>
            <p:nvGrpSpPr>
              <p:cNvPr id="49259" name="Group 233"/>
              <p:cNvGrpSpPr/>
              <p:nvPr/>
            </p:nvGrpSpPr>
            <p:grpSpPr>
              <a:xfrm>
                <a:off x="2371" y="163"/>
                <a:ext cx="292" cy="1382"/>
                <a:chOff x="4995" y="1529"/>
                <a:chExt cx="292" cy="1518"/>
              </a:xfrm>
            </p:grpSpPr>
            <p:sp>
              <p:nvSpPr>
                <p:cNvPr id="49260" name="Arc 222"/>
                <p:cNvSpPr/>
                <p:nvPr/>
              </p:nvSpPr>
              <p:spPr>
                <a:xfrm>
                  <a:off x="4995" y="1529"/>
                  <a:ext cx="292" cy="1248"/>
                </a:xfrm>
                <a:custGeom>
                  <a:avLst/>
                  <a:gdLst/>
                  <a:ahLst/>
                  <a:cxnLst>
                    <a:cxn ang="0">
                      <a:pos x="260" y="1151"/>
                    </a:cxn>
                    <a:cxn ang="0">
                      <a:pos x="292" y="193"/>
                    </a:cxn>
                    <a:cxn ang="0">
                      <a:pos x="169" y="624"/>
                    </a:cxn>
                  </a:cxnLst>
                  <a:rect l="0" t="0" r="0" b="0"/>
                  <a:pathLst>
                    <a:path w="37216" h="43200" fill="none">
                      <a:moveTo>
                        <a:pt x="33182" y="39831"/>
                      </a:moveTo>
                      <a:cubicBezTo>
                        <a:pt x="29720" y="42031"/>
                        <a:pt x="25702" y="43199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27498" y="-1"/>
                        <a:pt x="33140" y="2412"/>
                        <a:pt x="37216" y="6676"/>
                      </a:cubicBezTo>
                    </a:path>
                    <a:path w="37216" h="43200" stroke="0">
                      <a:moveTo>
                        <a:pt x="33182" y="39831"/>
                      </a:moveTo>
                      <a:cubicBezTo>
                        <a:pt x="29720" y="42031"/>
                        <a:pt x="25702" y="43199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27498" y="-1"/>
                        <a:pt x="33140" y="2412"/>
                        <a:pt x="37216" y="6676"/>
                      </a:cubicBezTo>
                      <a:lnTo>
                        <a:pt x="21600" y="21600"/>
                      </a:lnTo>
                      <a:lnTo>
                        <a:pt x="33182" y="39831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35921" dir="2699999" algn="ctr" rotWithShape="0">
                    <a:schemeClr val="bg1"/>
                  </a:outerShdw>
                </a:effec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261" name="WordArt 223"/>
                <p:cNvSpPr>
                  <a:spLocks noTextEdit="1"/>
                </p:cNvSpPr>
                <p:nvPr/>
              </p:nvSpPr>
              <p:spPr>
                <a:xfrm>
                  <a:off x="5170" y="2865"/>
                  <a:ext cx="54" cy="18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rgbClr val="33669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336699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l</a:t>
                  </a:r>
                </a:p>
              </p:txBody>
            </p:sp>
            <p:sp>
              <p:nvSpPr>
                <p:cNvPr id="49262" name="Line 224"/>
                <p:cNvSpPr/>
                <p:nvPr/>
              </p:nvSpPr>
              <p:spPr>
                <a:xfrm>
                  <a:off x="5034" y="2479"/>
                  <a:ext cx="26" cy="178"/>
                </a:xfrm>
                <a:prstGeom prst="line">
                  <a:avLst/>
                </a:prstGeom>
                <a:ln w="571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lg"/>
                </a:ln>
              </p:spPr>
            </p:sp>
          </p:grpSp>
        </p:grpSp>
        <p:grpSp>
          <p:nvGrpSpPr>
            <p:cNvPr id="49263" name="Group 270"/>
            <p:cNvGrpSpPr/>
            <p:nvPr/>
          </p:nvGrpSpPr>
          <p:grpSpPr>
            <a:xfrm>
              <a:off x="4181" y="1287"/>
              <a:ext cx="1760" cy="3248"/>
              <a:chOff x="2322" y="0"/>
              <a:chExt cx="704" cy="1299"/>
            </a:xfrm>
          </p:grpSpPr>
          <p:grpSp>
            <p:nvGrpSpPr>
              <p:cNvPr id="49264" name="Group 218"/>
              <p:cNvGrpSpPr/>
              <p:nvPr/>
            </p:nvGrpSpPr>
            <p:grpSpPr>
              <a:xfrm>
                <a:off x="2703" y="0"/>
                <a:ext cx="199" cy="160"/>
                <a:chOff x="3211" y="1345"/>
                <a:chExt cx="306" cy="191"/>
              </a:xfrm>
            </p:grpSpPr>
            <p:sp>
              <p:nvSpPr>
                <p:cNvPr id="49265" name="WordArt 219"/>
                <p:cNvSpPr>
                  <a:spLocks noTextEdit="1"/>
                </p:cNvSpPr>
                <p:nvPr/>
              </p:nvSpPr>
              <p:spPr>
                <a:xfrm>
                  <a:off x="3390" y="1446"/>
                  <a:ext cx="127" cy="9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rgbClr val="33669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336699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49266" name="WordArt 220"/>
                <p:cNvSpPr>
                  <a:spLocks noTextEdit="1"/>
                </p:cNvSpPr>
                <p:nvPr/>
              </p:nvSpPr>
              <p:spPr>
                <a:xfrm>
                  <a:off x="3211" y="1345"/>
                  <a:ext cx="187" cy="16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rgbClr val="33669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336699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s</a:t>
                  </a:r>
                </a:p>
              </p:txBody>
            </p:sp>
          </p:grpSp>
          <p:sp>
            <p:nvSpPr>
              <p:cNvPr id="49267" name="Arc 264"/>
              <p:cNvSpPr/>
              <p:nvPr/>
            </p:nvSpPr>
            <p:spPr>
              <a:xfrm rot="10800000">
                <a:off x="2907" y="165"/>
                <a:ext cx="119" cy="113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2138" h="43185" fill="none">
                    <a:moveTo>
                      <a:pt x="20797" y="43185"/>
                    </a:moveTo>
                    <a:cubicBezTo>
                      <a:pt x="9188" y="42753"/>
                      <a:pt x="0" y="3321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779" y="-1"/>
                      <a:pt x="21958" y="2"/>
                      <a:pt x="22138" y="6"/>
                    </a:cubicBezTo>
                  </a:path>
                  <a:path w="22138" h="43185" stroke="0">
                    <a:moveTo>
                      <a:pt x="20797" y="43185"/>
                    </a:moveTo>
                    <a:cubicBezTo>
                      <a:pt x="9188" y="42753"/>
                      <a:pt x="0" y="3321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779" y="-1"/>
                      <a:pt x="21958" y="2"/>
                      <a:pt x="22138" y="6"/>
                    </a:cubicBezTo>
                    <a:lnTo>
                      <a:pt x="21600" y="21600"/>
                    </a:lnTo>
                    <a:lnTo>
                      <a:pt x="20797" y="43185"/>
                    </a:lnTo>
                    <a:close/>
                  </a:path>
                </a:pathLst>
              </a:custGeom>
              <a:solidFill>
                <a:schemeClr val="folHlink">
                  <a:alpha val="69019"/>
                </a:schemeClr>
              </a:solidFill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68" name="Line 241"/>
              <p:cNvSpPr/>
              <p:nvPr/>
            </p:nvSpPr>
            <p:spPr>
              <a:xfrm>
                <a:off x="2341" y="1299"/>
                <a:ext cx="56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9269" name="Arc 265"/>
              <p:cNvSpPr/>
              <p:nvPr/>
            </p:nvSpPr>
            <p:spPr>
              <a:xfrm>
                <a:off x="2385" y="165"/>
                <a:ext cx="180" cy="113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2138" h="43185" fill="none">
                    <a:moveTo>
                      <a:pt x="20797" y="43185"/>
                    </a:moveTo>
                    <a:cubicBezTo>
                      <a:pt x="9188" y="42753"/>
                      <a:pt x="0" y="3321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779" y="-1"/>
                      <a:pt x="21958" y="2"/>
                      <a:pt x="22138" y="6"/>
                    </a:cubicBezTo>
                  </a:path>
                  <a:path w="22138" h="43185" stroke="0">
                    <a:moveTo>
                      <a:pt x="20797" y="43185"/>
                    </a:moveTo>
                    <a:cubicBezTo>
                      <a:pt x="9188" y="42753"/>
                      <a:pt x="0" y="3321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779" y="-1"/>
                      <a:pt x="21958" y="2"/>
                      <a:pt x="22138" y="6"/>
                    </a:cubicBezTo>
                    <a:lnTo>
                      <a:pt x="21600" y="21600"/>
                    </a:lnTo>
                    <a:lnTo>
                      <a:pt x="20797" y="43185"/>
                    </a:lnTo>
                    <a:close/>
                  </a:path>
                </a:pathLst>
              </a:custGeom>
              <a:solidFill>
                <a:srgbClr val="C0C0C0">
                  <a:alpha val="29018"/>
                </a:srgbClr>
              </a:solidFill>
              <a:ln w="2857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70" name="Rectangle 266"/>
              <p:cNvSpPr/>
              <p:nvPr/>
            </p:nvSpPr>
            <p:spPr>
              <a:xfrm>
                <a:off x="2530" y="156"/>
                <a:ext cx="402" cy="1134"/>
              </a:xfrm>
              <a:prstGeom prst="rect">
                <a:avLst/>
              </a:prstGeom>
              <a:solidFill>
                <a:srgbClr val="C0C0C0">
                  <a:alpha val="18822"/>
                </a:srgbClr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271" name="Arc 263"/>
              <p:cNvSpPr/>
              <p:nvPr/>
            </p:nvSpPr>
            <p:spPr>
              <a:xfrm>
                <a:off x="2821" y="166"/>
                <a:ext cx="123" cy="113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2138" h="43185" fill="none">
                    <a:moveTo>
                      <a:pt x="20797" y="43185"/>
                    </a:moveTo>
                    <a:cubicBezTo>
                      <a:pt x="9188" y="42753"/>
                      <a:pt x="0" y="3321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779" y="-1"/>
                      <a:pt x="21958" y="2"/>
                      <a:pt x="22138" y="6"/>
                    </a:cubicBezTo>
                  </a:path>
                  <a:path w="22138" h="43185" stroke="0">
                    <a:moveTo>
                      <a:pt x="20797" y="43185"/>
                    </a:moveTo>
                    <a:cubicBezTo>
                      <a:pt x="9188" y="42753"/>
                      <a:pt x="0" y="3321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779" y="-1"/>
                      <a:pt x="21958" y="2"/>
                      <a:pt x="22138" y="6"/>
                    </a:cubicBezTo>
                    <a:lnTo>
                      <a:pt x="21600" y="21600"/>
                    </a:lnTo>
                    <a:lnTo>
                      <a:pt x="20797" y="43185"/>
                    </a:lnTo>
                    <a:close/>
                  </a:path>
                </a:pathLst>
              </a:custGeom>
              <a:solidFill>
                <a:schemeClr val="folHlink">
                  <a:alpha val="67841"/>
                </a:schemeClr>
              </a:solidFill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72" name="Line 242"/>
              <p:cNvSpPr/>
              <p:nvPr/>
            </p:nvSpPr>
            <p:spPr>
              <a:xfrm flipV="1">
                <a:off x="2322" y="162"/>
                <a:ext cx="579" cy="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9273" name="Group 290"/>
            <p:cNvGrpSpPr/>
            <p:nvPr/>
          </p:nvGrpSpPr>
          <p:grpSpPr>
            <a:xfrm>
              <a:off x="5576" y="2047"/>
              <a:ext cx="523" cy="620"/>
              <a:chOff x="3429" y="1069"/>
              <a:chExt cx="295" cy="307"/>
            </a:xfrm>
          </p:grpSpPr>
          <p:sp>
            <p:nvSpPr>
              <p:cNvPr id="13510" name="WordArt 291"/>
              <p:cNvSpPr>
                <a:spLocks noTextEdit="1"/>
              </p:cNvSpPr>
              <p:nvPr/>
            </p:nvSpPr>
            <p:spPr>
              <a:xfrm>
                <a:off x="3429" y="1069"/>
                <a:ext cx="206" cy="26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2106"/>
                  </a:avLst>
                </a:prstTxWarp>
                <a:normAutofit fontScale="30000"/>
              </a:bodyPr>
              <a:lstStyle/>
              <a:p>
                <a:pPr algn="ctr" fontAlgn="base"/>
                <a:r>
                  <a:rPr lang="zh-CN" altLang="en-US" sz="3600" b="1" i="1" strike="noStrike" noProof="1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I</a:t>
                </a:r>
                <a:endParaRPr lang="zh-CN" altLang="en-US" sz="3600" b="1" i="1" strike="noStrike" noProof="1">
                  <a:ln w="9525" cap="flat" cmpd="sng">
                    <a:solidFill>
                      <a:srgbClr val="CC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49275" name="WordArt 292"/>
              <p:cNvSpPr>
                <a:spLocks noTextEdit="1"/>
              </p:cNvSpPr>
              <p:nvPr/>
            </p:nvSpPr>
            <p:spPr>
              <a:xfrm>
                <a:off x="3592" y="1252"/>
                <a:ext cx="132" cy="12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2857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</a:t>
                </a:r>
              </a:p>
            </p:txBody>
          </p:sp>
        </p:grpSp>
      </p:grpSp>
      <p:grpSp>
        <p:nvGrpSpPr>
          <p:cNvPr id="29" name="组合 28"/>
          <p:cNvGrpSpPr/>
          <p:nvPr/>
        </p:nvGrpSpPr>
        <p:grpSpPr>
          <a:xfrm>
            <a:off x="4716463" y="4918075"/>
            <a:ext cx="3211512" cy="620713"/>
            <a:chOff x="531" y="2429"/>
            <a:chExt cx="5058" cy="978"/>
          </a:xfrm>
        </p:grpSpPr>
        <p:sp>
          <p:nvSpPr>
            <p:cNvPr id="49277" name="Rectangle 124"/>
            <p:cNvSpPr/>
            <p:nvPr/>
          </p:nvSpPr>
          <p:spPr>
            <a:xfrm>
              <a:off x="1805" y="2429"/>
              <a:ext cx="3772" cy="978"/>
            </a:xfrm>
            <a:prstGeom prst="rect">
              <a:avLst/>
            </a:prstGeom>
            <a:noFill/>
            <a:ln w="38100" cap="flat" cmpd="sng">
              <a:solidFill>
                <a:srgbClr val="FF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9278" name="Object 4"/>
            <p:cNvGraphicFramePr>
              <a:graphicFrameLocks noChangeAspect="1"/>
            </p:cNvGraphicFramePr>
            <p:nvPr/>
          </p:nvGraphicFramePr>
          <p:xfrm>
            <a:off x="2023" y="2495"/>
            <a:ext cx="3566" cy="8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016000" imgH="292100" progId="Equation.DSMT4">
                    <p:embed/>
                  </p:oleObj>
                </mc:Choice>
                <mc:Fallback>
                  <p:oleObj r:id="rId2" imgW="1016000" imgH="292100" progId="Equation.DSMT4">
                    <p:embed/>
                    <p:pic>
                      <p:nvPicPr>
                        <p:cNvPr id="0" name="图片 3244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023" y="2495"/>
                          <a:ext cx="3566" cy="8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文本框 29"/>
            <p:cNvSpPr txBox="1"/>
            <p:nvPr/>
          </p:nvSpPr>
          <p:spPr>
            <a:xfrm>
              <a:off x="531" y="2573"/>
              <a:ext cx="1164" cy="72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ctr"/>
              <a:r>
                <a:rPr lang="zh-CN" altLang="en-US" sz="2400" noProof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对</a:t>
              </a:r>
              <a:r>
                <a:rPr lang="en-US" altLang="zh-CN" sz="2400" i="1" noProof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S</a:t>
              </a:r>
              <a:r>
                <a:rPr lang="en-US" altLang="zh-CN" sz="2400" baseline="-25000" noProof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1</a:t>
              </a:r>
              <a:endParaRPr lang="en-US" altLang="zh-CN" sz="2400" baseline="-25000" noProof="1">
                <a:ln w="9525" cap="flat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716463" y="5792788"/>
            <a:ext cx="3711575" cy="769937"/>
            <a:chOff x="7513" y="5196"/>
            <a:chExt cx="5844" cy="1211"/>
          </a:xfrm>
        </p:grpSpPr>
        <p:sp>
          <p:nvSpPr>
            <p:cNvPr id="49281" name="Rectangle 92"/>
            <p:cNvSpPr/>
            <p:nvPr/>
          </p:nvSpPr>
          <p:spPr>
            <a:xfrm>
              <a:off x="8742" y="5196"/>
              <a:ext cx="4615" cy="1211"/>
            </a:xfrm>
            <a:prstGeom prst="rect">
              <a:avLst/>
            </a:prstGeom>
            <a:noFill/>
            <a:ln w="38100" cap="flat" cmpd="sng">
              <a:solidFill>
                <a:srgbClr val="FF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9282" name="Object 4"/>
            <p:cNvGraphicFramePr>
              <a:graphicFrameLocks noChangeAspect="1"/>
            </p:cNvGraphicFramePr>
            <p:nvPr/>
          </p:nvGraphicFramePr>
          <p:xfrm>
            <a:off x="8935" y="5196"/>
            <a:ext cx="4300" cy="1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651000" imgH="419100" progId="Equation.DSMT4">
                    <p:embed/>
                  </p:oleObj>
                </mc:Choice>
                <mc:Fallback>
                  <p:oleObj r:id="rId4" imgW="1651000" imgH="419100" progId="Equation.DSMT4">
                    <p:embed/>
                    <p:pic>
                      <p:nvPicPr>
                        <p:cNvPr id="0" name="图片 3245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8935" y="5196"/>
                          <a:ext cx="4300" cy="11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文本框 34"/>
            <p:cNvSpPr txBox="1"/>
            <p:nvPr/>
          </p:nvSpPr>
          <p:spPr>
            <a:xfrm>
              <a:off x="7513" y="5439"/>
              <a:ext cx="1164" cy="72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ctr"/>
              <a:r>
                <a:rPr lang="zh-CN" altLang="en-US" sz="2400" noProof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对</a:t>
              </a:r>
              <a:r>
                <a:rPr lang="en-US" altLang="zh-CN" sz="2400" i="1" noProof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S</a:t>
              </a:r>
              <a:r>
                <a:rPr lang="en-US" altLang="zh-CN" sz="2400" baseline="-25000" noProof="1"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2</a:t>
              </a:r>
              <a:endParaRPr lang="en-US" altLang="zh-CN" sz="2400" baseline="-25000" noProof="1">
                <a:ln w="9525" cap="flat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3963" name="对象 253962"/>
          <p:cNvGraphicFramePr/>
          <p:nvPr/>
        </p:nvGraphicFramePr>
        <p:xfrm>
          <a:off x="611188" y="2852738"/>
          <a:ext cx="2160587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85800" imgH="292100" progId="Equation.3">
                  <p:embed/>
                </p:oleObj>
              </mc:Choice>
              <mc:Fallback>
                <p:oleObj r:id="rId2" imgW="685800" imgH="292100" progId="Equation.3">
                  <p:embed/>
                  <p:pic>
                    <p:nvPicPr>
                      <p:cNvPr id="0" name="图片 325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1188" y="2852738"/>
                        <a:ext cx="2160587" cy="792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4" name="对象 253963"/>
          <p:cNvGraphicFramePr/>
          <p:nvPr/>
        </p:nvGraphicFramePr>
        <p:xfrm>
          <a:off x="755650" y="1484313"/>
          <a:ext cx="3529013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257300" imgH="419100" progId="Equation.3">
                  <p:embed/>
                </p:oleObj>
              </mc:Choice>
              <mc:Fallback>
                <p:oleObj r:id="rId2" imgW="1257300" imgH="419100" progId="Equation.3">
                  <p:embed/>
                  <p:pic>
                    <p:nvPicPr>
                      <p:cNvPr id="0" name="图片 325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5650" y="1484313"/>
                        <a:ext cx="3529013" cy="1152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5" name="对象 253964"/>
          <p:cNvGraphicFramePr/>
          <p:nvPr/>
        </p:nvGraphicFramePr>
        <p:xfrm>
          <a:off x="827088" y="476250"/>
          <a:ext cx="24495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65200" imgH="381000" progId="Equation.3">
                  <p:embed/>
                </p:oleObj>
              </mc:Choice>
              <mc:Fallback>
                <p:oleObj r:id="rId2" imgW="965200" imgH="381000" progId="Equation.3">
                  <p:embed/>
                  <p:pic>
                    <p:nvPicPr>
                      <p:cNvPr id="0" name="图片 325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27088" y="476250"/>
                        <a:ext cx="2449512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3851275" y="549275"/>
            <a:ext cx="4033838" cy="460375"/>
          </a:xfrm>
          <a:prstGeom prst="rect">
            <a:avLst/>
          </a:prstGeom>
          <a:noFill/>
          <a:ln w="9525">
            <a:noFill/>
          </a:ln>
        </p:spPr>
        <p:txBody>
          <a:bodyPr wrap="square" lIns="92075" tIns="46038" rIns="92075" bIns="46038" anchor="t" anchorCtr="0">
            <a:spAutoFit/>
          </a:bodyPr>
          <a:lstStyle/>
          <a:p>
            <a:pPr defTabSz="762000"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电荷激发电场</a:t>
            </a:r>
          </a:p>
        </p:txBody>
      </p:sp>
      <p:sp>
        <p:nvSpPr>
          <p:cNvPr id="7" name="矩形 6"/>
          <p:cNvSpPr/>
          <p:nvPr/>
        </p:nvSpPr>
        <p:spPr>
          <a:xfrm>
            <a:off x="4787900" y="1773238"/>
            <a:ext cx="40322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lIns="92075" tIns="46038" rIns="92075" bIns="46038" anchor="t" anchorCtr="0">
            <a:spAutoFit/>
          </a:bodyPr>
          <a:lstStyle/>
          <a:p>
            <a:pPr defTabSz="762000"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变化的磁场激发电场</a:t>
            </a:r>
          </a:p>
        </p:txBody>
      </p:sp>
      <p:sp>
        <p:nvSpPr>
          <p:cNvPr id="8" name="矩形 7"/>
          <p:cNvSpPr/>
          <p:nvPr/>
        </p:nvSpPr>
        <p:spPr>
          <a:xfrm>
            <a:off x="3419475" y="2924175"/>
            <a:ext cx="40322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lIns="92075" tIns="46038" rIns="92075" bIns="46038" anchor="t" anchorCtr="0">
            <a:spAutoFit/>
          </a:bodyPr>
          <a:lstStyle/>
          <a:p>
            <a:pPr defTabSz="762000"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磁感线是闭合曲线</a:t>
            </a:r>
          </a:p>
        </p:txBody>
      </p:sp>
      <p:sp>
        <p:nvSpPr>
          <p:cNvPr id="9" name="矩形 8"/>
          <p:cNvSpPr/>
          <p:nvPr/>
        </p:nvSpPr>
        <p:spPr>
          <a:xfrm>
            <a:off x="4427538" y="4221163"/>
            <a:ext cx="42386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lIns="92075" tIns="46038" rIns="92075" bIns="46038" anchor="t" anchorCtr="0">
            <a:spAutoFit/>
          </a:bodyPr>
          <a:lstStyle/>
          <a:p>
            <a:pPr defTabSz="762000"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位移电流、传导电流激发磁场</a:t>
            </a:r>
          </a:p>
        </p:txBody>
      </p:sp>
      <p:graphicFrame>
        <p:nvGraphicFramePr>
          <p:cNvPr id="2" name="对象 1"/>
          <p:cNvGraphicFramePr/>
          <p:nvPr/>
        </p:nvGraphicFramePr>
        <p:xfrm>
          <a:off x="361950" y="3933825"/>
          <a:ext cx="3714750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689100" imgH="469900" progId="Equation.3">
                  <p:embed/>
                </p:oleObj>
              </mc:Choice>
              <mc:Fallback>
                <p:oleObj r:id="rId2" imgW="1689100" imgH="469900" progId="Equation.3">
                  <p:embed/>
                  <p:pic>
                    <p:nvPicPr>
                      <p:cNvPr id="0" name="图片 325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1950" y="3933825"/>
                        <a:ext cx="3714750" cy="1149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3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文本框 3"/>
          <p:cNvSpPr txBox="1"/>
          <p:nvPr>
            <p:custDataLst>
              <p:tags r:id="rId1"/>
            </p:custDataLst>
          </p:nvPr>
        </p:nvSpPr>
        <p:spPr>
          <a:xfrm>
            <a:off x="467360" y="260033"/>
            <a:ext cx="7858125" cy="52622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课前测：</a:t>
            </a:r>
          </a:p>
          <a:p>
            <a:pPr algn="just">
              <a:lnSpc>
                <a:spcPct val="200000"/>
              </a:lnSpc>
            </a:pP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zh-CN" sz="2400">
                <a:latin typeface="Verdana" panose="020B0604030504040204" pitchFamily="34" charset="0"/>
                <a:ea typeface="宋体" panose="02010600030101010101" pitchFamily="2" charset="-122"/>
              </a:rPr>
              <a:t>对位移电流，有下述四种说法，请指出哪一种说法正确  [       ]</a:t>
            </a:r>
          </a:p>
          <a:p>
            <a:pPr algn="just">
              <a:lnSpc>
                <a:spcPct val="200000"/>
              </a:lnSpc>
            </a:pPr>
            <a:r>
              <a:rPr lang="en-US" altLang="zh-CN" sz="2400">
                <a:latin typeface="Verdana" panose="020B0604030504040204" pitchFamily="34" charset="0"/>
                <a:ea typeface="宋体" panose="02010600030101010101" pitchFamily="2" charset="-122"/>
              </a:rPr>
              <a:t>    </a:t>
            </a:r>
            <a:r>
              <a:rPr lang="zh-CN" altLang="zh-CN" sz="2400">
                <a:latin typeface="Verdana" panose="020B0604030504040204" pitchFamily="34" charset="0"/>
                <a:ea typeface="宋体" panose="02010600030101010101" pitchFamily="2" charset="-122"/>
              </a:rPr>
              <a:t>(A) 位移电流是指变化电场   </a:t>
            </a:r>
          </a:p>
          <a:p>
            <a:pPr algn="just">
              <a:lnSpc>
                <a:spcPct val="200000"/>
              </a:lnSpc>
            </a:pPr>
            <a:r>
              <a:rPr lang="zh-CN" altLang="zh-CN" sz="2400">
                <a:latin typeface="Verdana" panose="020B0604030504040204" pitchFamily="34" charset="0"/>
                <a:ea typeface="宋体" panose="02010600030101010101" pitchFamily="2" charset="-122"/>
              </a:rPr>
              <a:t>    (B) 位移电流是由线性变化磁场产生的</a:t>
            </a:r>
          </a:p>
          <a:p>
            <a:pPr algn="just">
              <a:lnSpc>
                <a:spcPct val="200000"/>
              </a:lnSpc>
            </a:pPr>
            <a:r>
              <a:rPr lang="en-US" altLang="zh-CN" sz="2400">
                <a:latin typeface="Verdana" panose="020B0604030504040204" pitchFamily="34" charset="0"/>
                <a:ea typeface="宋体" panose="02010600030101010101" pitchFamily="2" charset="-122"/>
              </a:rPr>
              <a:t>    </a:t>
            </a:r>
            <a:r>
              <a:rPr lang="zh-CN" altLang="zh-CN" sz="2400">
                <a:latin typeface="Verdana" panose="020B0604030504040204" pitchFamily="34" charset="0"/>
                <a:ea typeface="宋体" panose="02010600030101010101" pitchFamily="2" charset="-122"/>
              </a:rPr>
              <a:t>(C) 位移电流的热效应服从焦耳─楞次定律</a:t>
            </a:r>
          </a:p>
          <a:p>
            <a:pPr algn="just">
              <a:lnSpc>
                <a:spcPct val="200000"/>
              </a:lnSpc>
            </a:pPr>
            <a:r>
              <a:rPr lang="en-US" altLang="zh-CN" sz="2400">
                <a:latin typeface="Verdana" panose="020B0604030504040204" pitchFamily="34" charset="0"/>
                <a:ea typeface="宋体" panose="02010600030101010101" pitchFamily="2" charset="-122"/>
              </a:rPr>
              <a:t>    </a:t>
            </a:r>
            <a:r>
              <a:rPr lang="zh-CN" altLang="zh-CN" sz="2400">
                <a:latin typeface="Verdana" panose="020B0604030504040204" pitchFamily="34" charset="0"/>
                <a:ea typeface="宋体" panose="02010600030101010101" pitchFamily="2" charset="-122"/>
              </a:rPr>
              <a:t>(D) 位移电流的磁效应不服从安培环路定理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71550" y="5805170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sz="2400">
                <a:solidFill>
                  <a:srgbClr val="FF0000"/>
                </a:solidFill>
                <a:latin typeface="Verdana" panose="020B0604030504040204" pitchFamily="34" charset="0"/>
                <a:sym typeface="+mn-ea"/>
              </a:rPr>
              <a:t>(A)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9" descr="羊皮纸"/>
          <p:cNvSpPr/>
          <p:nvPr/>
        </p:nvSpPr>
        <p:spPr>
          <a:xfrm>
            <a:off x="0" y="6684963"/>
            <a:ext cx="9144000" cy="200025"/>
          </a:xfrm>
          <a:prstGeom prst="rect">
            <a:avLst/>
          </a:prstGeom>
          <a:blipFill rotWithShape="0">
            <a:blip r:embed="rId2"/>
          </a:blipFill>
          <a:ln w="9525" cap="flat" cmpd="sng">
            <a:solidFill>
              <a:srgbClr val="FFFF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3794" name="Rectangle 10" descr="羊皮纸"/>
          <p:cNvSpPr/>
          <p:nvPr/>
        </p:nvSpPr>
        <p:spPr>
          <a:xfrm>
            <a:off x="0" y="0"/>
            <a:ext cx="9144000" cy="2141538"/>
          </a:xfrm>
          <a:prstGeom prst="rect">
            <a:avLst/>
          </a:prstGeom>
          <a:blipFill rotWithShape="0">
            <a:blip r:embed="rId2"/>
          </a:blipFill>
          <a:ln w="9525" cap="flat" cmpd="sng">
            <a:solidFill>
              <a:srgbClr val="FFFF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3795" name="Text Box 2"/>
          <p:cNvSpPr txBox="1"/>
          <p:nvPr/>
        </p:nvSpPr>
        <p:spPr>
          <a:xfrm>
            <a:off x="388938" y="409575"/>
            <a:ext cx="8413750" cy="53403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用线圈的自感系数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来表示载流线圈磁场能量的公式</a:t>
            </a:r>
          </a:p>
        </p:txBody>
      </p:sp>
      <p:sp>
        <p:nvSpPr>
          <p:cNvPr id="258051" name="Text Box 3"/>
          <p:cNvSpPr txBox="1"/>
          <p:nvPr/>
        </p:nvSpPr>
        <p:spPr>
          <a:xfrm>
            <a:off x="882650" y="5543550"/>
            <a:ext cx="3505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答案：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D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258052" name="Rectangle 4"/>
          <p:cNvSpPr/>
          <p:nvPr/>
        </p:nvSpPr>
        <p:spPr>
          <a:xfrm>
            <a:off x="1108075" y="4508500"/>
            <a:ext cx="7021513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D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适用于自感系数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L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一定的任意线圈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258053" name="Rectangle 5"/>
          <p:cNvSpPr/>
          <p:nvPr/>
        </p:nvSpPr>
        <p:spPr>
          <a:xfrm>
            <a:off x="1035050" y="2528888"/>
            <a:ext cx="453707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只适用于无限长密绕螺线管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258054" name="Rectangle 6"/>
          <p:cNvSpPr/>
          <p:nvPr/>
        </p:nvSpPr>
        <p:spPr>
          <a:xfrm>
            <a:off x="1062038" y="3203575"/>
            <a:ext cx="417353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只适用于单匝圆线圈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258055" name="Rectangle 7"/>
          <p:cNvSpPr/>
          <p:nvPr/>
        </p:nvSpPr>
        <p:spPr>
          <a:xfrm>
            <a:off x="1017588" y="3833813"/>
            <a:ext cx="5608637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0" hangingPunct="0"/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只适用于匝数很多且密绕的螺线环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. </a:t>
            </a:r>
          </a:p>
        </p:txBody>
      </p:sp>
      <p:graphicFrame>
        <p:nvGraphicFramePr>
          <p:cNvPr id="33801" name="Object 8"/>
          <p:cNvGraphicFramePr>
            <a:graphicFrameLocks noChangeAspect="1"/>
          </p:cNvGraphicFramePr>
          <p:nvPr/>
        </p:nvGraphicFramePr>
        <p:xfrm>
          <a:off x="2962275" y="1246188"/>
          <a:ext cx="1655763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079500" imgH="609600" progId="Equation.3">
                  <p:embed/>
                </p:oleObj>
              </mc:Choice>
              <mc:Fallback>
                <p:oleObj r:id="rId3" imgW="1079500" imgH="609600" progId="Equation.3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62275" y="1246188"/>
                        <a:ext cx="1655763" cy="792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051" grpId="0"/>
      <p:bldP spid="258052" grpId="0"/>
      <p:bldP spid="258053" grpId="0"/>
      <p:bldP spid="258054" grpId="0"/>
      <p:bldP spid="258055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35" descr="羊皮纸"/>
          <p:cNvSpPr/>
          <p:nvPr/>
        </p:nvSpPr>
        <p:spPr>
          <a:xfrm>
            <a:off x="0" y="0"/>
            <a:ext cx="9144000" cy="2212975"/>
          </a:xfrm>
          <a:prstGeom prst="rect">
            <a:avLst/>
          </a:prstGeom>
          <a:blipFill rotWithShape="0">
            <a:blip r:embed="rId2"/>
          </a:blipFill>
          <a:ln w="9525" cap="flat" cmpd="sng">
            <a:solidFill>
              <a:srgbClr val="FFFF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0132" name="Rectangle 36"/>
          <p:cNvSpPr/>
          <p:nvPr/>
        </p:nvSpPr>
        <p:spPr>
          <a:xfrm>
            <a:off x="5048250" y="1409700"/>
            <a:ext cx="1333500" cy="704850"/>
          </a:xfrm>
          <a:prstGeom prst="rect">
            <a:avLst/>
          </a:prstGeom>
          <a:solidFill>
            <a:srgbClr val="FF0000"/>
          </a:solid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19" name="Rectangle 34" descr="羊皮纸"/>
          <p:cNvSpPr/>
          <p:nvPr/>
        </p:nvSpPr>
        <p:spPr>
          <a:xfrm>
            <a:off x="0" y="6684963"/>
            <a:ext cx="9144000" cy="200025"/>
          </a:xfrm>
          <a:prstGeom prst="rect">
            <a:avLst/>
          </a:prstGeom>
          <a:blipFill rotWithShape="0">
            <a:blip r:embed="rId2"/>
          </a:blipFill>
          <a:ln w="9525" cap="flat" cmpd="sng">
            <a:solidFill>
              <a:srgbClr val="FFFF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34820" name="Group 2"/>
          <p:cNvGrpSpPr/>
          <p:nvPr/>
        </p:nvGrpSpPr>
        <p:grpSpPr>
          <a:xfrm>
            <a:off x="5630863" y="2266950"/>
            <a:ext cx="2625725" cy="2414588"/>
            <a:chOff x="192" y="192"/>
            <a:chExt cx="1824" cy="2003"/>
          </a:xfrm>
        </p:grpSpPr>
        <p:sp>
          <p:nvSpPr>
            <p:cNvPr id="34821" name="Text Box 3"/>
            <p:cNvSpPr txBox="1"/>
            <p:nvPr/>
          </p:nvSpPr>
          <p:spPr>
            <a:xfrm>
              <a:off x="1152" y="1440"/>
              <a:ext cx="528" cy="4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</a:p>
          </p:txBody>
        </p:sp>
        <p:sp>
          <p:nvSpPr>
            <p:cNvPr id="34822" name="Text Box 4"/>
            <p:cNvSpPr txBox="1"/>
            <p:nvPr/>
          </p:nvSpPr>
          <p:spPr>
            <a:xfrm>
              <a:off x="1152" y="192"/>
              <a:ext cx="481" cy="4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</a:p>
          </p:txBody>
        </p:sp>
        <p:sp>
          <p:nvSpPr>
            <p:cNvPr id="34823" name="Line 5"/>
            <p:cNvSpPr/>
            <p:nvPr/>
          </p:nvSpPr>
          <p:spPr>
            <a:xfrm flipH="1">
              <a:off x="192" y="768"/>
              <a:ext cx="528" cy="0"/>
            </a:xfrm>
            <a:prstGeom prst="line">
              <a:avLst/>
            </a:prstGeom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24" name="Line 6"/>
            <p:cNvSpPr/>
            <p:nvPr/>
          </p:nvSpPr>
          <p:spPr>
            <a:xfrm flipH="1">
              <a:off x="1536" y="768"/>
              <a:ext cx="480" cy="0"/>
            </a:xfrm>
            <a:prstGeom prst="line">
              <a:avLst/>
            </a:prstGeom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4825" name="Group 7"/>
            <p:cNvGrpSpPr/>
            <p:nvPr/>
          </p:nvGrpSpPr>
          <p:grpSpPr>
            <a:xfrm>
              <a:off x="720" y="528"/>
              <a:ext cx="816" cy="422"/>
              <a:chOff x="720" y="432"/>
              <a:chExt cx="816" cy="422"/>
            </a:xfrm>
          </p:grpSpPr>
          <p:sp>
            <p:nvSpPr>
              <p:cNvPr id="34826" name="Arc 8"/>
              <p:cNvSpPr/>
              <p:nvPr/>
            </p:nvSpPr>
            <p:spPr>
              <a:xfrm flipV="1">
                <a:off x="1152" y="432"/>
                <a:ext cx="240" cy="40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43200" h="37764" fill="none">
                    <a:moveTo>
                      <a:pt x="35927" y="0"/>
                    </a:moveTo>
                    <a:cubicBezTo>
                      <a:pt x="40552" y="4099"/>
                      <a:pt x="43200" y="9983"/>
                      <a:pt x="43200" y="16164"/>
                    </a:cubicBezTo>
                    <a:cubicBezTo>
                      <a:pt x="43200" y="28093"/>
                      <a:pt x="33529" y="37764"/>
                      <a:pt x="21600" y="37764"/>
                    </a:cubicBezTo>
                    <a:cubicBezTo>
                      <a:pt x="9670" y="37764"/>
                      <a:pt x="0" y="28093"/>
                      <a:pt x="0" y="16164"/>
                    </a:cubicBezTo>
                    <a:cubicBezTo>
                      <a:pt x="-1" y="10146"/>
                      <a:pt x="2510" y="4401"/>
                      <a:pt x="6926" y="313"/>
                    </a:cubicBezTo>
                  </a:path>
                  <a:path w="43200" h="37764" stroke="0">
                    <a:moveTo>
                      <a:pt x="35927" y="0"/>
                    </a:moveTo>
                    <a:cubicBezTo>
                      <a:pt x="40552" y="4099"/>
                      <a:pt x="43200" y="9983"/>
                      <a:pt x="43200" y="16164"/>
                    </a:cubicBezTo>
                    <a:cubicBezTo>
                      <a:pt x="43200" y="28093"/>
                      <a:pt x="33529" y="37764"/>
                      <a:pt x="21600" y="37764"/>
                    </a:cubicBezTo>
                    <a:cubicBezTo>
                      <a:pt x="9670" y="37764"/>
                      <a:pt x="0" y="28093"/>
                      <a:pt x="0" y="16164"/>
                    </a:cubicBezTo>
                    <a:cubicBezTo>
                      <a:pt x="-1" y="10146"/>
                      <a:pt x="2510" y="4401"/>
                      <a:pt x="6926" y="313"/>
                    </a:cubicBezTo>
                    <a:lnTo>
                      <a:pt x="21600" y="16164"/>
                    </a:lnTo>
                    <a:lnTo>
                      <a:pt x="35927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0033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27" name="Arc 9"/>
              <p:cNvSpPr/>
              <p:nvPr/>
            </p:nvSpPr>
            <p:spPr>
              <a:xfrm flipV="1">
                <a:off x="1008" y="432"/>
                <a:ext cx="240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43200" h="39217" fill="none">
                    <a:moveTo>
                      <a:pt x="34098" y="-1"/>
                    </a:moveTo>
                    <a:cubicBezTo>
                      <a:pt x="39807" y="4050"/>
                      <a:pt x="43200" y="10616"/>
                      <a:pt x="43200" y="17617"/>
                    </a:cubicBezTo>
                    <a:cubicBezTo>
                      <a:pt x="43200" y="29546"/>
                      <a:pt x="33529" y="39217"/>
                      <a:pt x="21600" y="39217"/>
                    </a:cubicBezTo>
                    <a:cubicBezTo>
                      <a:pt x="9670" y="39217"/>
                      <a:pt x="0" y="29546"/>
                      <a:pt x="0" y="17617"/>
                    </a:cubicBezTo>
                    <a:cubicBezTo>
                      <a:pt x="-1" y="10798"/>
                      <a:pt x="3219" y="4380"/>
                      <a:pt x="8684" y="303"/>
                    </a:cubicBezTo>
                  </a:path>
                  <a:path w="43200" h="39217" stroke="0">
                    <a:moveTo>
                      <a:pt x="34098" y="-1"/>
                    </a:moveTo>
                    <a:cubicBezTo>
                      <a:pt x="39807" y="4050"/>
                      <a:pt x="43200" y="10616"/>
                      <a:pt x="43200" y="17617"/>
                    </a:cubicBezTo>
                    <a:cubicBezTo>
                      <a:pt x="43200" y="29546"/>
                      <a:pt x="33529" y="39217"/>
                      <a:pt x="21600" y="39217"/>
                    </a:cubicBezTo>
                    <a:cubicBezTo>
                      <a:pt x="9670" y="39217"/>
                      <a:pt x="0" y="29546"/>
                      <a:pt x="0" y="17617"/>
                    </a:cubicBezTo>
                    <a:cubicBezTo>
                      <a:pt x="-1" y="10798"/>
                      <a:pt x="3219" y="4380"/>
                      <a:pt x="8684" y="303"/>
                    </a:cubicBezTo>
                    <a:lnTo>
                      <a:pt x="21600" y="17617"/>
                    </a:lnTo>
                    <a:lnTo>
                      <a:pt x="34098" y="-1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0033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28" name="Arc 10"/>
              <p:cNvSpPr/>
              <p:nvPr/>
            </p:nvSpPr>
            <p:spPr>
              <a:xfrm flipV="1">
                <a:off x="864" y="432"/>
                <a:ext cx="240" cy="40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43200" h="37766" fill="none">
                    <a:moveTo>
                      <a:pt x="35925" y="0"/>
                    </a:moveTo>
                    <a:cubicBezTo>
                      <a:pt x="40551" y="4099"/>
                      <a:pt x="43200" y="9984"/>
                      <a:pt x="43200" y="16166"/>
                    </a:cubicBezTo>
                    <a:cubicBezTo>
                      <a:pt x="43200" y="28095"/>
                      <a:pt x="33529" y="37766"/>
                      <a:pt x="21600" y="37766"/>
                    </a:cubicBezTo>
                    <a:cubicBezTo>
                      <a:pt x="9670" y="37766"/>
                      <a:pt x="0" y="28095"/>
                      <a:pt x="0" y="16166"/>
                    </a:cubicBezTo>
                    <a:cubicBezTo>
                      <a:pt x="-1" y="10186"/>
                      <a:pt x="2478" y="4474"/>
                      <a:pt x="6846" y="390"/>
                    </a:cubicBezTo>
                  </a:path>
                  <a:path w="43200" h="37766" stroke="0">
                    <a:moveTo>
                      <a:pt x="35925" y="0"/>
                    </a:moveTo>
                    <a:cubicBezTo>
                      <a:pt x="40551" y="4099"/>
                      <a:pt x="43200" y="9984"/>
                      <a:pt x="43200" y="16166"/>
                    </a:cubicBezTo>
                    <a:cubicBezTo>
                      <a:pt x="43200" y="28095"/>
                      <a:pt x="33529" y="37766"/>
                      <a:pt x="21600" y="37766"/>
                    </a:cubicBezTo>
                    <a:cubicBezTo>
                      <a:pt x="9670" y="37766"/>
                      <a:pt x="0" y="28095"/>
                      <a:pt x="0" y="16166"/>
                    </a:cubicBezTo>
                    <a:cubicBezTo>
                      <a:pt x="-1" y="10186"/>
                      <a:pt x="2478" y="4474"/>
                      <a:pt x="6846" y="390"/>
                    </a:cubicBezTo>
                    <a:lnTo>
                      <a:pt x="21600" y="16166"/>
                    </a:lnTo>
                    <a:lnTo>
                      <a:pt x="35925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0033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29" name="Arc 11"/>
              <p:cNvSpPr/>
              <p:nvPr/>
            </p:nvSpPr>
            <p:spPr>
              <a:xfrm flipV="1">
                <a:off x="1296" y="432"/>
                <a:ext cx="240" cy="41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43200" h="38913" fill="none">
                    <a:moveTo>
                      <a:pt x="43177" y="16321"/>
                    </a:moveTo>
                    <a:cubicBezTo>
                      <a:pt x="43192" y="16652"/>
                      <a:pt x="43200" y="16982"/>
                      <a:pt x="43200" y="17313"/>
                    </a:cubicBezTo>
                    <a:cubicBezTo>
                      <a:pt x="43200" y="29242"/>
                      <a:pt x="33529" y="38913"/>
                      <a:pt x="21600" y="38913"/>
                    </a:cubicBezTo>
                    <a:cubicBezTo>
                      <a:pt x="9670" y="38913"/>
                      <a:pt x="0" y="29242"/>
                      <a:pt x="0" y="17313"/>
                    </a:cubicBezTo>
                    <a:cubicBezTo>
                      <a:pt x="-1" y="10494"/>
                      <a:pt x="3219" y="4076"/>
                      <a:pt x="8684" y="-1"/>
                    </a:cubicBezTo>
                  </a:path>
                  <a:path w="43200" h="38913" stroke="0">
                    <a:moveTo>
                      <a:pt x="43177" y="16321"/>
                    </a:moveTo>
                    <a:cubicBezTo>
                      <a:pt x="43192" y="16652"/>
                      <a:pt x="43200" y="16982"/>
                      <a:pt x="43200" y="17313"/>
                    </a:cubicBezTo>
                    <a:cubicBezTo>
                      <a:pt x="43200" y="29242"/>
                      <a:pt x="33529" y="38913"/>
                      <a:pt x="21600" y="38913"/>
                    </a:cubicBezTo>
                    <a:cubicBezTo>
                      <a:pt x="9670" y="38913"/>
                      <a:pt x="0" y="29242"/>
                      <a:pt x="0" y="17313"/>
                    </a:cubicBezTo>
                    <a:cubicBezTo>
                      <a:pt x="-1" y="10494"/>
                      <a:pt x="3219" y="4076"/>
                      <a:pt x="8684" y="-1"/>
                    </a:cubicBezTo>
                    <a:lnTo>
                      <a:pt x="21600" y="17313"/>
                    </a:lnTo>
                    <a:lnTo>
                      <a:pt x="43177" y="16321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0033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30" name="Arc 12"/>
              <p:cNvSpPr/>
              <p:nvPr/>
            </p:nvSpPr>
            <p:spPr>
              <a:xfrm flipV="1">
                <a:off x="720" y="433"/>
                <a:ext cx="240" cy="41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43200" h="38839" fill="none">
                    <a:moveTo>
                      <a:pt x="34614" y="-1"/>
                    </a:moveTo>
                    <a:cubicBezTo>
                      <a:pt x="40021" y="4081"/>
                      <a:pt x="43200" y="10464"/>
                      <a:pt x="43200" y="17239"/>
                    </a:cubicBezTo>
                    <a:cubicBezTo>
                      <a:pt x="43200" y="29168"/>
                      <a:pt x="33529" y="38839"/>
                      <a:pt x="21600" y="38839"/>
                    </a:cubicBezTo>
                    <a:cubicBezTo>
                      <a:pt x="9670" y="38839"/>
                      <a:pt x="0" y="29168"/>
                      <a:pt x="0" y="17239"/>
                    </a:cubicBezTo>
                    <a:cubicBezTo>
                      <a:pt x="-1" y="16490"/>
                      <a:pt x="38" y="15742"/>
                      <a:pt x="116" y="14997"/>
                    </a:cubicBezTo>
                  </a:path>
                  <a:path w="43200" h="38839" stroke="0">
                    <a:moveTo>
                      <a:pt x="34614" y="-1"/>
                    </a:moveTo>
                    <a:cubicBezTo>
                      <a:pt x="40021" y="4081"/>
                      <a:pt x="43200" y="10464"/>
                      <a:pt x="43200" y="17239"/>
                    </a:cubicBezTo>
                    <a:cubicBezTo>
                      <a:pt x="43200" y="29168"/>
                      <a:pt x="33529" y="38839"/>
                      <a:pt x="21600" y="38839"/>
                    </a:cubicBezTo>
                    <a:cubicBezTo>
                      <a:pt x="9670" y="38839"/>
                      <a:pt x="0" y="29168"/>
                      <a:pt x="0" y="17239"/>
                    </a:cubicBezTo>
                    <a:cubicBezTo>
                      <a:pt x="-1" y="16490"/>
                      <a:pt x="38" y="15742"/>
                      <a:pt x="116" y="14997"/>
                    </a:cubicBezTo>
                    <a:lnTo>
                      <a:pt x="21600" y="17239"/>
                    </a:lnTo>
                    <a:lnTo>
                      <a:pt x="34614" y="-1"/>
                    </a:lnTo>
                    <a:close/>
                  </a:path>
                </a:pathLst>
              </a:custGeom>
              <a:noFill/>
              <a:ln w="31750" cap="flat" cmpd="sng">
                <a:solidFill>
                  <a:srgbClr val="FF0033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831" name="Line 13"/>
            <p:cNvSpPr/>
            <p:nvPr/>
          </p:nvSpPr>
          <p:spPr>
            <a:xfrm flipH="1">
              <a:off x="192" y="2016"/>
              <a:ext cx="672" cy="0"/>
            </a:xfrm>
            <a:prstGeom prst="line">
              <a:avLst/>
            </a:prstGeom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32" name="Line 14"/>
            <p:cNvSpPr/>
            <p:nvPr/>
          </p:nvSpPr>
          <p:spPr>
            <a:xfrm flipH="1">
              <a:off x="1392" y="2016"/>
              <a:ext cx="624" cy="0"/>
            </a:xfrm>
            <a:prstGeom prst="line">
              <a:avLst/>
            </a:prstGeom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4833" name="Group 15"/>
            <p:cNvGrpSpPr/>
            <p:nvPr/>
          </p:nvGrpSpPr>
          <p:grpSpPr>
            <a:xfrm>
              <a:off x="864" y="1776"/>
              <a:ext cx="528" cy="419"/>
              <a:chOff x="864" y="1680"/>
              <a:chExt cx="528" cy="419"/>
            </a:xfrm>
          </p:grpSpPr>
          <p:sp>
            <p:nvSpPr>
              <p:cNvPr id="34834" name="Arc 16"/>
              <p:cNvSpPr/>
              <p:nvPr/>
            </p:nvSpPr>
            <p:spPr>
              <a:xfrm flipV="1">
                <a:off x="1008" y="1680"/>
                <a:ext cx="240" cy="40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43200" h="37766" fill="none">
                    <a:moveTo>
                      <a:pt x="35925" y="0"/>
                    </a:moveTo>
                    <a:cubicBezTo>
                      <a:pt x="40551" y="4099"/>
                      <a:pt x="43200" y="9984"/>
                      <a:pt x="43200" y="16166"/>
                    </a:cubicBezTo>
                    <a:cubicBezTo>
                      <a:pt x="43200" y="28095"/>
                      <a:pt x="33529" y="37766"/>
                      <a:pt x="21600" y="37766"/>
                    </a:cubicBezTo>
                    <a:cubicBezTo>
                      <a:pt x="9670" y="37766"/>
                      <a:pt x="0" y="28095"/>
                      <a:pt x="0" y="16166"/>
                    </a:cubicBezTo>
                    <a:cubicBezTo>
                      <a:pt x="-1" y="10186"/>
                      <a:pt x="2478" y="4474"/>
                      <a:pt x="6846" y="390"/>
                    </a:cubicBezTo>
                  </a:path>
                  <a:path w="43200" h="37766" stroke="0">
                    <a:moveTo>
                      <a:pt x="35925" y="0"/>
                    </a:moveTo>
                    <a:cubicBezTo>
                      <a:pt x="40551" y="4099"/>
                      <a:pt x="43200" y="9984"/>
                      <a:pt x="43200" y="16166"/>
                    </a:cubicBezTo>
                    <a:cubicBezTo>
                      <a:pt x="43200" y="28095"/>
                      <a:pt x="33529" y="37766"/>
                      <a:pt x="21600" y="37766"/>
                    </a:cubicBezTo>
                    <a:cubicBezTo>
                      <a:pt x="9670" y="37766"/>
                      <a:pt x="0" y="28095"/>
                      <a:pt x="0" y="16166"/>
                    </a:cubicBezTo>
                    <a:cubicBezTo>
                      <a:pt x="-1" y="10186"/>
                      <a:pt x="2478" y="4474"/>
                      <a:pt x="6846" y="390"/>
                    </a:cubicBezTo>
                    <a:lnTo>
                      <a:pt x="21600" y="16166"/>
                    </a:lnTo>
                    <a:lnTo>
                      <a:pt x="35925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0033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35" name="Arc 17"/>
              <p:cNvSpPr/>
              <p:nvPr/>
            </p:nvSpPr>
            <p:spPr>
              <a:xfrm flipV="1">
                <a:off x="1152" y="1680"/>
                <a:ext cx="240" cy="41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43200" h="38913" fill="none">
                    <a:moveTo>
                      <a:pt x="43177" y="16321"/>
                    </a:moveTo>
                    <a:cubicBezTo>
                      <a:pt x="43192" y="16652"/>
                      <a:pt x="43200" y="16982"/>
                      <a:pt x="43200" y="17313"/>
                    </a:cubicBezTo>
                    <a:cubicBezTo>
                      <a:pt x="43200" y="29242"/>
                      <a:pt x="33529" y="38913"/>
                      <a:pt x="21600" y="38913"/>
                    </a:cubicBezTo>
                    <a:cubicBezTo>
                      <a:pt x="9670" y="38913"/>
                      <a:pt x="0" y="29242"/>
                      <a:pt x="0" y="17313"/>
                    </a:cubicBezTo>
                    <a:cubicBezTo>
                      <a:pt x="-1" y="10494"/>
                      <a:pt x="3219" y="4076"/>
                      <a:pt x="8684" y="-1"/>
                    </a:cubicBezTo>
                  </a:path>
                  <a:path w="43200" h="38913" stroke="0">
                    <a:moveTo>
                      <a:pt x="43177" y="16321"/>
                    </a:moveTo>
                    <a:cubicBezTo>
                      <a:pt x="43192" y="16652"/>
                      <a:pt x="43200" y="16982"/>
                      <a:pt x="43200" y="17313"/>
                    </a:cubicBezTo>
                    <a:cubicBezTo>
                      <a:pt x="43200" y="29242"/>
                      <a:pt x="33529" y="38913"/>
                      <a:pt x="21600" y="38913"/>
                    </a:cubicBezTo>
                    <a:cubicBezTo>
                      <a:pt x="9670" y="38913"/>
                      <a:pt x="0" y="29242"/>
                      <a:pt x="0" y="17313"/>
                    </a:cubicBezTo>
                    <a:cubicBezTo>
                      <a:pt x="-1" y="10494"/>
                      <a:pt x="3219" y="4076"/>
                      <a:pt x="8684" y="-1"/>
                    </a:cubicBezTo>
                    <a:lnTo>
                      <a:pt x="21600" y="17313"/>
                    </a:lnTo>
                    <a:lnTo>
                      <a:pt x="43177" y="16321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0033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36" name="Arc 18"/>
              <p:cNvSpPr/>
              <p:nvPr/>
            </p:nvSpPr>
            <p:spPr>
              <a:xfrm flipV="1">
                <a:off x="864" y="1681"/>
                <a:ext cx="240" cy="41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43200" h="38839" fill="none">
                    <a:moveTo>
                      <a:pt x="34614" y="-1"/>
                    </a:moveTo>
                    <a:cubicBezTo>
                      <a:pt x="40021" y="4081"/>
                      <a:pt x="43200" y="10464"/>
                      <a:pt x="43200" y="17239"/>
                    </a:cubicBezTo>
                    <a:cubicBezTo>
                      <a:pt x="43200" y="29168"/>
                      <a:pt x="33529" y="38839"/>
                      <a:pt x="21600" y="38839"/>
                    </a:cubicBezTo>
                    <a:cubicBezTo>
                      <a:pt x="9670" y="38839"/>
                      <a:pt x="0" y="29168"/>
                      <a:pt x="0" y="17239"/>
                    </a:cubicBezTo>
                    <a:cubicBezTo>
                      <a:pt x="-1" y="16490"/>
                      <a:pt x="38" y="15742"/>
                      <a:pt x="116" y="14997"/>
                    </a:cubicBezTo>
                  </a:path>
                  <a:path w="43200" h="38839" stroke="0">
                    <a:moveTo>
                      <a:pt x="34614" y="-1"/>
                    </a:moveTo>
                    <a:cubicBezTo>
                      <a:pt x="40021" y="4081"/>
                      <a:pt x="43200" y="10464"/>
                      <a:pt x="43200" y="17239"/>
                    </a:cubicBezTo>
                    <a:cubicBezTo>
                      <a:pt x="43200" y="29168"/>
                      <a:pt x="33529" y="38839"/>
                      <a:pt x="21600" y="38839"/>
                    </a:cubicBezTo>
                    <a:cubicBezTo>
                      <a:pt x="9670" y="38839"/>
                      <a:pt x="0" y="29168"/>
                      <a:pt x="0" y="17239"/>
                    </a:cubicBezTo>
                    <a:cubicBezTo>
                      <a:pt x="-1" y="16490"/>
                      <a:pt x="38" y="15742"/>
                      <a:pt x="116" y="14997"/>
                    </a:cubicBezTo>
                    <a:lnTo>
                      <a:pt x="21600" y="17239"/>
                    </a:lnTo>
                    <a:lnTo>
                      <a:pt x="34614" y="-1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0033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837" name="Line 19"/>
            <p:cNvSpPr/>
            <p:nvPr/>
          </p:nvSpPr>
          <p:spPr>
            <a:xfrm>
              <a:off x="192" y="768"/>
              <a:ext cx="0" cy="1248"/>
            </a:xfrm>
            <a:prstGeom prst="line">
              <a:avLst/>
            </a:prstGeom>
            <a:ln w="22225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38" name="Line 20"/>
            <p:cNvSpPr/>
            <p:nvPr/>
          </p:nvSpPr>
          <p:spPr>
            <a:xfrm>
              <a:off x="2016" y="768"/>
              <a:ext cx="0" cy="1248"/>
            </a:xfrm>
            <a:prstGeom prst="line">
              <a:avLst/>
            </a:prstGeom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39" name="Line 21"/>
            <p:cNvSpPr/>
            <p:nvPr/>
          </p:nvSpPr>
          <p:spPr>
            <a:xfrm flipH="1">
              <a:off x="192" y="1344"/>
              <a:ext cx="864" cy="0"/>
            </a:xfrm>
            <a:prstGeom prst="line">
              <a:avLst/>
            </a:prstGeom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40" name="Line 22"/>
            <p:cNvSpPr/>
            <p:nvPr/>
          </p:nvSpPr>
          <p:spPr>
            <a:xfrm>
              <a:off x="1152" y="1344"/>
              <a:ext cx="864" cy="0"/>
            </a:xfrm>
            <a:prstGeom prst="line">
              <a:avLst/>
            </a:prstGeom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41" name="Line 23"/>
            <p:cNvSpPr/>
            <p:nvPr/>
          </p:nvSpPr>
          <p:spPr>
            <a:xfrm>
              <a:off x="1056" y="1152"/>
              <a:ext cx="0" cy="384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42" name="Line 24"/>
            <p:cNvSpPr/>
            <p:nvPr/>
          </p:nvSpPr>
          <p:spPr>
            <a:xfrm>
              <a:off x="1152" y="1248"/>
              <a:ext cx="0" cy="192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43" name="Text Box 25"/>
            <p:cNvSpPr txBox="1"/>
            <p:nvPr/>
          </p:nvSpPr>
          <p:spPr>
            <a:xfrm>
              <a:off x="1104" y="912"/>
              <a:ext cx="431" cy="4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</a:t>
              </a:r>
              <a:endPara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34844" name="Text Box 26"/>
          <p:cNvSpPr txBox="1"/>
          <p:nvPr/>
        </p:nvSpPr>
        <p:spPr>
          <a:xfrm>
            <a:off x="354013" y="317500"/>
            <a:ext cx="8675687" cy="977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13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判断题，线圈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的自感和电阻分别是线圈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的两倍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两线圈间的互感忽略不计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则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与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的磁场能量的比值为</a:t>
            </a:r>
          </a:p>
        </p:txBody>
      </p:sp>
      <p:graphicFrame>
        <p:nvGraphicFramePr>
          <p:cNvPr id="260123" name="Object 27"/>
          <p:cNvGraphicFramePr>
            <a:graphicFrameLocks noChangeAspect="1"/>
          </p:cNvGraphicFramePr>
          <p:nvPr/>
        </p:nvGraphicFramePr>
        <p:xfrm>
          <a:off x="717550" y="4065588"/>
          <a:ext cx="4356100" cy="1179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689100" imgH="558800" progId="Equation.3">
                  <p:embed/>
                </p:oleObj>
              </mc:Choice>
              <mc:Fallback>
                <p:oleObj r:id="rId3" imgW="1689100" imgH="558800" progId="Equation.3">
                  <p:embed/>
                  <p:pic>
                    <p:nvPicPr>
                      <p:cNvPr id="0" name="图片 324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7550" y="4065588"/>
                        <a:ext cx="4356100" cy="1179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0124" name="Object 28"/>
          <p:cNvGraphicFramePr>
            <a:graphicFrameLocks noChangeAspect="1"/>
          </p:cNvGraphicFramePr>
          <p:nvPr/>
        </p:nvGraphicFramePr>
        <p:xfrm>
          <a:off x="1449388" y="5400675"/>
          <a:ext cx="1589087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622300" imgH="393700" progId="Equation.3">
                  <p:embed/>
                </p:oleObj>
              </mc:Choice>
              <mc:Fallback>
                <p:oleObj r:id="rId5" imgW="622300" imgH="393700" progId="Equation.3">
                  <p:embed/>
                  <p:pic>
                    <p:nvPicPr>
                      <p:cNvPr id="0" name="图片 324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49388" y="5400675"/>
                        <a:ext cx="1589087" cy="841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0125" name="Object 29"/>
          <p:cNvGraphicFramePr>
            <a:graphicFrameLocks noChangeAspect="1"/>
          </p:cNvGraphicFramePr>
          <p:nvPr/>
        </p:nvGraphicFramePr>
        <p:xfrm>
          <a:off x="3121025" y="5286375"/>
          <a:ext cx="715963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66700" imgH="393065" progId="Equation.3">
                  <p:embed/>
                </p:oleObj>
              </mc:Choice>
              <mc:Fallback>
                <p:oleObj r:id="rId7" imgW="266700" imgH="393065" progId="Equation.3">
                  <p:embed/>
                  <p:pic>
                    <p:nvPicPr>
                      <p:cNvPr id="0" name="图片 324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21025" y="5286375"/>
                        <a:ext cx="715963" cy="928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48" name="Rectangle 30"/>
          <p:cNvSpPr/>
          <p:nvPr/>
        </p:nvSpPr>
        <p:spPr>
          <a:xfrm>
            <a:off x="1609725" y="1450975"/>
            <a:ext cx="490537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(A)4      (B)2     (C)1     (D)1/2</a:t>
            </a:r>
          </a:p>
        </p:txBody>
      </p:sp>
      <p:sp>
        <p:nvSpPr>
          <p:cNvPr id="260127" name="Rectangle 31"/>
          <p:cNvSpPr/>
          <p:nvPr/>
        </p:nvSpPr>
        <p:spPr>
          <a:xfrm>
            <a:off x="657225" y="2349500"/>
            <a:ext cx="354965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解：</a:t>
            </a:r>
            <a:r>
              <a:rPr lang="zh-CN" altLang="en-US" sz="2400" b="1" dirty="0">
                <a:solidFill>
                  <a:srgbClr val="000000"/>
                </a:solidFill>
                <a:latin typeface="Verdana" panose="020B0604030504040204" pitchFamily="34" charset="0"/>
                <a:ea typeface="楷体_GB2312" pitchFamily="49" charset="-122"/>
              </a:rPr>
              <a:t>载流线圈的自感磁能</a:t>
            </a:r>
          </a:p>
        </p:txBody>
      </p:sp>
      <p:graphicFrame>
        <p:nvGraphicFramePr>
          <p:cNvPr id="260128" name="Object 32"/>
          <p:cNvGraphicFramePr>
            <a:graphicFrameLocks noChangeAspect="1"/>
          </p:cNvGraphicFramePr>
          <p:nvPr/>
        </p:nvGraphicFramePr>
        <p:xfrm>
          <a:off x="1692275" y="2889250"/>
          <a:ext cx="1876425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799465" imgH="444500" progId="Equation.3">
                  <p:embed/>
                </p:oleObj>
              </mc:Choice>
              <mc:Fallback>
                <p:oleObj r:id="rId9" imgW="799465" imgH="444500" progId="Equation.3">
                  <p:embed/>
                  <p:pic>
                    <p:nvPicPr>
                      <p:cNvPr id="0" name="图片 324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92275" y="2889250"/>
                        <a:ext cx="1876425" cy="1042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29" name="Text Box 33"/>
          <p:cNvSpPr txBox="1"/>
          <p:nvPr/>
        </p:nvSpPr>
        <p:spPr>
          <a:xfrm>
            <a:off x="4572000" y="5443538"/>
            <a:ext cx="196215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答案：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D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500"/>
                                        <p:tgtEl>
                                          <p:spTgt spid="260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260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260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60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132" grpId="0" bldLvl="0" animBg="1"/>
      <p:bldP spid="260127" grpId="0"/>
      <p:bldP spid="260129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77" name="组合 254993"/>
          <p:cNvGrpSpPr/>
          <p:nvPr/>
        </p:nvGrpSpPr>
        <p:grpSpPr>
          <a:xfrm>
            <a:off x="5021263" y="1628775"/>
            <a:ext cx="3635375" cy="2378075"/>
            <a:chOff x="1156" y="2341"/>
            <a:chExt cx="2673" cy="1725"/>
          </a:xfrm>
        </p:grpSpPr>
        <p:grpSp>
          <p:nvGrpSpPr>
            <p:cNvPr id="50178" name="组合 254994"/>
            <p:cNvGrpSpPr/>
            <p:nvPr/>
          </p:nvGrpSpPr>
          <p:grpSpPr>
            <a:xfrm>
              <a:off x="1156" y="2478"/>
              <a:ext cx="2540" cy="1588"/>
              <a:chOff x="1429" y="2568"/>
              <a:chExt cx="1995" cy="1180"/>
            </a:xfrm>
          </p:grpSpPr>
          <p:sp>
            <p:nvSpPr>
              <p:cNvPr id="50179" name="直接连接符 254995"/>
              <p:cNvSpPr/>
              <p:nvPr/>
            </p:nvSpPr>
            <p:spPr>
              <a:xfrm>
                <a:off x="1429" y="2886"/>
                <a:ext cx="453" cy="0"/>
              </a:xfrm>
              <a:prstGeom prst="line">
                <a:avLst/>
              </a:prstGeom>
              <a:ln w="254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180" name="直接连接符 254996"/>
              <p:cNvSpPr/>
              <p:nvPr/>
            </p:nvSpPr>
            <p:spPr>
              <a:xfrm>
                <a:off x="2562" y="2931"/>
                <a:ext cx="681" cy="0"/>
              </a:xfrm>
              <a:prstGeom prst="line">
                <a:avLst/>
              </a:prstGeom>
              <a:ln w="254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181" name="直接连接符 254997"/>
              <p:cNvSpPr/>
              <p:nvPr/>
            </p:nvSpPr>
            <p:spPr>
              <a:xfrm>
                <a:off x="1429" y="2886"/>
                <a:ext cx="0" cy="726"/>
              </a:xfrm>
              <a:prstGeom prst="line">
                <a:avLst/>
              </a:prstGeom>
              <a:ln w="254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182" name="直接连接符 254998"/>
              <p:cNvSpPr/>
              <p:nvPr/>
            </p:nvSpPr>
            <p:spPr>
              <a:xfrm>
                <a:off x="3243" y="3294"/>
                <a:ext cx="0" cy="318"/>
              </a:xfrm>
              <a:prstGeom prst="line">
                <a:avLst/>
              </a:prstGeom>
              <a:ln w="254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183" name="直接连接符 254999"/>
              <p:cNvSpPr/>
              <p:nvPr/>
            </p:nvSpPr>
            <p:spPr>
              <a:xfrm>
                <a:off x="1429" y="3612"/>
                <a:ext cx="680" cy="0"/>
              </a:xfrm>
              <a:prstGeom prst="line">
                <a:avLst/>
              </a:prstGeom>
              <a:ln w="254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184" name="直接连接符 255000"/>
              <p:cNvSpPr/>
              <p:nvPr/>
            </p:nvSpPr>
            <p:spPr>
              <a:xfrm>
                <a:off x="2154" y="3612"/>
                <a:ext cx="1089" cy="0"/>
              </a:xfrm>
              <a:prstGeom prst="line">
                <a:avLst/>
              </a:prstGeom>
              <a:ln w="254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185" name="直接连接符 255001"/>
              <p:cNvSpPr/>
              <p:nvPr/>
            </p:nvSpPr>
            <p:spPr>
              <a:xfrm>
                <a:off x="2109" y="3475"/>
                <a:ext cx="0" cy="273"/>
              </a:xfrm>
              <a:prstGeom prst="line">
                <a:avLst/>
              </a:prstGeom>
              <a:ln w="25400" cap="flat" cmpd="sng">
                <a:solidFill>
                  <a:srgbClr val="33996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186" name="直接连接符 255002"/>
              <p:cNvSpPr/>
              <p:nvPr/>
            </p:nvSpPr>
            <p:spPr>
              <a:xfrm>
                <a:off x="2154" y="3546"/>
                <a:ext cx="0" cy="136"/>
              </a:xfrm>
              <a:prstGeom prst="line">
                <a:avLst/>
              </a:prstGeom>
              <a:ln w="25400" cap="flat" cmpd="sng">
                <a:solidFill>
                  <a:srgbClr val="33996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187" name="椭圆 255003"/>
              <p:cNvSpPr/>
              <p:nvPr/>
            </p:nvSpPr>
            <p:spPr>
              <a:xfrm>
                <a:off x="1882" y="2568"/>
                <a:ext cx="182" cy="681"/>
              </a:xfrm>
              <a:prstGeom prst="ellipse">
                <a:avLst/>
              </a:prstGeom>
              <a:gradFill rotWithShape="1">
                <a:gsLst>
                  <a:gs pos="0">
                    <a:srgbClr val="FFFF66"/>
                  </a:gs>
                  <a:gs pos="50000">
                    <a:srgbClr val="FFCC99"/>
                  </a:gs>
                  <a:gs pos="100000">
                    <a:srgbClr val="FFFF66"/>
                  </a:gs>
                </a:gsLst>
                <a:lin ang="5400000" scaled="1"/>
                <a:tileRect/>
              </a:gradFill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188" name="椭圆 255004"/>
              <p:cNvSpPr/>
              <p:nvPr/>
            </p:nvSpPr>
            <p:spPr>
              <a:xfrm>
                <a:off x="2426" y="2568"/>
                <a:ext cx="182" cy="681"/>
              </a:xfrm>
              <a:prstGeom prst="ellipse">
                <a:avLst/>
              </a:prstGeom>
              <a:gradFill rotWithShape="1">
                <a:gsLst>
                  <a:gs pos="0">
                    <a:srgbClr val="FFFF66"/>
                  </a:gs>
                  <a:gs pos="50000">
                    <a:srgbClr val="FFCC99"/>
                  </a:gs>
                  <a:gs pos="100000">
                    <a:srgbClr val="FFFF66"/>
                  </a:gs>
                </a:gsLst>
                <a:lin ang="5400000" scaled="1"/>
                <a:tileRect/>
              </a:gradFill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50189" name="组合 255005"/>
              <p:cNvGrpSpPr/>
              <p:nvPr/>
            </p:nvGrpSpPr>
            <p:grpSpPr>
              <a:xfrm>
                <a:off x="2200" y="2750"/>
                <a:ext cx="136" cy="363"/>
                <a:chOff x="2200" y="2750"/>
                <a:chExt cx="136" cy="363"/>
              </a:xfrm>
            </p:grpSpPr>
            <p:sp>
              <p:nvSpPr>
                <p:cNvPr id="50190" name="椭圆 255006"/>
                <p:cNvSpPr/>
                <p:nvPr/>
              </p:nvSpPr>
              <p:spPr>
                <a:xfrm>
                  <a:off x="2200" y="2750"/>
                  <a:ext cx="136" cy="363"/>
                </a:xfrm>
                <a:prstGeom prst="ellipse">
                  <a:avLst/>
                </a:prstGeom>
                <a:noFill/>
                <a:ln w="222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 anchorCtr="0"/>
                <a:lstStyle/>
                <a:p>
                  <a:endParaRPr lang="zh-CN" altLang="en-US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0191" name="直接连接符 255007"/>
                <p:cNvSpPr/>
                <p:nvPr/>
              </p:nvSpPr>
              <p:spPr>
                <a:xfrm>
                  <a:off x="2200" y="2931"/>
                  <a:ext cx="0" cy="45"/>
                </a:xfrm>
                <a:prstGeom prst="line">
                  <a:avLst/>
                </a:prstGeom>
                <a:ln w="222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triangle" w="lg" len="med"/>
                </a:ln>
              </p:spPr>
              <p:txBody>
                <a:bodyPr anchor="t" anchorCtr="0"/>
                <a:lstStyle/>
                <a:p>
                  <a:endParaRPr lang="zh-CN" altLang="en-US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0192" name="组合 255008"/>
              <p:cNvGrpSpPr/>
              <p:nvPr/>
            </p:nvGrpSpPr>
            <p:grpSpPr>
              <a:xfrm rot="5400000" flipH="1">
                <a:off x="3173" y="3017"/>
                <a:ext cx="136" cy="363"/>
                <a:chOff x="2200" y="2750"/>
                <a:chExt cx="136" cy="363"/>
              </a:xfrm>
            </p:grpSpPr>
            <p:sp>
              <p:nvSpPr>
                <p:cNvPr id="50193" name="椭圆 255009"/>
                <p:cNvSpPr/>
                <p:nvPr/>
              </p:nvSpPr>
              <p:spPr>
                <a:xfrm>
                  <a:off x="2200" y="2750"/>
                  <a:ext cx="136" cy="363"/>
                </a:xfrm>
                <a:prstGeom prst="ellipse">
                  <a:avLst/>
                </a:prstGeom>
                <a:noFill/>
                <a:ln w="222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 anchorCtr="0"/>
                <a:lstStyle/>
                <a:p>
                  <a:endParaRPr lang="zh-CN" altLang="en-US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0194" name="直接连接符 255010"/>
                <p:cNvSpPr/>
                <p:nvPr/>
              </p:nvSpPr>
              <p:spPr>
                <a:xfrm>
                  <a:off x="2200" y="2931"/>
                  <a:ext cx="0" cy="45"/>
                </a:xfrm>
                <a:prstGeom prst="line">
                  <a:avLst/>
                </a:prstGeom>
                <a:ln w="222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triangle" w="lg" len="med"/>
                </a:ln>
              </p:spPr>
              <p:txBody>
                <a:bodyPr anchor="t" anchorCtr="0"/>
                <a:lstStyle/>
                <a:p>
                  <a:endParaRPr lang="zh-CN" altLang="en-US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50195" name="直接连接符 255011"/>
              <p:cNvSpPr/>
              <p:nvPr/>
            </p:nvSpPr>
            <p:spPr>
              <a:xfrm>
                <a:off x="3243" y="2931"/>
                <a:ext cx="0" cy="272"/>
              </a:xfrm>
              <a:prstGeom prst="line">
                <a:avLst/>
              </a:prstGeom>
              <a:ln w="254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aphicFrame>
          <p:nvGraphicFramePr>
            <p:cNvPr id="50196" name="对象 255012"/>
            <p:cNvGraphicFramePr/>
            <p:nvPr/>
          </p:nvGraphicFramePr>
          <p:xfrm>
            <a:off x="2109" y="2341"/>
            <a:ext cx="338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77800" imgH="227965" progId="Equation.3">
                    <p:embed/>
                  </p:oleObj>
                </mc:Choice>
                <mc:Fallback>
                  <p:oleObj r:id="rId2" imgW="177800" imgH="227965" progId="Equation.3">
                    <p:embed/>
                    <p:pic>
                      <p:nvPicPr>
                        <p:cNvPr id="0" name="图片 3251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109" y="2341"/>
                          <a:ext cx="338" cy="4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197" name="对象 255013"/>
            <p:cNvGraphicFramePr/>
            <p:nvPr/>
          </p:nvGraphicFramePr>
          <p:xfrm>
            <a:off x="3526" y="2850"/>
            <a:ext cx="303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77800" imgH="215265" progId="Equation.3">
                    <p:embed/>
                  </p:oleObj>
                </mc:Choice>
                <mc:Fallback>
                  <p:oleObj r:id="rId2" imgW="177800" imgH="215265" progId="Equation.3">
                    <p:embed/>
                    <p:pic>
                      <p:nvPicPr>
                        <p:cNvPr id="0" name="图片 324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526" y="2850"/>
                          <a:ext cx="303" cy="3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198" name="矩形 254979"/>
          <p:cNvSpPr/>
          <p:nvPr/>
        </p:nvSpPr>
        <p:spPr>
          <a:xfrm>
            <a:off x="395288" y="401638"/>
            <a:ext cx="8056562" cy="13843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defTabSz="914400">
              <a:lnSpc>
                <a:spcPct val="150000"/>
              </a:lnSpc>
              <a:tabLst>
                <a:tab pos="228600" algn="l"/>
              </a:tabLst>
            </a:pPr>
            <a:r>
              <a:rPr lang="zh-CN" altLang="en-US" sz="28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习题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如图，平板电容器（忽略边缘效应）充电时，沿环路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8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8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磁场强度的环流中，必有：</a:t>
            </a:r>
          </a:p>
        </p:txBody>
      </p:sp>
      <p:grpSp>
        <p:nvGrpSpPr>
          <p:cNvPr id="25" name="组合 254980"/>
          <p:cNvGrpSpPr/>
          <p:nvPr/>
        </p:nvGrpSpPr>
        <p:grpSpPr>
          <a:xfrm>
            <a:off x="468313" y="3021013"/>
            <a:ext cx="4462462" cy="784225"/>
            <a:chOff x="204" y="1933"/>
            <a:chExt cx="2811" cy="494"/>
          </a:xfrm>
        </p:grpSpPr>
        <p:graphicFrame>
          <p:nvGraphicFramePr>
            <p:cNvPr id="50200" name="对象 254981"/>
            <p:cNvGraphicFramePr/>
            <p:nvPr/>
          </p:nvGraphicFramePr>
          <p:xfrm>
            <a:off x="748" y="1933"/>
            <a:ext cx="2267" cy="4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270000" imgH="279400" progId="Equation.DSMT4">
                    <p:embed/>
                  </p:oleObj>
                </mc:Choice>
                <mc:Fallback>
                  <p:oleObj r:id="rId2" imgW="1270000" imgH="279400" progId="Equation.DSMT4">
                    <p:embed/>
                    <p:pic>
                      <p:nvPicPr>
                        <p:cNvPr id="0" name="图片 3250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748" y="1933"/>
                          <a:ext cx="2267" cy="4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201" name="矩形 254982"/>
            <p:cNvSpPr/>
            <p:nvPr/>
          </p:nvSpPr>
          <p:spPr>
            <a:xfrm>
              <a:off x="204" y="1979"/>
              <a:ext cx="59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r>
                <a:rPr lang="en-US" altLang="zh-CN" sz="32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(B) </a:t>
              </a:r>
              <a:endParaRPr lang="en-US" altLang="zh-CN"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8" name="组合 254983"/>
          <p:cNvGrpSpPr/>
          <p:nvPr/>
        </p:nvGrpSpPr>
        <p:grpSpPr>
          <a:xfrm>
            <a:off x="323850" y="5253038"/>
            <a:ext cx="3402013" cy="839787"/>
            <a:chOff x="204" y="3249"/>
            <a:chExt cx="2143" cy="529"/>
          </a:xfrm>
        </p:grpSpPr>
        <p:graphicFrame>
          <p:nvGraphicFramePr>
            <p:cNvPr id="50203" name="对象 254984"/>
            <p:cNvGraphicFramePr/>
            <p:nvPr/>
          </p:nvGraphicFramePr>
          <p:xfrm>
            <a:off x="930" y="3249"/>
            <a:ext cx="1417" cy="5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787400" imgH="292100" progId="Equation.DSMT4">
                    <p:embed/>
                  </p:oleObj>
                </mc:Choice>
                <mc:Fallback>
                  <p:oleObj r:id="rId2" imgW="787400" imgH="292100" progId="Equation.DSMT4">
                    <p:embed/>
                    <p:pic>
                      <p:nvPicPr>
                        <p:cNvPr id="0" name="图片 324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30" y="3249"/>
                          <a:ext cx="1417" cy="52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204" name="矩形 254985"/>
            <p:cNvSpPr/>
            <p:nvPr/>
          </p:nvSpPr>
          <p:spPr>
            <a:xfrm>
              <a:off x="204" y="3294"/>
              <a:ext cx="727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en-US" altLang="zh-CN" sz="32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(D) </a:t>
              </a:r>
              <a:endParaRPr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1" name="组合 254986"/>
          <p:cNvGrpSpPr/>
          <p:nvPr/>
        </p:nvGrpSpPr>
        <p:grpSpPr>
          <a:xfrm>
            <a:off x="539750" y="2012950"/>
            <a:ext cx="3784600" cy="812800"/>
            <a:chOff x="249" y="1162"/>
            <a:chExt cx="2384" cy="512"/>
          </a:xfrm>
        </p:grpSpPr>
        <p:sp>
          <p:nvSpPr>
            <p:cNvPr id="50206" name="矩形 254987"/>
            <p:cNvSpPr/>
            <p:nvPr/>
          </p:nvSpPr>
          <p:spPr>
            <a:xfrm>
              <a:off x="249" y="1162"/>
              <a:ext cx="6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(A)</a:t>
              </a:r>
              <a:endParaRPr lang="en-US" altLang="zh-CN"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0207" name="对象 254988"/>
            <p:cNvGraphicFramePr/>
            <p:nvPr/>
          </p:nvGraphicFramePr>
          <p:xfrm>
            <a:off x="884" y="1162"/>
            <a:ext cx="1749" cy="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751965" imgH="533400" progId="Equation.3">
                    <p:embed/>
                  </p:oleObj>
                </mc:Choice>
                <mc:Fallback>
                  <p:oleObj r:id="rId2" imgW="1751965" imgH="533400" progId="Equation.3">
                    <p:embed/>
                    <p:pic>
                      <p:nvPicPr>
                        <p:cNvPr id="0" name="图片 3246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884" y="1162"/>
                          <a:ext cx="1749" cy="5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" name="组合 254989"/>
          <p:cNvGrpSpPr/>
          <p:nvPr/>
        </p:nvGrpSpPr>
        <p:grpSpPr>
          <a:xfrm>
            <a:off x="611188" y="4173538"/>
            <a:ext cx="3903662" cy="942975"/>
            <a:chOff x="784" y="2568"/>
            <a:chExt cx="2459" cy="594"/>
          </a:xfrm>
        </p:grpSpPr>
        <p:sp>
          <p:nvSpPr>
            <p:cNvPr id="50209" name="矩形 254990"/>
            <p:cNvSpPr/>
            <p:nvPr/>
          </p:nvSpPr>
          <p:spPr>
            <a:xfrm>
              <a:off x="784" y="2645"/>
              <a:ext cx="4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(C) </a:t>
              </a:r>
              <a:endParaRPr lang="en-US" altLang="zh-CN"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0210" name="对象 254991"/>
            <p:cNvGraphicFramePr/>
            <p:nvPr/>
          </p:nvGraphicFramePr>
          <p:xfrm>
            <a:off x="1292" y="2568"/>
            <a:ext cx="1951" cy="5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751965" imgH="533400" progId="Equation.3">
                    <p:embed/>
                  </p:oleObj>
                </mc:Choice>
                <mc:Fallback>
                  <p:oleObj r:id="rId2" imgW="1751965" imgH="533400" progId="Equation.3">
                    <p:embed/>
                    <p:pic>
                      <p:nvPicPr>
                        <p:cNvPr id="0" name="图片 324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92" y="2568"/>
                          <a:ext cx="1951" cy="5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" name="文本框 254992"/>
          <p:cNvSpPr txBox="1"/>
          <p:nvPr/>
        </p:nvSpPr>
        <p:spPr>
          <a:xfrm>
            <a:off x="4643438" y="5324475"/>
            <a:ext cx="288131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答案</a:t>
            </a:r>
            <a:r>
              <a:rPr lang="zh-CN" altLang="en-US" sz="28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（</a:t>
            </a:r>
            <a:r>
              <a:rPr lang="en-US" altLang="zh-CN" sz="2800" b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C</a:t>
            </a:r>
            <a:r>
              <a:rPr lang="zh-CN" altLang="en-US" sz="28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）</a:t>
            </a:r>
            <a:endParaRPr lang="zh-CN" altLang="en-US" sz="28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7" name="Picture 3" descr="IMAGE0031"/>
          <p:cNvPicPr>
            <a:picLocks noChangeAspect="1"/>
          </p:cNvPicPr>
          <p:nvPr/>
        </p:nvPicPr>
        <p:blipFill>
          <a:blip r:embed="rId2"/>
          <a:srcRect l="1765"/>
          <a:stretch>
            <a:fillRect/>
          </a:stretch>
        </p:blipFill>
        <p:spPr>
          <a:xfrm>
            <a:off x="119063" y="4127500"/>
            <a:ext cx="8907462" cy="12922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578" name="Picture 4" descr="IMAGE0009"/>
          <p:cNvPicPr>
            <a:picLocks noChangeAspect="1"/>
          </p:cNvPicPr>
          <p:nvPr/>
        </p:nvPicPr>
        <p:blipFill>
          <a:blip r:embed="rId3"/>
          <a:srcRect l="2200" t="26941" r="4800" b="9467"/>
          <a:stretch>
            <a:fillRect/>
          </a:stretch>
        </p:blipFill>
        <p:spPr>
          <a:xfrm>
            <a:off x="244475" y="5581650"/>
            <a:ext cx="8520113" cy="112712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9459" name="组合 1"/>
          <p:cNvGrpSpPr/>
          <p:nvPr/>
        </p:nvGrpSpPr>
        <p:grpSpPr>
          <a:xfrm>
            <a:off x="76200" y="195263"/>
            <a:ext cx="8878888" cy="1303337"/>
            <a:chOff x="120" y="307"/>
            <a:chExt cx="13983" cy="2054"/>
          </a:xfrm>
        </p:grpSpPr>
        <p:sp>
          <p:nvSpPr>
            <p:cNvPr id="19460" name="文本框 15"/>
            <p:cNvSpPr txBox="1"/>
            <p:nvPr/>
          </p:nvSpPr>
          <p:spPr>
            <a:xfrm>
              <a:off x="120" y="307"/>
              <a:ext cx="13983" cy="18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例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1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：半径为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 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R 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的平板电容器均匀充电，内部充满介质，介质的介电常数为</a:t>
              </a:r>
              <a:r>
                <a:rPr lang="zh-CN" altLang="en-US" sz="2400" i="1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 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，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忽略边缘效应，已知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       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，求：平行板电容器中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I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 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  <a:sym typeface="宋体" panose="02010600030101010101" pitchFamily="2" charset="-122"/>
                </a:rPr>
                <a:t>d </a:t>
              </a:r>
            </a:p>
          </p:txBody>
        </p:sp>
        <p:graphicFrame>
          <p:nvGraphicFramePr>
            <p:cNvPr id="19461" name="对象 20"/>
            <p:cNvGraphicFramePr/>
            <p:nvPr/>
          </p:nvGraphicFramePr>
          <p:xfrm>
            <a:off x="7802" y="1243"/>
            <a:ext cx="727" cy="1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342265" imgH="536575" progId="Equation.DSMT4">
                    <p:embed/>
                  </p:oleObj>
                </mc:Choice>
                <mc:Fallback>
                  <p:oleObj r:id="rId4" imgW="342265" imgH="536575" progId="Equation.DSMT4">
                    <p:embed/>
                    <p:pic>
                      <p:nvPicPr>
                        <p:cNvPr id="0" name="图片 3105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7802" y="1243"/>
                          <a:ext cx="727" cy="11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Group 155"/>
          <p:cNvGrpSpPr/>
          <p:nvPr/>
        </p:nvGrpSpPr>
        <p:grpSpPr>
          <a:xfrm>
            <a:off x="5964238" y="1581150"/>
            <a:ext cx="2727325" cy="1901825"/>
            <a:chOff x="683" y="2472"/>
            <a:chExt cx="2318" cy="1477"/>
          </a:xfrm>
        </p:grpSpPr>
        <p:sp>
          <p:nvSpPr>
            <p:cNvPr id="19463" name="Rectangle 95"/>
            <p:cNvSpPr/>
            <p:nvPr/>
          </p:nvSpPr>
          <p:spPr>
            <a:xfrm>
              <a:off x="2037" y="3740"/>
              <a:ext cx="270" cy="209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9464" name="Group 96"/>
            <p:cNvGrpSpPr/>
            <p:nvPr/>
          </p:nvGrpSpPr>
          <p:grpSpPr>
            <a:xfrm>
              <a:off x="2078" y="3769"/>
              <a:ext cx="181" cy="138"/>
              <a:chOff x="1743" y="1561"/>
              <a:chExt cx="145" cy="130"/>
            </a:xfrm>
          </p:grpSpPr>
          <p:sp>
            <p:nvSpPr>
              <p:cNvPr id="19465" name="WordArt 97"/>
              <p:cNvSpPr>
                <a:spLocks noTextEdit="1"/>
              </p:cNvSpPr>
              <p:nvPr/>
            </p:nvSpPr>
            <p:spPr>
              <a:xfrm>
                <a:off x="1743" y="1597"/>
                <a:ext cx="115" cy="9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200" i="1">
                    <a:ln w="9525" cap="flat" cmpd="sng">
                      <a:solidFill>
                        <a:srgbClr val="CC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CC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19466" name="Line 98"/>
              <p:cNvSpPr/>
              <p:nvPr/>
            </p:nvSpPr>
            <p:spPr>
              <a:xfrm>
                <a:off x="1752" y="1561"/>
                <a:ext cx="136" cy="0"/>
              </a:xfrm>
              <a:prstGeom prst="line">
                <a:avLst/>
              </a:prstGeom>
              <a:ln w="9525" cap="flat" cmpd="sng">
                <a:solidFill>
                  <a:srgbClr val="CC00CC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</p:grpSp>
        <p:sp>
          <p:nvSpPr>
            <p:cNvPr id="19467" name="Arc 99"/>
            <p:cNvSpPr/>
            <p:nvPr/>
          </p:nvSpPr>
          <p:spPr>
            <a:xfrm>
              <a:off x="1806" y="2831"/>
              <a:ext cx="257" cy="9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43196" h="43200" fill="none">
                  <a:moveTo>
                    <a:pt x="43195" y="22033"/>
                  </a:moveTo>
                  <a:cubicBezTo>
                    <a:pt x="42959" y="33791"/>
                    <a:pt x="33360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260" y="-1"/>
                    <a:pt x="42816" y="9255"/>
                    <a:pt x="43188" y="20910"/>
                  </a:cubicBezTo>
                </a:path>
                <a:path w="43196" h="43200" stroke="0">
                  <a:moveTo>
                    <a:pt x="43195" y="22033"/>
                  </a:moveTo>
                  <a:cubicBezTo>
                    <a:pt x="42959" y="33791"/>
                    <a:pt x="33360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260" y="-1"/>
                    <a:pt x="42816" y="9255"/>
                    <a:pt x="43188" y="20910"/>
                  </a:cubicBezTo>
                  <a:lnTo>
                    <a:pt x="21600" y="21600"/>
                  </a:lnTo>
                  <a:lnTo>
                    <a:pt x="43195" y="22033"/>
                  </a:lnTo>
                  <a:close/>
                </a:path>
              </a:pathLst>
            </a:custGeom>
            <a:noFill/>
            <a:ln w="28575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8" name="WordArt 100"/>
            <p:cNvSpPr>
              <a:spLocks noTextEdit="1"/>
            </p:cNvSpPr>
            <p:nvPr/>
          </p:nvSpPr>
          <p:spPr>
            <a:xfrm>
              <a:off x="1752" y="3764"/>
              <a:ext cx="66" cy="1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 i="1">
                  <a:ln w="9525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8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19469" name="Line 101"/>
            <p:cNvSpPr/>
            <p:nvPr/>
          </p:nvSpPr>
          <p:spPr>
            <a:xfrm>
              <a:off x="1804" y="3349"/>
              <a:ext cx="9" cy="128"/>
            </a:xfrm>
            <a:prstGeom prst="line">
              <a:avLst/>
            </a:prstGeom>
            <a:ln w="9525" cap="flat" cmpd="sng">
              <a:solidFill>
                <a:srgbClr val="008000"/>
              </a:solidFill>
              <a:prstDash val="solid"/>
              <a:round/>
              <a:headEnd type="none" w="med" len="med"/>
              <a:tailEnd type="triangle" w="med" len="lg"/>
            </a:ln>
          </p:spPr>
        </p:sp>
        <p:sp>
          <p:nvSpPr>
            <p:cNvPr id="19470" name="WordArt 103"/>
            <p:cNvSpPr>
              <a:spLocks noTextEdit="1"/>
            </p:cNvSpPr>
            <p:nvPr/>
          </p:nvSpPr>
          <p:spPr>
            <a:xfrm>
              <a:off x="1434" y="2523"/>
              <a:ext cx="126" cy="15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 i="1">
                  <a:ln w="9525" cap="flat" cmpd="sng">
                    <a:solidFill>
                      <a:srgbClr val="CC00CC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CC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9471" name="WordArt 104"/>
            <p:cNvSpPr>
              <a:spLocks noTextEdit="1"/>
            </p:cNvSpPr>
            <p:nvPr/>
          </p:nvSpPr>
          <p:spPr>
            <a:xfrm>
              <a:off x="1535" y="2609"/>
              <a:ext cx="96" cy="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rgbClr val="CC00CC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CC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9472" name="WordArt 106"/>
            <p:cNvSpPr>
              <a:spLocks noTextEdit="1"/>
            </p:cNvSpPr>
            <p:nvPr/>
          </p:nvSpPr>
          <p:spPr>
            <a:xfrm>
              <a:off x="2590" y="2586"/>
              <a:ext cx="66" cy="9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200" i="1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9473" name="Oval 107"/>
            <p:cNvSpPr/>
            <p:nvPr/>
          </p:nvSpPr>
          <p:spPr>
            <a:xfrm>
              <a:off x="2460" y="2602"/>
              <a:ext cx="26" cy="31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474" name="WordArt 108"/>
            <p:cNvSpPr>
              <a:spLocks noTextEdit="1"/>
            </p:cNvSpPr>
            <p:nvPr/>
          </p:nvSpPr>
          <p:spPr>
            <a:xfrm>
              <a:off x="2520" y="2548"/>
              <a:ext cx="60" cy="12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800" b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19475" name="Line 109"/>
            <p:cNvSpPr/>
            <p:nvPr/>
          </p:nvSpPr>
          <p:spPr>
            <a:xfrm>
              <a:off x="2588" y="2545"/>
              <a:ext cx="10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19476" name="Freeform 111"/>
            <p:cNvSpPr/>
            <p:nvPr/>
          </p:nvSpPr>
          <p:spPr>
            <a:xfrm>
              <a:off x="1832" y="2503"/>
              <a:ext cx="82" cy="2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1289" h="3854">
                  <a:moveTo>
                    <a:pt x="880" y="63"/>
                  </a:moveTo>
                  <a:lnTo>
                    <a:pt x="744" y="158"/>
                  </a:lnTo>
                  <a:lnTo>
                    <a:pt x="671" y="273"/>
                  </a:lnTo>
                  <a:lnTo>
                    <a:pt x="587" y="419"/>
                  </a:lnTo>
                  <a:lnTo>
                    <a:pt x="503" y="702"/>
                  </a:lnTo>
                  <a:lnTo>
                    <a:pt x="451" y="1016"/>
                  </a:lnTo>
                  <a:lnTo>
                    <a:pt x="451" y="1278"/>
                  </a:lnTo>
                  <a:lnTo>
                    <a:pt x="440" y="1561"/>
                  </a:lnTo>
                  <a:lnTo>
                    <a:pt x="430" y="2284"/>
                  </a:lnTo>
                  <a:lnTo>
                    <a:pt x="419" y="3079"/>
                  </a:lnTo>
                  <a:lnTo>
                    <a:pt x="409" y="3415"/>
                  </a:lnTo>
                  <a:lnTo>
                    <a:pt x="357" y="3666"/>
                  </a:lnTo>
                  <a:lnTo>
                    <a:pt x="315" y="3739"/>
                  </a:lnTo>
                  <a:lnTo>
                    <a:pt x="252" y="3750"/>
                  </a:lnTo>
                  <a:lnTo>
                    <a:pt x="273" y="3634"/>
                  </a:lnTo>
                  <a:lnTo>
                    <a:pt x="273" y="3551"/>
                  </a:lnTo>
                  <a:lnTo>
                    <a:pt x="231" y="3467"/>
                  </a:lnTo>
                  <a:lnTo>
                    <a:pt x="179" y="3436"/>
                  </a:lnTo>
                  <a:lnTo>
                    <a:pt x="74" y="3456"/>
                  </a:lnTo>
                  <a:lnTo>
                    <a:pt x="21" y="3530"/>
                  </a:lnTo>
                  <a:lnTo>
                    <a:pt x="11" y="3593"/>
                  </a:lnTo>
                  <a:lnTo>
                    <a:pt x="0" y="3666"/>
                  </a:lnTo>
                  <a:cubicBezTo>
                    <a:pt x="11" y="3694"/>
                    <a:pt x="17" y="3724"/>
                    <a:pt x="32" y="3750"/>
                  </a:cubicBezTo>
                  <a:cubicBezTo>
                    <a:pt x="66" y="3806"/>
                    <a:pt x="63" y="3750"/>
                    <a:pt x="63" y="3781"/>
                  </a:cubicBezTo>
                  <a:lnTo>
                    <a:pt x="179" y="3854"/>
                  </a:lnTo>
                  <a:lnTo>
                    <a:pt x="294" y="3844"/>
                  </a:lnTo>
                  <a:lnTo>
                    <a:pt x="388" y="3802"/>
                  </a:lnTo>
                  <a:lnTo>
                    <a:pt x="461" y="3750"/>
                  </a:lnTo>
                  <a:lnTo>
                    <a:pt x="524" y="3666"/>
                  </a:lnTo>
                  <a:lnTo>
                    <a:pt x="639" y="3436"/>
                  </a:lnTo>
                  <a:lnTo>
                    <a:pt x="702" y="3237"/>
                  </a:lnTo>
                  <a:lnTo>
                    <a:pt x="723" y="3048"/>
                  </a:lnTo>
                  <a:lnTo>
                    <a:pt x="744" y="2755"/>
                  </a:lnTo>
                  <a:lnTo>
                    <a:pt x="765" y="2367"/>
                  </a:lnTo>
                  <a:lnTo>
                    <a:pt x="775" y="1781"/>
                  </a:lnTo>
                  <a:lnTo>
                    <a:pt x="755" y="1184"/>
                  </a:lnTo>
                  <a:lnTo>
                    <a:pt x="765" y="849"/>
                  </a:lnTo>
                  <a:lnTo>
                    <a:pt x="786" y="660"/>
                  </a:lnTo>
                  <a:lnTo>
                    <a:pt x="817" y="514"/>
                  </a:lnTo>
                  <a:lnTo>
                    <a:pt x="849" y="346"/>
                  </a:lnTo>
                  <a:lnTo>
                    <a:pt x="912" y="178"/>
                  </a:lnTo>
                  <a:lnTo>
                    <a:pt x="974" y="105"/>
                  </a:lnTo>
                  <a:lnTo>
                    <a:pt x="1048" y="126"/>
                  </a:lnTo>
                  <a:lnTo>
                    <a:pt x="1048" y="189"/>
                  </a:lnTo>
                  <a:lnTo>
                    <a:pt x="1016" y="252"/>
                  </a:lnTo>
                  <a:lnTo>
                    <a:pt x="1016" y="346"/>
                  </a:lnTo>
                  <a:lnTo>
                    <a:pt x="1037" y="419"/>
                  </a:lnTo>
                  <a:lnTo>
                    <a:pt x="1079" y="482"/>
                  </a:lnTo>
                  <a:lnTo>
                    <a:pt x="1142" y="482"/>
                  </a:lnTo>
                  <a:lnTo>
                    <a:pt x="1226" y="472"/>
                  </a:lnTo>
                  <a:lnTo>
                    <a:pt x="1289" y="388"/>
                  </a:lnTo>
                  <a:lnTo>
                    <a:pt x="1289" y="304"/>
                  </a:lnTo>
                  <a:lnTo>
                    <a:pt x="1278" y="210"/>
                  </a:lnTo>
                  <a:lnTo>
                    <a:pt x="1236" y="137"/>
                  </a:lnTo>
                  <a:lnTo>
                    <a:pt x="1184" y="53"/>
                  </a:lnTo>
                  <a:lnTo>
                    <a:pt x="1048" y="0"/>
                  </a:lnTo>
                  <a:lnTo>
                    <a:pt x="933" y="0"/>
                  </a:lnTo>
                  <a:lnTo>
                    <a:pt x="880" y="63"/>
                  </a:ln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7" name="Freeform 112"/>
            <p:cNvSpPr/>
            <p:nvPr/>
          </p:nvSpPr>
          <p:spPr>
            <a:xfrm>
              <a:off x="1922" y="2500"/>
              <a:ext cx="75" cy="2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1289" h="3854">
                  <a:moveTo>
                    <a:pt x="880" y="63"/>
                  </a:moveTo>
                  <a:lnTo>
                    <a:pt x="744" y="158"/>
                  </a:lnTo>
                  <a:lnTo>
                    <a:pt x="671" y="273"/>
                  </a:lnTo>
                  <a:lnTo>
                    <a:pt x="587" y="419"/>
                  </a:lnTo>
                  <a:lnTo>
                    <a:pt x="503" y="702"/>
                  </a:lnTo>
                  <a:lnTo>
                    <a:pt x="451" y="1016"/>
                  </a:lnTo>
                  <a:lnTo>
                    <a:pt x="451" y="1278"/>
                  </a:lnTo>
                  <a:lnTo>
                    <a:pt x="440" y="1561"/>
                  </a:lnTo>
                  <a:lnTo>
                    <a:pt x="430" y="2284"/>
                  </a:lnTo>
                  <a:lnTo>
                    <a:pt x="419" y="3079"/>
                  </a:lnTo>
                  <a:lnTo>
                    <a:pt x="409" y="3415"/>
                  </a:lnTo>
                  <a:lnTo>
                    <a:pt x="357" y="3666"/>
                  </a:lnTo>
                  <a:lnTo>
                    <a:pt x="315" y="3739"/>
                  </a:lnTo>
                  <a:lnTo>
                    <a:pt x="252" y="3750"/>
                  </a:lnTo>
                  <a:lnTo>
                    <a:pt x="273" y="3634"/>
                  </a:lnTo>
                  <a:lnTo>
                    <a:pt x="273" y="3551"/>
                  </a:lnTo>
                  <a:lnTo>
                    <a:pt x="231" y="3467"/>
                  </a:lnTo>
                  <a:lnTo>
                    <a:pt x="179" y="3436"/>
                  </a:lnTo>
                  <a:lnTo>
                    <a:pt x="74" y="3456"/>
                  </a:lnTo>
                  <a:lnTo>
                    <a:pt x="21" y="3530"/>
                  </a:lnTo>
                  <a:lnTo>
                    <a:pt x="11" y="3593"/>
                  </a:lnTo>
                  <a:lnTo>
                    <a:pt x="0" y="3666"/>
                  </a:lnTo>
                  <a:cubicBezTo>
                    <a:pt x="11" y="3694"/>
                    <a:pt x="17" y="3724"/>
                    <a:pt x="32" y="3750"/>
                  </a:cubicBezTo>
                  <a:cubicBezTo>
                    <a:pt x="66" y="3806"/>
                    <a:pt x="63" y="3750"/>
                    <a:pt x="63" y="3781"/>
                  </a:cubicBezTo>
                  <a:lnTo>
                    <a:pt x="179" y="3854"/>
                  </a:lnTo>
                  <a:lnTo>
                    <a:pt x="294" y="3844"/>
                  </a:lnTo>
                  <a:lnTo>
                    <a:pt x="388" y="3802"/>
                  </a:lnTo>
                  <a:lnTo>
                    <a:pt x="461" y="3750"/>
                  </a:lnTo>
                  <a:lnTo>
                    <a:pt x="524" y="3666"/>
                  </a:lnTo>
                  <a:lnTo>
                    <a:pt x="639" y="3436"/>
                  </a:lnTo>
                  <a:lnTo>
                    <a:pt x="702" y="3237"/>
                  </a:lnTo>
                  <a:lnTo>
                    <a:pt x="723" y="3048"/>
                  </a:lnTo>
                  <a:lnTo>
                    <a:pt x="744" y="2755"/>
                  </a:lnTo>
                  <a:lnTo>
                    <a:pt x="765" y="2367"/>
                  </a:lnTo>
                  <a:lnTo>
                    <a:pt x="775" y="1781"/>
                  </a:lnTo>
                  <a:lnTo>
                    <a:pt x="755" y="1184"/>
                  </a:lnTo>
                  <a:lnTo>
                    <a:pt x="765" y="849"/>
                  </a:lnTo>
                  <a:lnTo>
                    <a:pt x="786" y="660"/>
                  </a:lnTo>
                  <a:lnTo>
                    <a:pt x="817" y="514"/>
                  </a:lnTo>
                  <a:lnTo>
                    <a:pt x="849" y="346"/>
                  </a:lnTo>
                  <a:lnTo>
                    <a:pt x="912" y="178"/>
                  </a:lnTo>
                  <a:lnTo>
                    <a:pt x="974" y="105"/>
                  </a:lnTo>
                  <a:lnTo>
                    <a:pt x="1048" y="126"/>
                  </a:lnTo>
                  <a:lnTo>
                    <a:pt x="1048" y="189"/>
                  </a:lnTo>
                  <a:lnTo>
                    <a:pt x="1016" y="252"/>
                  </a:lnTo>
                  <a:lnTo>
                    <a:pt x="1016" y="346"/>
                  </a:lnTo>
                  <a:lnTo>
                    <a:pt x="1037" y="419"/>
                  </a:lnTo>
                  <a:lnTo>
                    <a:pt x="1079" y="482"/>
                  </a:lnTo>
                  <a:lnTo>
                    <a:pt x="1142" y="482"/>
                  </a:lnTo>
                  <a:lnTo>
                    <a:pt x="1226" y="472"/>
                  </a:lnTo>
                  <a:lnTo>
                    <a:pt x="1289" y="388"/>
                  </a:lnTo>
                  <a:lnTo>
                    <a:pt x="1289" y="304"/>
                  </a:lnTo>
                  <a:lnTo>
                    <a:pt x="1278" y="210"/>
                  </a:lnTo>
                  <a:lnTo>
                    <a:pt x="1236" y="137"/>
                  </a:lnTo>
                  <a:lnTo>
                    <a:pt x="1184" y="53"/>
                  </a:lnTo>
                  <a:lnTo>
                    <a:pt x="1048" y="0"/>
                  </a:lnTo>
                  <a:lnTo>
                    <a:pt x="933" y="0"/>
                  </a:lnTo>
                  <a:lnTo>
                    <a:pt x="880" y="63"/>
                  </a:lnTo>
                  <a:close/>
                </a:path>
              </a:pathLst>
            </a:cu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8" name="WordArt 113"/>
            <p:cNvSpPr>
              <a:spLocks noTextEdit="1"/>
            </p:cNvSpPr>
            <p:nvPr/>
          </p:nvSpPr>
          <p:spPr>
            <a:xfrm>
              <a:off x="1995" y="2663"/>
              <a:ext cx="53" cy="4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200" i="1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9479" name="WordArt 114"/>
            <p:cNvSpPr>
              <a:spLocks noTextEdit="1"/>
            </p:cNvSpPr>
            <p:nvPr/>
          </p:nvSpPr>
          <p:spPr>
            <a:xfrm rot="-10496518">
              <a:off x="2148" y="2503"/>
              <a:ext cx="64" cy="9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CC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9480" name="WordArt 115"/>
            <p:cNvSpPr>
              <a:spLocks noTextEdit="1"/>
            </p:cNvSpPr>
            <p:nvPr/>
          </p:nvSpPr>
          <p:spPr>
            <a:xfrm>
              <a:off x="2234" y="2518"/>
              <a:ext cx="126" cy="6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3750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>
                  <a:ln w="9525" cap="flat" cmpd="sng">
                    <a:solidFill>
                      <a:srgbClr val="CC00CC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CC00CC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9481" name="WordArt 116"/>
            <p:cNvSpPr>
              <a:spLocks noTextEdit="1"/>
            </p:cNvSpPr>
            <p:nvPr/>
          </p:nvSpPr>
          <p:spPr>
            <a:xfrm>
              <a:off x="2246" y="2644"/>
              <a:ext cx="80" cy="10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8694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9482" name="Line 117"/>
            <p:cNvSpPr/>
            <p:nvPr/>
          </p:nvSpPr>
          <p:spPr>
            <a:xfrm>
              <a:off x="2086" y="2617"/>
              <a:ext cx="31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83" name="WordArt 118"/>
            <p:cNvSpPr>
              <a:spLocks noTextEdit="1"/>
            </p:cNvSpPr>
            <p:nvPr/>
          </p:nvSpPr>
          <p:spPr>
            <a:xfrm rot="-10496518">
              <a:off x="2150" y="2648"/>
              <a:ext cx="65" cy="9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9484" name="Line 119"/>
            <p:cNvSpPr/>
            <p:nvPr/>
          </p:nvSpPr>
          <p:spPr>
            <a:xfrm>
              <a:off x="2240" y="2472"/>
              <a:ext cx="134" cy="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19485" name="Line 121"/>
            <p:cNvSpPr/>
            <p:nvPr/>
          </p:nvSpPr>
          <p:spPr>
            <a:xfrm rot="5400000">
              <a:off x="1722" y="2490"/>
              <a:ext cx="0" cy="137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86" name="Line 122"/>
            <p:cNvSpPr/>
            <p:nvPr/>
          </p:nvSpPr>
          <p:spPr>
            <a:xfrm rot="5400000">
              <a:off x="1722" y="2552"/>
              <a:ext cx="0" cy="137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87" name="Line 123"/>
            <p:cNvSpPr/>
            <p:nvPr/>
          </p:nvSpPr>
          <p:spPr>
            <a:xfrm>
              <a:off x="868" y="3407"/>
              <a:ext cx="234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9488" name="WordArt 125"/>
            <p:cNvSpPr>
              <a:spLocks noTextEdit="1"/>
            </p:cNvSpPr>
            <p:nvPr/>
          </p:nvSpPr>
          <p:spPr>
            <a:xfrm>
              <a:off x="910" y="3112"/>
              <a:ext cx="94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 i="1">
                  <a:ln w="9525" cap="flat" cmpd="sng">
                    <a:solidFill>
                      <a:srgbClr val="FF33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9489" name="WordArt 126"/>
            <p:cNvSpPr>
              <a:spLocks noTextEdit="1"/>
            </p:cNvSpPr>
            <p:nvPr/>
          </p:nvSpPr>
          <p:spPr>
            <a:xfrm>
              <a:off x="1007" y="3192"/>
              <a:ext cx="65" cy="6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rgbClr val="FF33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9490" name="Rectangle 127"/>
            <p:cNvSpPr/>
            <p:nvPr/>
          </p:nvSpPr>
          <p:spPr>
            <a:xfrm>
              <a:off x="881" y="3297"/>
              <a:ext cx="629" cy="61"/>
            </a:xfrm>
            <a:prstGeom prst="rect">
              <a:avLst/>
            </a:prstGeom>
            <a:gradFill rotWithShape="0">
              <a:gsLst>
                <a:gs pos="0">
                  <a:srgbClr val="645D44"/>
                </a:gs>
                <a:gs pos="50000">
                  <a:srgbClr val="D9CA93"/>
                </a:gs>
                <a:gs pos="100000">
                  <a:srgbClr val="645D44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491" name="Oval 129"/>
            <p:cNvSpPr/>
            <p:nvPr/>
          </p:nvSpPr>
          <p:spPr>
            <a:xfrm>
              <a:off x="1418" y="2870"/>
              <a:ext cx="237" cy="914"/>
            </a:xfrm>
            <a:prstGeom prst="ellipse">
              <a:avLst/>
            </a:prstGeom>
            <a:gradFill rotWithShape="0">
              <a:gsLst>
                <a:gs pos="0">
                  <a:srgbClr val="716F63"/>
                </a:gs>
                <a:gs pos="50000">
                  <a:srgbClr val="F5EFD5"/>
                </a:gs>
                <a:gs pos="100000">
                  <a:srgbClr val="716F63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492" name="Freeform 130"/>
            <p:cNvSpPr/>
            <p:nvPr/>
          </p:nvSpPr>
          <p:spPr>
            <a:xfrm>
              <a:off x="1531" y="2869"/>
              <a:ext cx="73" cy="44"/>
            </a:xfrm>
            <a:custGeom>
              <a:avLst/>
              <a:gdLst/>
              <a:ahLst/>
              <a:cxnLst>
                <a:cxn ang="0">
                  <a:pos x="51" y="0"/>
                </a:cxn>
                <a:cxn ang="0">
                  <a:pos x="12" y="22"/>
                </a:cxn>
                <a:cxn ang="0">
                  <a:pos x="0" y="0"/>
                </a:cxn>
              </a:cxnLst>
              <a:rect l="0" t="0" r="0" b="0"/>
              <a:pathLst>
                <a:path w="80" h="52">
                  <a:moveTo>
                    <a:pt x="80" y="0"/>
                  </a:moveTo>
                  <a:lnTo>
                    <a:pt x="18" y="52"/>
                  </a:lnTo>
                  <a:lnTo>
                    <a:pt x="0" y="0"/>
                  </a:lnTo>
                </a:path>
              </a:pathLst>
            </a:custGeom>
            <a:gradFill rotWithShape="0">
              <a:gsLst>
                <a:gs pos="0">
                  <a:srgbClr val="5F5F5F"/>
                </a:gs>
                <a:gs pos="100000">
                  <a:srgbClr val="808080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3" name="Line 131"/>
            <p:cNvSpPr/>
            <p:nvPr/>
          </p:nvSpPr>
          <p:spPr>
            <a:xfrm>
              <a:off x="1529" y="2871"/>
              <a:ext cx="7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94" name="Freeform 132"/>
            <p:cNvSpPr/>
            <p:nvPr/>
          </p:nvSpPr>
          <p:spPr>
            <a:xfrm flipV="1">
              <a:off x="1525" y="3740"/>
              <a:ext cx="74" cy="43"/>
            </a:xfrm>
            <a:custGeom>
              <a:avLst/>
              <a:gdLst/>
              <a:ahLst/>
              <a:cxnLst>
                <a:cxn ang="0">
                  <a:pos x="54" y="0"/>
                </a:cxn>
                <a:cxn ang="0">
                  <a:pos x="13" y="21"/>
                </a:cxn>
                <a:cxn ang="0">
                  <a:pos x="0" y="0"/>
                </a:cxn>
              </a:cxnLst>
              <a:rect l="0" t="0" r="0" b="0"/>
              <a:pathLst>
                <a:path w="80" h="52">
                  <a:moveTo>
                    <a:pt x="80" y="0"/>
                  </a:moveTo>
                  <a:lnTo>
                    <a:pt x="18" y="52"/>
                  </a:lnTo>
                  <a:lnTo>
                    <a:pt x="0" y="0"/>
                  </a:lnTo>
                </a:path>
              </a:pathLst>
            </a:custGeom>
            <a:gradFill rotWithShape="0">
              <a:gsLst>
                <a:gs pos="0">
                  <a:srgbClr val="808080"/>
                </a:gs>
                <a:gs pos="100000">
                  <a:srgbClr val="5F5F5F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5" name="Oval 133"/>
            <p:cNvSpPr/>
            <p:nvPr/>
          </p:nvSpPr>
          <p:spPr>
            <a:xfrm>
              <a:off x="1483" y="2872"/>
              <a:ext cx="237" cy="912"/>
            </a:xfrm>
            <a:prstGeom prst="ellipse">
              <a:avLst/>
            </a:prstGeom>
            <a:solidFill>
              <a:srgbClr val="F5EFD5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496" name="Line 134"/>
            <p:cNvSpPr/>
            <p:nvPr/>
          </p:nvSpPr>
          <p:spPr>
            <a:xfrm>
              <a:off x="1529" y="3785"/>
              <a:ext cx="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9497" name="Group 136"/>
            <p:cNvGrpSpPr/>
            <p:nvPr/>
          </p:nvGrpSpPr>
          <p:grpSpPr>
            <a:xfrm>
              <a:off x="2381" y="2866"/>
              <a:ext cx="302" cy="916"/>
              <a:chOff x="961" y="2846"/>
              <a:chExt cx="329" cy="1090"/>
            </a:xfrm>
          </p:grpSpPr>
          <p:sp>
            <p:nvSpPr>
              <p:cNvPr id="19498" name="Oval 137"/>
              <p:cNvSpPr/>
              <p:nvPr/>
            </p:nvSpPr>
            <p:spPr>
              <a:xfrm>
                <a:off x="961" y="2847"/>
                <a:ext cx="258" cy="1088"/>
              </a:xfrm>
              <a:prstGeom prst="ellipse">
                <a:avLst/>
              </a:prstGeom>
              <a:gradFill rotWithShape="0">
                <a:gsLst>
                  <a:gs pos="0">
                    <a:srgbClr val="716F63"/>
                  </a:gs>
                  <a:gs pos="50000">
                    <a:srgbClr val="F5EFD5"/>
                  </a:gs>
                  <a:gs pos="100000">
                    <a:srgbClr val="716F63"/>
                  </a:gs>
                </a:gsLst>
                <a:lin ang="5400000" scaled="1"/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499" name="Freeform 138"/>
              <p:cNvSpPr/>
              <p:nvPr/>
            </p:nvSpPr>
            <p:spPr>
              <a:xfrm>
                <a:off x="1084" y="2846"/>
                <a:ext cx="80" cy="52"/>
              </a:xfrm>
              <a:custGeom>
                <a:avLst/>
                <a:gdLst/>
                <a:ahLst/>
                <a:cxnLst>
                  <a:cxn ang="0">
                    <a:pos x="80" y="0"/>
                  </a:cxn>
                  <a:cxn ang="0">
                    <a:pos x="18" y="52"/>
                  </a:cxn>
                  <a:cxn ang="0">
                    <a:pos x="0" y="0"/>
                  </a:cxn>
                </a:cxnLst>
                <a:rect l="0" t="0" r="0" b="0"/>
                <a:pathLst>
                  <a:path w="80" h="52">
                    <a:moveTo>
                      <a:pt x="80" y="0"/>
                    </a:moveTo>
                    <a:lnTo>
                      <a:pt x="18" y="52"/>
                    </a:lnTo>
                    <a:lnTo>
                      <a:pt x="0" y="0"/>
                    </a:lnTo>
                  </a:path>
                </a:pathLst>
              </a:custGeom>
              <a:gradFill rotWithShape="0">
                <a:gsLst>
                  <a:gs pos="0">
                    <a:srgbClr val="5F5F5F"/>
                  </a:gs>
                  <a:gs pos="100000">
                    <a:srgbClr val="808080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00" name="Line 139"/>
              <p:cNvSpPr/>
              <p:nvPr/>
            </p:nvSpPr>
            <p:spPr>
              <a:xfrm>
                <a:off x="1082" y="2848"/>
                <a:ext cx="8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501" name="Freeform 140"/>
              <p:cNvSpPr/>
              <p:nvPr/>
            </p:nvSpPr>
            <p:spPr>
              <a:xfrm flipV="1">
                <a:off x="1078" y="3882"/>
                <a:ext cx="80" cy="52"/>
              </a:xfrm>
              <a:custGeom>
                <a:avLst/>
                <a:gdLst/>
                <a:ahLst/>
                <a:cxnLst>
                  <a:cxn ang="0">
                    <a:pos x="80" y="0"/>
                  </a:cxn>
                  <a:cxn ang="0">
                    <a:pos x="18" y="52"/>
                  </a:cxn>
                  <a:cxn ang="0">
                    <a:pos x="0" y="0"/>
                  </a:cxn>
                </a:cxnLst>
                <a:rect l="0" t="0" r="0" b="0"/>
                <a:pathLst>
                  <a:path w="80" h="52">
                    <a:moveTo>
                      <a:pt x="80" y="0"/>
                    </a:moveTo>
                    <a:lnTo>
                      <a:pt x="18" y="52"/>
                    </a:lnTo>
                    <a:lnTo>
                      <a:pt x="0" y="0"/>
                    </a:lnTo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5F5F5F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02" name="Oval 141"/>
              <p:cNvSpPr/>
              <p:nvPr/>
            </p:nvSpPr>
            <p:spPr>
              <a:xfrm>
                <a:off x="1032" y="2849"/>
                <a:ext cx="258" cy="1086"/>
              </a:xfrm>
              <a:prstGeom prst="ellipse">
                <a:avLst/>
              </a:prstGeom>
              <a:solidFill>
                <a:srgbClr val="F5EFD5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503" name="Line 142"/>
              <p:cNvSpPr/>
              <p:nvPr/>
            </p:nvSpPr>
            <p:spPr>
              <a:xfrm>
                <a:off x="1082" y="3936"/>
                <a:ext cx="7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9504" name="Rectangle 143"/>
            <p:cNvSpPr/>
            <p:nvPr/>
          </p:nvSpPr>
          <p:spPr>
            <a:xfrm>
              <a:off x="2574" y="3294"/>
              <a:ext cx="353" cy="56"/>
            </a:xfrm>
            <a:prstGeom prst="rect">
              <a:avLst/>
            </a:prstGeom>
            <a:gradFill rotWithShape="0">
              <a:gsLst>
                <a:gs pos="0">
                  <a:srgbClr val="645D44"/>
                </a:gs>
                <a:gs pos="50000">
                  <a:srgbClr val="D9CA93"/>
                </a:gs>
                <a:gs pos="100000">
                  <a:srgbClr val="645D44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505" name="Line 144"/>
            <p:cNvSpPr/>
            <p:nvPr/>
          </p:nvSpPr>
          <p:spPr>
            <a:xfrm>
              <a:off x="1611" y="2899"/>
              <a:ext cx="854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9506" name="Line 145"/>
            <p:cNvSpPr/>
            <p:nvPr/>
          </p:nvSpPr>
          <p:spPr>
            <a:xfrm>
              <a:off x="1518" y="3308"/>
              <a:ext cx="838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9507" name="Line 146"/>
            <p:cNvSpPr/>
            <p:nvPr/>
          </p:nvSpPr>
          <p:spPr>
            <a:xfrm>
              <a:off x="1635" y="3077"/>
              <a:ext cx="753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9508" name="Line 147"/>
            <p:cNvSpPr/>
            <p:nvPr/>
          </p:nvSpPr>
          <p:spPr>
            <a:xfrm>
              <a:off x="1595" y="3713"/>
              <a:ext cx="828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9509" name="Line 148"/>
            <p:cNvSpPr/>
            <p:nvPr/>
          </p:nvSpPr>
          <p:spPr>
            <a:xfrm>
              <a:off x="1623" y="3533"/>
              <a:ext cx="753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6524" name="WordArt 149"/>
            <p:cNvSpPr>
              <a:spLocks noTextEdit="1"/>
            </p:cNvSpPr>
            <p:nvPr/>
          </p:nvSpPr>
          <p:spPr>
            <a:xfrm>
              <a:off x="683" y="3550"/>
              <a:ext cx="559" cy="12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/>
            </a:bodyPr>
            <a:lstStyle/>
            <a:p>
              <a:pPr algn="ctr" fontAlgn="base"/>
              <a:r>
                <a:rPr lang="zh-CN" altLang="en-US" sz="3600" b="1" strike="noStrike" noProof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5F5F5F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rPr>
                <a:t>充电过程</a:t>
              </a:r>
              <a:endParaRPr lang="zh-CN" altLang="en-US" sz="3600" b="1" strike="noStrike" noProof="1"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5F5F5F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9511" name="WordArt 150"/>
            <p:cNvSpPr>
              <a:spLocks noTextEdit="1"/>
            </p:cNvSpPr>
            <p:nvPr/>
          </p:nvSpPr>
          <p:spPr>
            <a:xfrm>
              <a:off x="1888" y="3152"/>
              <a:ext cx="114" cy="12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1200" i="1"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9512" name="WordArt 152"/>
            <p:cNvSpPr>
              <a:spLocks noTextEdit="1"/>
            </p:cNvSpPr>
            <p:nvPr/>
          </p:nvSpPr>
          <p:spPr>
            <a:xfrm>
              <a:off x="2795" y="3096"/>
              <a:ext cx="94" cy="11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 i="1">
                  <a:ln w="9525" cap="flat" cmpd="sng">
                    <a:solidFill>
                      <a:srgbClr val="FF33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9513" name="WordArt 153"/>
            <p:cNvSpPr>
              <a:spLocks noTextEdit="1"/>
            </p:cNvSpPr>
            <p:nvPr/>
          </p:nvSpPr>
          <p:spPr>
            <a:xfrm>
              <a:off x="2892" y="3176"/>
              <a:ext cx="65" cy="6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rgbClr val="FF33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9514" name="Line 154"/>
            <p:cNvSpPr/>
            <p:nvPr/>
          </p:nvSpPr>
          <p:spPr>
            <a:xfrm>
              <a:off x="2767" y="3464"/>
              <a:ext cx="234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lg"/>
            </a:ln>
          </p:spPr>
        </p:sp>
      </p:grpSp>
      <p:graphicFrame>
        <p:nvGraphicFramePr>
          <p:cNvPr id="17" name="Object 209"/>
          <p:cNvGraphicFramePr>
            <a:graphicFrameLocks noChangeAspect="1"/>
          </p:cNvGraphicFramePr>
          <p:nvPr/>
        </p:nvGraphicFramePr>
        <p:xfrm>
          <a:off x="244475" y="1592263"/>
          <a:ext cx="4595813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628900" imgH="444500" progId="Equation.DSMT4">
                  <p:embed/>
                </p:oleObj>
              </mc:Choice>
              <mc:Fallback>
                <p:oleObj r:id="rId6" imgW="2628900" imgH="4445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4475" y="1592263"/>
                        <a:ext cx="4595813" cy="768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3981450" y="3482975"/>
            <a:ext cx="1182688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练习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3" name="Picture 2" descr="IMAGE00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800"/>
            <a:ext cx="9144000" cy="58213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g2MGQ4N2NjYmE0YzdjYmVmZjdmMzlhODEwMjZmYT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880,&quot;width&quot;:14057.500787401576}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362.5007874015746,&quot;width&quot;:13800}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922.5007874015748,&quot;width&quot;:14400}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262.4993206878694,&quot;width&quot;:1530}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400,&quot;width&quot;:14160}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992.5007874015746,&quot;width&quot;:14400}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000,&quot;width&quot;:14400}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3117</Words>
  <Application>Microsoft Office PowerPoint</Application>
  <PresentationFormat>全屏显示(4:3)</PresentationFormat>
  <Paragraphs>698</Paragraphs>
  <Slides>77</Slides>
  <Notes>0</Notes>
  <HiddenSlides>1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77</vt:i4>
      </vt:variant>
    </vt:vector>
  </HeadingPairs>
  <TitlesOfParts>
    <vt:vector size="98" baseType="lpstr">
      <vt:lpstr>仿宋</vt:lpstr>
      <vt:lpstr>黑体</vt:lpstr>
      <vt:lpstr>华文楷体</vt:lpstr>
      <vt:lpstr>华文中宋</vt:lpstr>
      <vt:lpstr>楷体</vt:lpstr>
      <vt:lpstr>楷体_GB2312</vt:lpstr>
      <vt:lpstr>宋体</vt:lpstr>
      <vt:lpstr>Arial</vt:lpstr>
      <vt:lpstr>Book Antiqua</vt:lpstr>
      <vt:lpstr>Bookman Old Style</vt:lpstr>
      <vt:lpstr>Elephant</vt:lpstr>
      <vt:lpstr>Symbol</vt:lpstr>
      <vt:lpstr>Times New Roman</vt:lpstr>
      <vt:lpstr>Verdana</vt:lpstr>
      <vt:lpstr>Wingdings</vt:lpstr>
      <vt:lpstr>默认设计模板</vt:lpstr>
      <vt:lpstr>1_默认设计模板</vt:lpstr>
      <vt:lpstr>Microsoft Equation 3.0</vt:lpstr>
      <vt:lpstr>MathType 6.0 Equation</vt:lpstr>
      <vt:lpstr>Microsoft Word Picture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应用举例</vt:lpstr>
      <vt:lpstr>PowerPoint 演示文稿</vt:lpstr>
      <vt:lpstr>例</vt:lpstr>
      <vt:lpstr>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</vt:lpstr>
      <vt:lpstr>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172022027@qq.com</cp:lastModifiedBy>
  <cp:revision>42</cp:revision>
  <dcterms:created xsi:type="dcterms:W3CDTF">2022-11-29T00:09:00Z</dcterms:created>
  <dcterms:modified xsi:type="dcterms:W3CDTF">2024-12-16T09:47:26Z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B6CE89648AAB400ABC8F3C6072EB99BE_13</vt:lpwstr>
  </property>
</Properties>
</file>