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C50B57-1D30-58CE-38E6-74345FB6AD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415E22-4F65-C636-BF35-6F32B1E4A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746BD2-C155-3BEF-B755-AC8EF018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E2320-B927-44EE-A9CE-4060FEF638CD}" type="datetimeFigureOut">
              <a:rPr lang="zh-CN" altLang="en-US" smtClean="0"/>
              <a:t>2022/11/8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6BE175-5C76-9168-35E8-2FB61922B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668683-7D9C-2DBF-56E6-F5FC3A70A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7E0D-A391-4FB2-B694-E0A0DFDF7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551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5A122-865E-3B37-53A5-1E909F080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3ABF72-D52E-E6BD-2095-4DEC9FB37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4D02CC-5878-4D42-6AC5-2A009D9FE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E2320-B927-44EE-A9CE-4060FEF638CD}" type="datetimeFigureOut">
              <a:rPr lang="zh-CN" altLang="en-US" smtClean="0"/>
              <a:t>2022/11/8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8F7599-56AE-F4D3-EC6C-42B3C0D8B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8AF73F-D3D7-749A-F0A8-35471162B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7E0D-A391-4FB2-B694-E0A0DFDF7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777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49623-B9E6-C176-9606-E610CCE4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A7CA5B-7051-6EDF-284D-3A7AAD6E3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1F6AF4-2D70-C8D4-8904-8115F7092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E2320-B927-44EE-A9CE-4060FEF638CD}" type="datetimeFigureOut">
              <a:rPr lang="zh-CN" altLang="en-US" smtClean="0"/>
              <a:t>2022/11/8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0C4802-3850-D2B4-E836-5208FE9C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B152DE-E75F-BB37-D09A-E385DB2DB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7E0D-A391-4FB2-B694-E0A0DFDF7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316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58E9E-A31F-BCB9-EFDE-9029EE3D2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29718B-A32C-8A26-EB36-E173849A7B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A014CB-712A-EC31-5A61-8ABF34FB6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7BC3AF-28EA-C506-A625-82A61D3DF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E2320-B927-44EE-A9CE-4060FEF638CD}" type="datetimeFigureOut">
              <a:rPr lang="zh-CN" altLang="en-US" smtClean="0"/>
              <a:t>2022/11/8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009882-B7E6-2F8B-E102-D173B5452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92930A-536D-E82A-514D-E2933C88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7E0D-A391-4FB2-B694-E0A0DFDF7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352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05DEE1-25CC-9BCA-7BB0-BBB6D19B9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CACAF8-B275-D471-EBB7-B708C01E4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320765-96AF-60B6-2504-B03B081D8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15DB03-364D-712D-0B35-071E0B518B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2D42D4A-8B43-03EE-A857-C3F0D0EE80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9C2BDED-8BE7-466B-07C9-08B3C5A03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E2320-B927-44EE-A9CE-4060FEF638CD}" type="datetimeFigureOut">
              <a:rPr lang="zh-CN" altLang="en-US" smtClean="0"/>
              <a:t>2022/11/8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3C0DE98-AB1A-C66E-3CDE-9D39169F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E490065-7C7D-2D26-35F3-5F174B1E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7E0D-A391-4FB2-B694-E0A0DFDF7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1426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79CA68-C6D5-F9C2-43E0-4F58EBC74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E49D52-1DEA-5C2B-3130-DFBB05A6A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E2320-B927-44EE-A9CE-4060FEF638CD}" type="datetimeFigureOut">
              <a:rPr lang="zh-CN" altLang="en-US" smtClean="0"/>
              <a:t>2022/11/8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1E8E80D-8526-1326-B5A9-120D0E9F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644F07-A620-988C-AFC6-E5F87E3D3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7E0D-A391-4FB2-B694-E0A0DFDF7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77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FB3FDD9-23CE-417F-B93D-C46E0938A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E2320-B927-44EE-A9CE-4060FEF638CD}" type="datetimeFigureOut">
              <a:rPr lang="zh-CN" altLang="en-US" smtClean="0"/>
              <a:t>2022/11/8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0606EA-DC59-394C-036E-24FA8F72C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A1B0D7-0950-4D01-DDCE-251880A8A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7E0D-A391-4FB2-B694-E0A0DFDF7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42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58ECB5-A918-0DF2-6BD7-48E82C2E4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618A21-14BA-7182-EE19-99C00DE93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1FD0E4-FB3F-0911-6064-9BDA3A602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F14740-AB5C-8A0C-22EC-D069B602E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E2320-B927-44EE-A9CE-4060FEF638CD}" type="datetimeFigureOut">
              <a:rPr lang="zh-CN" altLang="en-US" smtClean="0"/>
              <a:t>2022/11/8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0121DF-6523-82AB-761B-C8C7E226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46E35C-3BC8-CB40-1D5F-A80E4D6B0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7E0D-A391-4FB2-B694-E0A0DFDF7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257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FACAB5-A312-4EDF-FABB-CF99ADF7B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63C27BA-9956-6BC0-0F8A-EE8E61AAAB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A3B819-3EC4-85D5-3DB9-200CCC315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BE4D2D-0C9C-68B8-5503-462FA9A5D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E2320-B927-44EE-A9CE-4060FEF638CD}" type="datetimeFigureOut">
              <a:rPr lang="zh-CN" altLang="en-US" smtClean="0"/>
              <a:t>2022/11/8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24E5D9-3736-E70B-2EFF-4FD1FF3CC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C21467-D0C3-4693-130A-674EFF0DD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7E0D-A391-4FB2-B694-E0A0DFDF7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69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E017F-BA5A-1302-CEF5-2BA6AB6AC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6B33E9-FBC0-A921-99C6-520D8E237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C36070-0A1F-F21B-3727-996C08A1C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E2320-B927-44EE-A9CE-4060FEF638CD}" type="datetimeFigureOut">
              <a:rPr lang="zh-CN" altLang="en-US" smtClean="0"/>
              <a:t>2022/11/8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4D60B1-1BDC-DAAB-7CD8-BFDBE7FD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AB2172-7A57-35DC-B05A-B7D018E9D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7E0D-A391-4FB2-B694-E0A0DFDF7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635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3ACF9CF-CD7B-BCFE-1E99-9CD1AC6125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E3F0EA-1AF1-5B7B-3FC8-6F5A72E42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730D8A-6E99-EF9E-8964-826485B2A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E2320-B927-44EE-A9CE-4060FEF638CD}" type="datetimeFigureOut">
              <a:rPr lang="zh-CN" altLang="en-US" smtClean="0"/>
              <a:t>2022/11/8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BFE80A-350C-96DE-4955-CC40AFE6C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6B751C-870A-A011-BDC6-954DA8D30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D7E0D-A391-4FB2-B694-E0A0DFDF7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9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A533966-F3AD-597E-B353-5C4D03B90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50D225-5990-DD3E-ADF3-F0FBA9572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3A5A5A-2887-A6B2-C87B-3E2E926CC9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E2320-B927-44EE-A9CE-4060FEF638CD}" type="datetimeFigureOut">
              <a:rPr lang="zh-CN" altLang="en-US" smtClean="0"/>
              <a:t>2022/11/8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1D6093-E824-76EF-84AD-0ED39B04F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E72F8A-4F21-6414-C8EA-334ADBECF4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D7E0D-A391-4FB2-B694-E0A0DFDF7B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32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0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ACBA60F-804E-A28E-A2FA-511CC53A84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381136"/>
              </p:ext>
            </p:extLst>
          </p:nvPr>
        </p:nvGraphicFramePr>
        <p:xfrm>
          <a:off x="726141" y="146611"/>
          <a:ext cx="8382000" cy="5196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867280" imgH="5021640" progId="PBrush">
                  <p:embed/>
                </p:oleObj>
              </mc:Choice>
              <mc:Fallback>
                <p:oleObj name="Bitmap Image" r:id="rId2" imgW="5867280" imgH="50216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26141" y="146611"/>
                        <a:ext cx="8382000" cy="51963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1C46C88-FA24-C737-8E51-1A9D4C203F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9811637"/>
              </p:ext>
            </p:extLst>
          </p:nvPr>
        </p:nvGraphicFramePr>
        <p:xfrm>
          <a:off x="1202578" y="5456060"/>
          <a:ext cx="437356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2758320" imgH="1028880" progId="PBrush">
                  <p:embed/>
                </p:oleObj>
              </mc:Choice>
              <mc:Fallback>
                <p:oleObj name="Bitmap Image" r:id="rId4" imgW="2758320" imgH="10288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02578" y="5456060"/>
                        <a:ext cx="4373563" cy="1028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9784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D103E24-0ABE-E619-AB1B-D347F21EE4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145904"/>
              </p:ext>
            </p:extLst>
          </p:nvPr>
        </p:nvGraphicFramePr>
        <p:xfrm>
          <a:off x="2229004" y="0"/>
          <a:ext cx="7928007" cy="7026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501520" imgH="4876920" progId="PBrush">
                  <p:embed/>
                </p:oleObj>
              </mc:Choice>
              <mc:Fallback>
                <p:oleObj name="Bitmap Image" r:id="rId2" imgW="5501520" imgH="48769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29004" y="0"/>
                        <a:ext cx="7928007" cy="7026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5018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1150CC8-F7DF-DC94-C5E8-1493382218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263529"/>
              </p:ext>
            </p:extLst>
          </p:nvPr>
        </p:nvGraphicFramePr>
        <p:xfrm>
          <a:off x="2330824" y="34458"/>
          <a:ext cx="7306235" cy="6585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166360" imgH="4655880" progId="PBrush">
                  <p:embed/>
                </p:oleObj>
              </mc:Choice>
              <mc:Fallback>
                <p:oleObj name="Bitmap Image" r:id="rId2" imgW="5166360" imgH="46558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30824" y="34458"/>
                        <a:ext cx="7306235" cy="6585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8683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5241F14-4DE2-D207-0996-A47980E0A3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487678"/>
              </p:ext>
            </p:extLst>
          </p:nvPr>
        </p:nvGraphicFramePr>
        <p:xfrm>
          <a:off x="1965511" y="687854"/>
          <a:ext cx="8032488" cy="502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410080" imgH="3383280" progId="PBrush">
                  <p:embed/>
                </p:oleObj>
              </mc:Choice>
              <mc:Fallback>
                <p:oleObj name="Bitmap Image" r:id="rId2" imgW="5410080" imgH="33832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65511" y="687854"/>
                        <a:ext cx="8032488" cy="5022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3289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AA29E51-B196-2BC7-73FD-CD63101130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788921"/>
              </p:ext>
            </p:extLst>
          </p:nvPr>
        </p:nvGraphicFramePr>
        <p:xfrm>
          <a:off x="1848970" y="121678"/>
          <a:ext cx="6538343" cy="2948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886200" imgH="1752480" progId="PBrush">
                  <p:embed/>
                </p:oleObj>
              </mc:Choice>
              <mc:Fallback>
                <p:oleObj name="Bitmap Image" r:id="rId2" imgW="3886200" imgH="17524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48970" y="121678"/>
                        <a:ext cx="6538343" cy="2948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ACAC655-332F-7014-2222-7DBFCF1648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255438"/>
              </p:ext>
            </p:extLst>
          </p:nvPr>
        </p:nvGraphicFramePr>
        <p:xfrm>
          <a:off x="2692773" y="3070342"/>
          <a:ext cx="4721039" cy="1766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2933640" imgH="1143000" progId="PBrush">
                  <p:embed/>
                </p:oleObj>
              </mc:Choice>
              <mc:Fallback>
                <p:oleObj name="Bitmap Image" r:id="rId4" imgW="2933640" imgH="11430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92773" y="3070342"/>
                        <a:ext cx="4721039" cy="1766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1792208-8EE9-D2A5-ED14-87B1B13A00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0154291"/>
              </p:ext>
            </p:extLst>
          </p:nvPr>
        </p:nvGraphicFramePr>
        <p:xfrm>
          <a:off x="2621056" y="4836522"/>
          <a:ext cx="4299698" cy="143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2666880" imgH="891720" progId="PBrush">
                  <p:embed/>
                </p:oleObj>
              </mc:Choice>
              <mc:Fallback>
                <p:oleObj name="Bitmap Image" r:id="rId6" imgW="2666880" imgH="8917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21056" y="4836522"/>
                        <a:ext cx="4299698" cy="14383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9823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BC00BE2-B23C-0D9F-66CA-827FADB251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8942599"/>
              </p:ext>
            </p:extLst>
          </p:nvPr>
        </p:nvGraphicFramePr>
        <p:xfrm>
          <a:off x="3185318" y="0"/>
          <a:ext cx="6084972" cy="5925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821560" imgH="5669280" progId="PBrush">
                  <p:embed/>
                </p:oleObj>
              </mc:Choice>
              <mc:Fallback>
                <p:oleObj name="Bitmap Image" r:id="rId2" imgW="5821560" imgH="56692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85318" y="0"/>
                        <a:ext cx="6084972" cy="59256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0AF73E9-64A5-4552-CEAC-B019C74DF5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8281956"/>
              </p:ext>
            </p:extLst>
          </p:nvPr>
        </p:nvGraphicFramePr>
        <p:xfrm>
          <a:off x="4681910" y="5925671"/>
          <a:ext cx="2828179" cy="932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2590920" imgH="853560" progId="PBrush">
                  <p:embed/>
                </p:oleObj>
              </mc:Choice>
              <mc:Fallback>
                <p:oleObj name="Bitmap Image" r:id="rId4" imgW="2590920" imgH="8535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81910" y="5925671"/>
                        <a:ext cx="2828179" cy="9323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816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A6B28B8-FEB0-01AB-4ED5-244D75000F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3501880"/>
              </p:ext>
            </p:extLst>
          </p:nvPr>
        </p:nvGraphicFramePr>
        <p:xfrm>
          <a:off x="2015845" y="194703"/>
          <a:ext cx="8321675" cy="496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321040" imgH="4960800" progId="PBrush">
                  <p:embed/>
                </p:oleObj>
              </mc:Choice>
              <mc:Fallback>
                <p:oleObj name="Bitmap Image" r:id="rId2" imgW="8321040" imgH="49608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15845" y="194703"/>
                        <a:ext cx="8321675" cy="4960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0B98AB5-0095-3F0D-0027-AE5B8C6395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5452861"/>
              </p:ext>
            </p:extLst>
          </p:nvPr>
        </p:nvGraphicFramePr>
        <p:xfrm>
          <a:off x="4873345" y="5155640"/>
          <a:ext cx="5464175" cy="145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5463720" imgH="1455480" progId="PBrush">
                  <p:embed/>
                </p:oleObj>
              </mc:Choice>
              <mc:Fallback>
                <p:oleObj name="Bitmap Image" r:id="rId4" imgW="5463720" imgH="14554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73345" y="5155640"/>
                        <a:ext cx="5464175" cy="1455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5398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242F3BF-E476-F328-C9DE-9FA28045B0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408854"/>
              </p:ext>
            </p:extLst>
          </p:nvPr>
        </p:nvGraphicFramePr>
        <p:xfrm>
          <a:off x="1001900" y="1446492"/>
          <a:ext cx="2171606" cy="2385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242000" imgH="1364040" progId="PBrush">
                  <p:embed/>
                </p:oleObj>
              </mc:Choice>
              <mc:Fallback>
                <p:oleObj name="Bitmap Image" r:id="rId2" imgW="1242000" imgH="13640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01900" y="1446492"/>
                        <a:ext cx="2171606" cy="2385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7D77292-AE96-E58E-B17C-888BDF7AB4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10404"/>
              </p:ext>
            </p:extLst>
          </p:nvPr>
        </p:nvGraphicFramePr>
        <p:xfrm>
          <a:off x="4126006" y="620527"/>
          <a:ext cx="6515100" cy="608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4495680" imgH="4198680" progId="PBrush">
                  <p:embed/>
                </p:oleObj>
              </mc:Choice>
              <mc:Fallback>
                <p:oleObj name="Bitmap Image" r:id="rId4" imgW="4495680" imgH="41986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26006" y="620527"/>
                        <a:ext cx="6515100" cy="608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6351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EEC472D-72CB-BB1A-D8E4-ED55C79C50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795897"/>
              </p:ext>
            </p:extLst>
          </p:nvPr>
        </p:nvGraphicFramePr>
        <p:xfrm>
          <a:off x="3022322" y="701602"/>
          <a:ext cx="6318902" cy="5454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678560" imgH="4038480" progId="PBrush">
                  <p:embed/>
                </p:oleObj>
              </mc:Choice>
              <mc:Fallback>
                <p:oleObj name="Bitmap Image" r:id="rId2" imgW="4678560" imgH="4038480" progId="PBrush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08E4F2D-D614-4CAE-E7DD-B13501DD18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22322" y="701602"/>
                        <a:ext cx="6318902" cy="5454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65118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80153B0-9294-9329-A70A-B43C18A12E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886327"/>
              </p:ext>
            </p:extLst>
          </p:nvPr>
        </p:nvGraphicFramePr>
        <p:xfrm>
          <a:off x="2571657" y="286216"/>
          <a:ext cx="6777380" cy="6285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577840" imgH="5173920" progId="PBrush">
                  <p:embed/>
                </p:oleObj>
              </mc:Choice>
              <mc:Fallback>
                <p:oleObj name="Bitmap Image" r:id="rId2" imgW="5577840" imgH="51739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71657" y="286216"/>
                        <a:ext cx="6777380" cy="62855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2174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62036DD-478F-96C2-DAA5-9509DEA636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013977"/>
              </p:ext>
            </p:extLst>
          </p:nvPr>
        </p:nvGraphicFramePr>
        <p:xfrm>
          <a:off x="2250227" y="367553"/>
          <a:ext cx="7511761" cy="5979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493960" imgH="4374000" progId="PBrush">
                  <p:embed/>
                </p:oleObj>
              </mc:Choice>
              <mc:Fallback>
                <p:oleObj name="Bitmap Image" r:id="rId2" imgW="5493960" imgH="43740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50227" y="367553"/>
                        <a:ext cx="7511761" cy="59794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2426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0</Words>
  <Application>Microsoft Office PowerPoint</Application>
  <PresentationFormat>宽屏</PresentationFormat>
  <Paragraphs>0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等线 Light</vt:lpstr>
      <vt:lpstr>Arial</vt:lpstr>
      <vt:lpstr>Office 主题​​</vt:lpstr>
      <vt:lpstr>Bitmap 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0 0</dc:creator>
  <cp:lastModifiedBy>0 0</cp:lastModifiedBy>
  <cp:revision>4</cp:revision>
  <dcterms:created xsi:type="dcterms:W3CDTF">2022-11-08T03:03:55Z</dcterms:created>
  <dcterms:modified xsi:type="dcterms:W3CDTF">2022-11-08T07:53:50Z</dcterms:modified>
</cp:coreProperties>
</file>