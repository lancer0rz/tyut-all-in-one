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33" r:id="rId1"/>
  </p:sldMasterIdLst>
  <p:sldIdLst>
    <p:sldId id="500" r:id="rId2"/>
    <p:sldId id="378" r:id="rId3"/>
    <p:sldId id="379" r:id="rId4"/>
    <p:sldId id="449" r:id="rId5"/>
    <p:sldId id="381" r:id="rId6"/>
    <p:sldId id="450" r:id="rId7"/>
    <p:sldId id="451" r:id="rId8"/>
    <p:sldId id="452" r:id="rId9"/>
    <p:sldId id="501" r:id="rId10"/>
    <p:sldId id="502" r:id="rId11"/>
    <p:sldId id="503" r:id="rId12"/>
    <p:sldId id="504" r:id="rId13"/>
    <p:sldId id="392" r:id="rId14"/>
    <p:sldId id="393" r:id="rId15"/>
    <p:sldId id="463" r:id="rId16"/>
    <p:sldId id="453" r:id="rId17"/>
    <p:sldId id="454" r:id="rId18"/>
    <p:sldId id="475" r:id="rId19"/>
    <p:sldId id="423" r:id="rId20"/>
    <p:sldId id="399" r:id="rId21"/>
    <p:sldId id="400" r:id="rId22"/>
    <p:sldId id="424" r:id="rId23"/>
    <p:sldId id="506" r:id="rId24"/>
    <p:sldId id="425" r:id="rId25"/>
    <p:sldId id="448" r:id="rId26"/>
    <p:sldId id="427" r:id="rId27"/>
    <p:sldId id="497" r:id="rId28"/>
    <p:sldId id="493" r:id="rId29"/>
    <p:sldId id="494" r:id="rId30"/>
    <p:sldId id="495" r:id="rId31"/>
    <p:sldId id="496" r:id="rId32"/>
    <p:sldId id="498" r:id="rId33"/>
    <p:sldId id="499" r:id="rId34"/>
    <p:sldId id="402" r:id="rId35"/>
    <p:sldId id="505" r:id="rId36"/>
    <p:sldId id="403"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568" y="-11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4530"/>
            <a:ext cx="9144000" cy="2387600"/>
          </a:xfrm>
        </p:spPr>
        <p:txBody>
          <a:bodyPr anchor="b">
            <a:normAutofit/>
          </a:bodyPr>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524000" y="3602038"/>
            <a:ext cx="9144000" cy="1655762"/>
          </a:xfrm>
        </p:spPr>
        <p:txBody>
          <a:bodyPr>
            <a:normAutofit/>
          </a:bodyPr>
          <a:lstStyle>
            <a:lvl1pPr marL="0" indent="0" algn="ctr">
              <a:buNone/>
              <a:defRPr sz="2400">
                <a:solidFill>
                  <a:schemeClr val="tx1">
                    <a:lumMod val="75000"/>
                    <a:lumOff val="25000"/>
                  </a:schemeClr>
                </a:solidFill>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0C32CFDB-DDED-4E45-A459-9C524B540AF6}" type="datetimeFigureOut">
              <a:rPr lang="zh-CN" altLang="en-US" smtClean="0"/>
              <a:t>2023/11/13</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2674BD8A-1ADE-430F-8A88-1DBC7524F7E7}" type="slidenum">
              <a:rPr lang="zh-CN" altLang="en-US" smtClean="0"/>
              <a:t>‹#›</a:t>
            </a:fld>
            <a:endParaRPr lang="zh-CN" altLang="en-US"/>
          </a:p>
        </p:txBody>
      </p:sp>
    </p:spTree>
    <p:extLst>
      <p:ext uri="{BB962C8B-B14F-4D97-AF65-F5344CB8AC3E}">
        <p14:creationId xmlns:p14="http://schemas.microsoft.com/office/powerpoint/2010/main" val="37595847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0C32CFDB-DDED-4E45-A459-9C524B540AF6}" type="datetimeFigureOut">
              <a:rPr lang="zh-CN" altLang="en-US" smtClean="0"/>
              <a:t>2023/11/13</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2674BD8A-1ADE-430F-8A88-1DBC7524F7E7}" type="slidenum">
              <a:rPr lang="zh-CN" altLang="en-US" smtClean="0"/>
              <a:t>‹#›</a:t>
            </a:fld>
            <a:endParaRPr lang="zh-CN" altLang="en-US"/>
          </a:p>
        </p:txBody>
      </p:sp>
    </p:spTree>
    <p:extLst>
      <p:ext uri="{BB962C8B-B14F-4D97-AF65-F5344CB8AC3E}">
        <p14:creationId xmlns:p14="http://schemas.microsoft.com/office/powerpoint/2010/main" val="19127850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12423"/>
            <a:ext cx="10515600" cy="2851208"/>
          </a:xfrm>
        </p:spPr>
        <p:txBody>
          <a:bodyPr anchor="b">
            <a:normAutofit/>
          </a:bodyPr>
          <a:lstStyle>
            <a:lvl1pPr>
              <a:defRPr sz="6000" b="0"/>
            </a:lvl1pPr>
          </a:lstStyle>
          <a:p>
            <a:r>
              <a:rPr lang="zh-CN" altLang="en-US"/>
              <a:t>单击此处编辑母版标题样式</a:t>
            </a:r>
            <a:endParaRPr lang="en-US" dirty="0"/>
          </a:p>
        </p:txBody>
      </p:sp>
      <p:sp>
        <p:nvSpPr>
          <p:cNvPr id="3" name="Text Placeholder 2"/>
          <p:cNvSpPr>
            <a:spLocks noGrp="1"/>
          </p:cNvSpPr>
          <p:nvPr>
            <p:ph type="body" idx="1"/>
          </p:nvPr>
        </p:nvSpPr>
        <p:spPr>
          <a:xfrm>
            <a:off x="831850" y="4552633"/>
            <a:ext cx="10515600" cy="1500187"/>
          </a:xfrm>
        </p:spPr>
        <p:txBody>
          <a:bodyPr anchor="t">
            <a:normAutofit/>
          </a:bodyPr>
          <a:lstStyle>
            <a:lvl1pPr marL="0" indent="0">
              <a:buNone/>
              <a:defRPr sz="24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0C32CFDB-DDED-4E45-A459-9C524B540AF6}" type="datetimeFigureOut">
              <a:rPr lang="zh-CN" altLang="en-US" smtClean="0"/>
              <a:t>2023/11/13</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2674BD8A-1ADE-430F-8A88-1DBC7524F7E7}" type="slidenum">
              <a:rPr lang="zh-CN" altLang="en-US" smtClean="0"/>
              <a:t>‹#›</a:t>
            </a:fld>
            <a:endParaRPr lang="zh-CN" altLang="en-US"/>
          </a:p>
        </p:txBody>
      </p:sp>
    </p:spTree>
    <p:extLst>
      <p:ext uri="{BB962C8B-B14F-4D97-AF65-F5344CB8AC3E}">
        <p14:creationId xmlns:p14="http://schemas.microsoft.com/office/powerpoint/2010/main" val="33156005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845127" y="1828800"/>
            <a:ext cx="5181600" cy="4351337"/>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6172200" y="1828800"/>
            <a:ext cx="5181600" cy="4351337"/>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fld id="{0C32CFDB-DDED-4E45-A459-9C524B540AF6}" type="datetimeFigureOut">
              <a:rPr lang="zh-CN" altLang="en-US" smtClean="0"/>
              <a:t>2023/11/13</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2674BD8A-1ADE-430F-8A88-1DBC7524F7E7}" type="slidenum">
              <a:rPr lang="zh-CN" altLang="en-US" smtClean="0"/>
              <a:t>‹#›</a:t>
            </a:fld>
            <a:endParaRPr lang="zh-CN" altLang="en-US"/>
          </a:p>
        </p:txBody>
      </p:sp>
    </p:spTree>
    <p:extLst>
      <p:ext uri="{BB962C8B-B14F-4D97-AF65-F5344CB8AC3E}">
        <p14:creationId xmlns:p14="http://schemas.microsoft.com/office/powerpoint/2010/main" val="883582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比较">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45127" y="1681850"/>
            <a:ext cx="5156200" cy="825699"/>
          </a:xfrm>
        </p:spPr>
        <p:txBody>
          <a:bodyPr anchor="b">
            <a:normAutofit/>
          </a:bodyP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845127" y="2507550"/>
            <a:ext cx="5156200" cy="368052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6172200" y="1681851"/>
            <a:ext cx="5181601" cy="825698"/>
          </a:xfrm>
        </p:spPr>
        <p:txBody>
          <a:bodyPr anchor="b"/>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6172200" y="2507550"/>
            <a:ext cx="5181601" cy="368052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7" name="Date Placeholder 6"/>
          <p:cNvSpPr>
            <a:spLocks noGrp="1"/>
          </p:cNvSpPr>
          <p:nvPr>
            <p:ph type="dt" sz="half" idx="10"/>
          </p:nvPr>
        </p:nvSpPr>
        <p:spPr/>
        <p:txBody>
          <a:bodyPr/>
          <a:lstStyle/>
          <a:p>
            <a:fld id="{0C32CFDB-DDED-4E45-A459-9C524B540AF6}" type="datetimeFigureOut">
              <a:rPr lang="zh-CN" altLang="en-US" smtClean="0"/>
              <a:t>2023/11/13</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2674BD8A-1ADE-430F-8A88-1DBC7524F7E7}" type="slidenum">
              <a:rPr lang="zh-CN" altLang="en-US" smtClean="0"/>
              <a:t>‹#›</a:t>
            </a:fld>
            <a:endParaRPr lang="zh-CN" altLang="en-US"/>
          </a:p>
        </p:txBody>
      </p:sp>
      <p:sp>
        <p:nvSpPr>
          <p:cNvPr id="10" name="Title 9"/>
          <p:cNvSpPr>
            <a:spLocks noGrp="1"/>
          </p:cNvSpPr>
          <p:nvPr>
            <p:ph type="title"/>
          </p:nvPr>
        </p:nvSpPr>
        <p:spPr/>
        <p:txBody>
          <a:bodyPr/>
          <a:lstStyle/>
          <a:p>
            <a:r>
              <a:rPr lang="zh-CN" altLang="en-US"/>
              <a:t>单击此处编辑母版标题样式</a:t>
            </a:r>
            <a:endParaRPr lang="en-US" dirty="0"/>
          </a:p>
        </p:txBody>
      </p:sp>
    </p:spTree>
    <p:extLst>
      <p:ext uri="{BB962C8B-B14F-4D97-AF65-F5344CB8AC3E}">
        <p14:creationId xmlns:p14="http://schemas.microsoft.com/office/powerpoint/2010/main" val="14137066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仅标题">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0C32CFDB-DDED-4E45-A459-9C524B540AF6}" type="datetimeFigureOut">
              <a:rPr lang="zh-CN" altLang="en-US" smtClean="0"/>
              <a:t>2023/11/13</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2674BD8A-1ADE-430F-8A88-1DBC7524F7E7}" type="slidenum">
              <a:rPr lang="zh-CN" altLang="en-US" smtClean="0"/>
              <a:t>‹#›</a:t>
            </a:fld>
            <a:endParaRPr lang="zh-CN" altLang="en-US"/>
          </a:p>
        </p:txBody>
      </p:sp>
      <p:sp>
        <p:nvSpPr>
          <p:cNvPr id="6" name="Title 5"/>
          <p:cNvSpPr>
            <a:spLocks noGrp="1"/>
          </p:cNvSpPr>
          <p:nvPr>
            <p:ph type="title"/>
          </p:nvPr>
        </p:nvSpPr>
        <p:spPr/>
        <p:txBody>
          <a:bodyPr/>
          <a:lstStyle/>
          <a:p>
            <a:r>
              <a:rPr lang="zh-CN" altLang="en-US"/>
              <a:t>单击此处编辑母版标题样式</a:t>
            </a:r>
            <a:endParaRPr lang="en-US"/>
          </a:p>
        </p:txBody>
      </p:sp>
    </p:spTree>
    <p:extLst>
      <p:ext uri="{BB962C8B-B14F-4D97-AF65-F5344CB8AC3E}">
        <p14:creationId xmlns:p14="http://schemas.microsoft.com/office/powerpoint/2010/main" val="28726837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C32CFDB-DDED-4E45-A459-9C524B540AF6}" type="datetimeFigureOut">
              <a:rPr lang="zh-CN" altLang="en-US" smtClean="0"/>
              <a:t>2023/11/13</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2674BD8A-1ADE-430F-8A88-1DBC7524F7E7}" type="slidenum">
              <a:rPr lang="zh-CN" altLang="en-US" smtClean="0"/>
              <a:t>‹#›</a:t>
            </a:fld>
            <a:endParaRPr lang="zh-CN" altLang="en-US"/>
          </a:p>
        </p:txBody>
      </p:sp>
    </p:spTree>
    <p:extLst>
      <p:ext uri="{BB962C8B-B14F-4D97-AF65-F5344CB8AC3E}">
        <p14:creationId xmlns:p14="http://schemas.microsoft.com/office/powerpoint/2010/main" val="18492396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931920" cy="1600197"/>
          </a:xfrm>
        </p:spPr>
        <p:txBody>
          <a:bodyPr anchor="b">
            <a:normAutofit/>
          </a:bodyPr>
          <a:lstStyle>
            <a:lvl1pPr>
              <a:defRPr sz="3200" b="0"/>
            </a:lvl1pPr>
          </a:lstStyle>
          <a:p>
            <a:r>
              <a:rPr lang="zh-CN" altLang="en-US"/>
              <a:t>单击此处编辑母版标题样式</a:t>
            </a:r>
            <a:endParaRPr lang="en-US" dirty="0"/>
          </a:p>
        </p:txBody>
      </p:sp>
      <p:sp>
        <p:nvSpPr>
          <p:cNvPr id="3" name="Content Placeholder 2"/>
          <p:cNvSpPr>
            <a:spLocks noGrp="1"/>
          </p:cNvSpPr>
          <p:nvPr>
            <p:ph idx="1"/>
          </p:nvPr>
        </p:nvSpPr>
        <p:spPr>
          <a:xfrm>
            <a:off x="5181600" y="990600"/>
            <a:ext cx="6172200" cy="48768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841248" y="2057399"/>
            <a:ext cx="3931920" cy="3810001"/>
          </a:xfrm>
        </p:spPr>
        <p:txBody>
          <a:bodyPr>
            <a:normAutofit/>
          </a:bodyPr>
          <a:lstStyle>
            <a:lvl1pPr marL="0" indent="0">
              <a:lnSpc>
                <a:spcPct val="90000"/>
              </a:lnSpc>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0C32CFDB-DDED-4E45-A459-9C524B540AF6}" type="datetimeFigureOut">
              <a:rPr lang="zh-CN" altLang="en-US" smtClean="0"/>
              <a:t>2023/11/13</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2674BD8A-1ADE-430F-8A88-1DBC7524F7E7}" type="slidenum">
              <a:rPr lang="zh-CN" altLang="en-US" smtClean="0"/>
              <a:t>‹#›</a:t>
            </a:fld>
            <a:endParaRPr lang="zh-CN" altLang="en-US"/>
          </a:p>
        </p:txBody>
      </p:sp>
    </p:spTree>
    <p:extLst>
      <p:ext uri="{BB962C8B-B14F-4D97-AF65-F5344CB8AC3E}">
        <p14:creationId xmlns:p14="http://schemas.microsoft.com/office/powerpoint/2010/main" val="25226560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931920" cy="1600200"/>
          </a:xfrm>
        </p:spPr>
        <p:txBody>
          <a:bodyPr anchor="b">
            <a:normAutofit/>
          </a:bodyPr>
          <a:lstStyle>
            <a:lvl1pPr>
              <a:defRPr sz="3200" b="0"/>
            </a:lvl1pPr>
          </a:lstStyle>
          <a:p>
            <a:r>
              <a:rPr lang="zh-CN" altLang="en-US"/>
              <a:t>单击此处编辑母版标题样式</a:t>
            </a:r>
            <a:endParaRPr lang="en-US" dirty="0"/>
          </a:p>
        </p:txBody>
      </p:sp>
      <p:sp>
        <p:nvSpPr>
          <p:cNvPr id="3" name="Picture Placeholder 2"/>
          <p:cNvSpPr>
            <a:spLocks noGrp="1"/>
          </p:cNvSpPr>
          <p:nvPr>
            <p:ph type="pic" idx="1"/>
          </p:nvPr>
        </p:nvSpPr>
        <p:spPr>
          <a:xfrm>
            <a:off x="5181600" y="990600"/>
            <a:ext cx="6172200" cy="4876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841248" y="2057400"/>
            <a:ext cx="3931920" cy="3810000"/>
          </a:xfrm>
        </p:spPr>
        <p:txBody>
          <a:bodyPr>
            <a:normAutofit/>
          </a:bodyPr>
          <a:lstStyle>
            <a:lvl1pPr marL="0" indent="0">
              <a:lnSpc>
                <a:spcPct val="90000"/>
              </a:lnSpc>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0C32CFDB-DDED-4E45-A459-9C524B540AF6}" type="datetimeFigureOut">
              <a:rPr lang="zh-CN" altLang="en-US" smtClean="0"/>
              <a:t>2023/11/13</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2674BD8A-1ADE-430F-8A88-1DBC7524F7E7}" type="slidenum">
              <a:rPr lang="zh-CN" altLang="en-US" smtClean="0"/>
              <a:t>‹#›</a:t>
            </a:fld>
            <a:endParaRPr lang="zh-CN" altLang="en-US"/>
          </a:p>
        </p:txBody>
      </p:sp>
    </p:spTree>
    <p:extLst>
      <p:ext uri="{BB962C8B-B14F-4D97-AF65-F5344CB8AC3E}">
        <p14:creationId xmlns:p14="http://schemas.microsoft.com/office/powerpoint/2010/main" val="12856706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0C32CFDB-DDED-4E45-A459-9C524B540AF6}" type="datetimeFigureOut">
              <a:rPr lang="zh-CN" altLang="en-US" smtClean="0"/>
              <a:t>2023/11/13</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2674BD8A-1ADE-430F-8A88-1DBC7524F7E7}" type="slidenum">
              <a:rPr lang="zh-CN" altLang="en-US" smtClean="0"/>
              <a:t>‹#›</a:t>
            </a:fld>
            <a:endParaRPr lang="zh-CN" altLang="en-US"/>
          </a:p>
        </p:txBody>
      </p:sp>
    </p:spTree>
    <p:extLst>
      <p:ext uri="{BB962C8B-B14F-4D97-AF65-F5344CB8AC3E}">
        <p14:creationId xmlns:p14="http://schemas.microsoft.com/office/powerpoint/2010/main" val="36669402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0362"/>
            <a:ext cx="2628900" cy="5811838"/>
          </a:xfrm>
        </p:spPr>
        <p:txBody>
          <a:bodyPr vert="eaVert"/>
          <a:lstStyle/>
          <a:p>
            <a:r>
              <a:rPr lang="zh-CN" altLang="en-US"/>
              <a:t>单击此处编辑母版标题样式</a:t>
            </a:r>
            <a:endParaRPr lang="en-US"/>
          </a:p>
        </p:txBody>
      </p:sp>
      <p:sp>
        <p:nvSpPr>
          <p:cNvPr id="3" name="Vertical Text Placeholder 2"/>
          <p:cNvSpPr>
            <a:spLocks noGrp="1"/>
          </p:cNvSpPr>
          <p:nvPr>
            <p:ph type="body" orient="vert" idx="1"/>
          </p:nvPr>
        </p:nvSpPr>
        <p:spPr>
          <a:xfrm>
            <a:off x="838200" y="360362"/>
            <a:ext cx="7734300" cy="5811837"/>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Date Placeholder 3"/>
          <p:cNvSpPr>
            <a:spLocks noGrp="1"/>
          </p:cNvSpPr>
          <p:nvPr>
            <p:ph type="dt" sz="half" idx="10"/>
          </p:nvPr>
        </p:nvSpPr>
        <p:spPr/>
        <p:txBody>
          <a:bodyPr/>
          <a:lstStyle/>
          <a:p>
            <a:fld id="{0C32CFDB-DDED-4E45-A459-9C524B540AF6}" type="datetimeFigureOut">
              <a:rPr lang="zh-CN" altLang="en-US" smtClean="0"/>
              <a:t>2023/11/13</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2674BD8A-1ADE-430F-8A88-1DBC7524F7E7}" type="slidenum">
              <a:rPr lang="zh-CN" altLang="en-US" smtClean="0"/>
              <a:t>‹#›</a:t>
            </a:fld>
            <a:endParaRPr lang="zh-CN" altLang="en-US"/>
          </a:p>
        </p:txBody>
      </p:sp>
    </p:spTree>
    <p:extLst>
      <p:ext uri="{BB962C8B-B14F-4D97-AF65-F5344CB8AC3E}">
        <p14:creationId xmlns:p14="http://schemas.microsoft.com/office/powerpoint/2010/main" val="276841936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7" name="任意多边形: 形状 6"/>
          <p:cNvSpPr/>
          <p:nvPr userDrawn="1"/>
        </p:nvSpPr>
        <p:spPr>
          <a:xfrm>
            <a:off x="-9525" y="-9525"/>
            <a:ext cx="12220575" cy="942975"/>
          </a:xfrm>
          <a:custGeom>
            <a:avLst/>
            <a:gdLst>
              <a:gd name="connsiteX0" fmla="*/ 0 w 12220575"/>
              <a:gd name="connsiteY0" fmla="*/ 0 h 942975"/>
              <a:gd name="connsiteX1" fmla="*/ 9525 w 12220575"/>
              <a:gd name="connsiteY1" fmla="*/ 647700 h 942975"/>
              <a:gd name="connsiteX2" fmla="*/ 2686050 w 12220575"/>
              <a:gd name="connsiteY2" fmla="*/ 942975 h 942975"/>
              <a:gd name="connsiteX3" fmla="*/ 5124450 w 12220575"/>
              <a:gd name="connsiteY3" fmla="*/ 923925 h 942975"/>
              <a:gd name="connsiteX4" fmla="*/ 7277100 w 12220575"/>
              <a:gd name="connsiteY4" fmla="*/ 809625 h 942975"/>
              <a:gd name="connsiteX5" fmla="*/ 9296400 w 12220575"/>
              <a:gd name="connsiteY5" fmla="*/ 466725 h 942975"/>
              <a:gd name="connsiteX6" fmla="*/ 11325225 w 12220575"/>
              <a:gd name="connsiteY6" fmla="*/ 314325 h 942975"/>
              <a:gd name="connsiteX7" fmla="*/ 12220575 w 12220575"/>
              <a:gd name="connsiteY7" fmla="*/ 352425 h 942975"/>
              <a:gd name="connsiteX8" fmla="*/ 12182475 w 12220575"/>
              <a:gd name="connsiteY8" fmla="*/ 9525 h 942975"/>
              <a:gd name="connsiteX9" fmla="*/ 0 w 12220575"/>
              <a:gd name="connsiteY9" fmla="*/ 0 h 942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20575" h="942975">
                <a:moveTo>
                  <a:pt x="0" y="0"/>
                </a:moveTo>
                <a:lnTo>
                  <a:pt x="9525" y="647700"/>
                </a:lnTo>
                <a:lnTo>
                  <a:pt x="2686050" y="942975"/>
                </a:lnTo>
                <a:lnTo>
                  <a:pt x="5124450" y="923925"/>
                </a:lnTo>
                <a:lnTo>
                  <a:pt x="7277100" y="809625"/>
                </a:lnTo>
                <a:lnTo>
                  <a:pt x="9296400" y="466725"/>
                </a:lnTo>
                <a:lnTo>
                  <a:pt x="11325225" y="314325"/>
                </a:lnTo>
                <a:lnTo>
                  <a:pt x="12220575" y="352425"/>
                </a:lnTo>
                <a:lnTo>
                  <a:pt x="12182475" y="9525"/>
                </a:lnTo>
                <a:lnTo>
                  <a:pt x="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任意多边形: 形状 9"/>
          <p:cNvSpPr/>
          <p:nvPr userDrawn="1"/>
        </p:nvSpPr>
        <p:spPr bwMode="auto">
          <a:xfrm flipH="1" flipV="1">
            <a:off x="-1219199" y="239311"/>
            <a:ext cx="13411199" cy="801180"/>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78000">
                <a:srgbClr val="FFFF00"/>
              </a:gs>
              <a:gs pos="11000">
                <a:srgbClr val="FFC000"/>
              </a:gs>
            </a:gsLst>
            <a:lin ang="4800000" scaled="0"/>
            <a:tileRect/>
          </a:gradFill>
          <a:ln>
            <a:noFill/>
          </a:ln>
        </p:spPr>
        <p:txBody>
          <a:bodyPr vert="horz" wrap="square" lIns="91440" tIns="45720" rIns="91440" bIns="45720" numCol="1" anchor="t" anchorCtr="0" compatLnSpc="1">
            <a:noAutofit/>
          </a:bodyPr>
          <a:lstStyle/>
          <a:p>
            <a:endParaRPr lang="zh-CN" altLang="en-US" dirty="0">
              <a:gradFill>
                <a:gsLst>
                  <a:gs pos="100000">
                    <a:schemeClr val="accent3"/>
                  </a:gs>
                  <a:gs pos="0">
                    <a:schemeClr val="accent4"/>
                  </a:gs>
                </a:gsLst>
                <a:lin ang="13500000" scaled="1"/>
              </a:gradFill>
            </a:endParaRPr>
          </a:p>
        </p:txBody>
      </p:sp>
      <p:sp>
        <p:nvSpPr>
          <p:cNvPr id="11" name="任意多边形: 形状 10"/>
          <p:cNvSpPr/>
          <p:nvPr userDrawn="1"/>
        </p:nvSpPr>
        <p:spPr>
          <a:xfrm rot="10800000">
            <a:off x="-28575" y="6321199"/>
            <a:ext cx="12220575" cy="942975"/>
          </a:xfrm>
          <a:custGeom>
            <a:avLst/>
            <a:gdLst>
              <a:gd name="connsiteX0" fmla="*/ 0 w 12220575"/>
              <a:gd name="connsiteY0" fmla="*/ 0 h 942975"/>
              <a:gd name="connsiteX1" fmla="*/ 9525 w 12220575"/>
              <a:gd name="connsiteY1" fmla="*/ 647700 h 942975"/>
              <a:gd name="connsiteX2" fmla="*/ 2686050 w 12220575"/>
              <a:gd name="connsiteY2" fmla="*/ 942975 h 942975"/>
              <a:gd name="connsiteX3" fmla="*/ 5124450 w 12220575"/>
              <a:gd name="connsiteY3" fmla="*/ 923925 h 942975"/>
              <a:gd name="connsiteX4" fmla="*/ 7277100 w 12220575"/>
              <a:gd name="connsiteY4" fmla="*/ 809625 h 942975"/>
              <a:gd name="connsiteX5" fmla="*/ 9296400 w 12220575"/>
              <a:gd name="connsiteY5" fmla="*/ 466725 h 942975"/>
              <a:gd name="connsiteX6" fmla="*/ 11325225 w 12220575"/>
              <a:gd name="connsiteY6" fmla="*/ 314325 h 942975"/>
              <a:gd name="connsiteX7" fmla="*/ 12220575 w 12220575"/>
              <a:gd name="connsiteY7" fmla="*/ 352425 h 942975"/>
              <a:gd name="connsiteX8" fmla="*/ 12182475 w 12220575"/>
              <a:gd name="connsiteY8" fmla="*/ 9525 h 942975"/>
              <a:gd name="connsiteX9" fmla="*/ 0 w 12220575"/>
              <a:gd name="connsiteY9" fmla="*/ 0 h 942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20575" h="942975">
                <a:moveTo>
                  <a:pt x="0" y="0"/>
                </a:moveTo>
                <a:lnTo>
                  <a:pt x="9525" y="647700"/>
                </a:lnTo>
                <a:lnTo>
                  <a:pt x="2686050" y="942975"/>
                </a:lnTo>
                <a:lnTo>
                  <a:pt x="5124450" y="923925"/>
                </a:lnTo>
                <a:lnTo>
                  <a:pt x="7277100" y="809625"/>
                </a:lnTo>
                <a:lnTo>
                  <a:pt x="9296400" y="466725"/>
                </a:lnTo>
                <a:lnTo>
                  <a:pt x="11325225" y="314325"/>
                </a:lnTo>
                <a:lnTo>
                  <a:pt x="12220575" y="352425"/>
                </a:lnTo>
                <a:lnTo>
                  <a:pt x="12182475" y="9525"/>
                </a:lnTo>
                <a:lnTo>
                  <a:pt x="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 name="任意多边形: 形状 11"/>
          <p:cNvSpPr/>
          <p:nvPr userDrawn="1"/>
        </p:nvSpPr>
        <p:spPr bwMode="auto">
          <a:xfrm>
            <a:off x="-9525" y="6230938"/>
            <a:ext cx="12201525" cy="801179"/>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78000">
                <a:srgbClr val="FFFF00"/>
              </a:gs>
              <a:gs pos="11000">
                <a:srgbClr val="FFC000"/>
              </a:gs>
            </a:gsLst>
            <a:lin ang="4800000" scaled="0"/>
            <a:tileRect/>
          </a:gradFill>
          <a:ln>
            <a:noFill/>
          </a:ln>
        </p:spPr>
        <p:txBody>
          <a:bodyPr vert="horz" wrap="square" lIns="91440" tIns="45720" rIns="91440" bIns="45720" numCol="1" anchor="t" anchorCtr="0" compatLnSpc="1">
            <a:noAutofit/>
          </a:bodyPr>
          <a:lstStyle/>
          <a:p>
            <a:endParaRPr lang="zh-CN" altLang="en-US">
              <a:gradFill>
                <a:gsLst>
                  <a:gs pos="100000">
                    <a:schemeClr val="accent3"/>
                  </a:gs>
                  <a:gs pos="0">
                    <a:schemeClr val="accent4"/>
                  </a:gs>
                </a:gsLst>
                <a:lin ang="13500000" scaled="1"/>
              </a:gradFill>
            </a:endParaRPr>
          </a:p>
        </p:txBody>
      </p:sp>
      <p:sp>
        <p:nvSpPr>
          <p:cNvPr id="2" name="文本框 1"/>
          <p:cNvSpPr txBox="1"/>
          <p:nvPr userDrawn="1"/>
        </p:nvSpPr>
        <p:spPr>
          <a:xfrm>
            <a:off x="11520488" y="6486465"/>
            <a:ext cx="671512" cy="400110"/>
          </a:xfrm>
          <a:prstGeom prst="rect">
            <a:avLst/>
          </a:prstGeom>
          <a:noFill/>
        </p:spPr>
        <p:txBody>
          <a:bodyPr wrap="square" rtlCol="0">
            <a:spAutoFit/>
          </a:bodyPr>
          <a:lstStyle/>
          <a:p>
            <a:pPr algn="ctr"/>
            <a:fld id="{379552D3-A968-4710-B841-1063F5B640DF}" type="slidenum">
              <a:rPr lang="zh-CN" altLang="en-US" sz="2000" b="1" smtClean="0">
                <a:solidFill>
                  <a:schemeClr val="accent2">
                    <a:lumMod val="50000"/>
                  </a:schemeClr>
                </a:solidFill>
              </a:rPr>
              <a:t>‹#›</a:t>
            </a:fld>
            <a:endParaRPr lang="zh-CN" altLang="en-US" b="1" dirty="0">
              <a:solidFill>
                <a:schemeClr val="accent2">
                  <a:lumMod val="50000"/>
                </a:schemeClr>
              </a:solidFill>
            </a:endParaRPr>
          </a:p>
        </p:txBody>
      </p:sp>
      <p:pic>
        <p:nvPicPr>
          <p:cNvPr id="8" name="图片 7"/>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a:xfrm>
            <a:off x="134410" y="24187"/>
            <a:ext cx="527050" cy="527050"/>
          </a:xfrm>
          <a:prstGeom prst="rect">
            <a:avLst/>
          </a:prstGeom>
        </p:spPr>
      </p:pic>
    </p:spTree>
    <p:extLst>
      <p:ext uri="{BB962C8B-B14F-4D97-AF65-F5344CB8AC3E}">
        <p14:creationId xmlns:p14="http://schemas.microsoft.com/office/powerpoint/2010/main" val="13107183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45127" y="365760"/>
            <a:ext cx="10515600" cy="1325562"/>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45127" y="1828800"/>
            <a:ext cx="10515600" cy="4351337"/>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100">
                <a:solidFill>
                  <a:schemeClr val="tx1">
                    <a:lumMod val="65000"/>
                    <a:lumOff val="35000"/>
                  </a:schemeClr>
                </a:solidFill>
              </a:defRPr>
            </a:lvl1pPr>
          </a:lstStyle>
          <a:p>
            <a:fld id="{0C32CFDB-DDED-4E45-A459-9C524B540AF6}" type="datetimeFigureOut">
              <a:rPr lang="zh-CN" altLang="en-US" smtClean="0"/>
              <a:t>2023/11/13</a:t>
            </a:fld>
            <a:endParaRPr lang="zh-CN"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100">
                <a:solidFill>
                  <a:schemeClr val="tx1">
                    <a:lumMod val="65000"/>
                    <a:lumOff val="35000"/>
                  </a:schemeClr>
                </a:solidFill>
              </a:defRPr>
            </a:lvl1pPr>
          </a:lstStyle>
          <a:p>
            <a:endParaRPr lang="zh-CN" altLang="en-US"/>
          </a:p>
        </p:txBody>
      </p:sp>
      <p:sp>
        <p:nvSpPr>
          <p:cNvPr id="6" name="Slide Number Placeholder 5"/>
          <p:cNvSpPr>
            <a:spLocks noGrp="1"/>
          </p:cNvSpPr>
          <p:nvPr>
            <p:ph type="sldNum" sz="quarter" idx="4"/>
          </p:nvPr>
        </p:nvSpPr>
        <p:spPr>
          <a:xfrm>
            <a:off x="8617527" y="6356350"/>
            <a:ext cx="2743200" cy="365125"/>
          </a:xfrm>
          <a:prstGeom prst="rect">
            <a:avLst/>
          </a:prstGeom>
        </p:spPr>
        <p:txBody>
          <a:bodyPr vert="horz" lIns="91440" tIns="45720" rIns="91440" bIns="45720" rtlCol="0" anchor="ctr"/>
          <a:lstStyle>
            <a:lvl1pPr algn="r">
              <a:defRPr sz="1100">
                <a:solidFill>
                  <a:schemeClr val="tx1">
                    <a:tint val="75000"/>
                  </a:schemeClr>
                </a:solidFill>
              </a:defRPr>
            </a:lvl1pPr>
          </a:lstStyle>
          <a:p>
            <a:fld id="{2674BD8A-1ADE-430F-8A88-1DBC7524F7E7}" type="slidenum">
              <a:rPr lang="zh-CN" altLang="en-US" smtClean="0"/>
              <a:t>‹#›</a:t>
            </a:fld>
            <a:endParaRPr lang="zh-CN" altLang="en-US"/>
          </a:p>
        </p:txBody>
      </p:sp>
    </p:spTree>
    <p:extLst>
      <p:ext uri="{BB962C8B-B14F-4D97-AF65-F5344CB8AC3E}">
        <p14:creationId xmlns:p14="http://schemas.microsoft.com/office/powerpoint/2010/main" val="2041455804"/>
      </p:ext>
    </p:extLst>
  </p:cSld>
  <p:clrMap bg1="lt1" tx1="dk1" bg2="lt2" tx2="dk2" accent1="accent1" accent2="accent2" accent3="accent3" accent4="accent4" accent5="accent5" accent6="accent6" hlink="hlink" folHlink="folHlink"/>
  <p:sldLayoutIdLst>
    <p:sldLayoutId id="2147483834" r:id="rId1"/>
    <p:sldLayoutId id="2147483835" r:id="rId2"/>
    <p:sldLayoutId id="2147483836" r:id="rId3"/>
    <p:sldLayoutId id="2147483837" r:id="rId4"/>
    <p:sldLayoutId id="2147483838" r:id="rId5"/>
    <p:sldLayoutId id="2147483839" r:id="rId6"/>
    <p:sldLayoutId id="2147483840" r:id="rId7"/>
    <p:sldLayoutId id="2147483841" r:id="rId8"/>
    <p:sldLayoutId id="2147483842" r:id="rId9"/>
    <p:sldLayoutId id="2147483843" r:id="rId10"/>
    <p:sldLayoutId id="2147483844" r:id="rId11"/>
    <p:sldLayoutId id="2147483845"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Wingdings 2" pitchFamily="18" charset="2"/>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2" pitchFamily="18" charset="2"/>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2" pitchFamily="18" charset="2"/>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2" pitchFamily="18" charset="2"/>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2" pitchFamily="18" charset="2"/>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oleObject" Target="../embeddings/oleObject1.bin"/><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oleObject" Target="../embeddings/oleObject2.bin"/><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oleObject" Target="../embeddings/oleObject3.bin"/><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oleObject" Target="../embeddings/oleObject4.bin"/><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9.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oleObject" Target="../embeddings/oleObject5.bin"/><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hyperlink" Target="https://www.baidu.com/s?wd=%E9%97%B4%E6%8E%A5%E5%AF%BB%E5%9D%80&amp;tn=44039180_cpr&amp;fenlei=mv6quAkxTZn0IZRqIHckPjm4nH00T1Y3nHb3njRLnjbdP1nLnjR30ZwV5Hcvrjm3rH6sPfKWUMw85HfYnjn4nH6sgvPsT6KdThsqpZwYTjCEQLGCpyw9Uz4Bmy-bIi4WUvYETgN-TLwGUv3EnHb4njTdPWRsnjT4P10snHTYPs" TargetMode="External"/><Relationship Id="rId2" Type="http://schemas.openxmlformats.org/officeDocument/2006/relationships/hyperlink" Target="https://www.baidu.com/s?wd=%E7%9B%B4%E6%8E%A5%E5%AF%BB%E5%9D%80&amp;tn=44039180_cpr&amp;fenlei=mv6quAkxTZn0IZRqIHckPjm4nH00T1Y3nHb3njRLnjbdP1nLnjR30ZwV5Hcvrjm3rH6sPfKWUMw85HfYnjn4nH6sgvPsT6KdThsqpZwYTjCEQLGCpyw9Uz4Bmy-bIi4WUvYETgN-TLwGUv3EnHb4njTdPWRsnjT4P10snHTYPs" TargetMode="Externa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oleObject" Target="../embeddings/oleObject6.bin"/><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D7A5F8A-2C3B-C6AE-AF2C-4871640C6F30}"/>
              </a:ext>
            </a:extLst>
          </p:cNvPr>
          <p:cNvSpPr>
            <a:spLocks noGrp="1"/>
          </p:cNvSpPr>
          <p:nvPr>
            <p:ph type="ctrTitle" idx="4294967295"/>
          </p:nvPr>
        </p:nvSpPr>
        <p:spPr>
          <a:xfrm>
            <a:off x="2209800" y="1089025"/>
            <a:ext cx="9144000" cy="1082675"/>
          </a:xfrm>
        </p:spPr>
        <p:txBody>
          <a:bodyPr>
            <a:normAutofit/>
          </a:bodyPr>
          <a:lstStyle/>
          <a:p>
            <a:r>
              <a:rPr lang="zh-CN" altLang="en-US" sz="4400" dirty="0">
                <a:latin typeface="隶书" panose="02010509060101010101" pitchFamily="49" charset="-122"/>
                <a:ea typeface="隶书" panose="02010509060101010101" pitchFamily="49" charset="-122"/>
              </a:rPr>
              <a:t>第</a:t>
            </a:r>
            <a:r>
              <a:rPr lang="zh-CN" altLang="en-US" dirty="0">
                <a:latin typeface="隶书" panose="02010509060101010101" pitchFamily="49" charset="-122"/>
                <a:ea typeface="隶书" panose="02010509060101010101" pitchFamily="49" charset="-122"/>
              </a:rPr>
              <a:t>九</a:t>
            </a:r>
            <a:r>
              <a:rPr lang="zh-CN" altLang="en-US" sz="4400" dirty="0">
                <a:latin typeface="隶书" panose="02010509060101010101" pitchFamily="49" charset="-122"/>
                <a:ea typeface="隶书" panose="02010509060101010101" pitchFamily="49" charset="-122"/>
              </a:rPr>
              <a:t>章 磁盘存储器管理</a:t>
            </a:r>
          </a:p>
        </p:txBody>
      </p:sp>
      <p:sp>
        <p:nvSpPr>
          <p:cNvPr id="3" name="副标题 2">
            <a:extLst>
              <a:ext uri="{FF2B5EF4-FFF2-40B4-BE49-F238E27FC236}">
                <a16:creationId xmlns:a16="http://schemas.microsoft.com/office/drawing/2014/main" id="{820F4267-6564-2ED8-C4E5-7EA0CA63AD0F}"/>
              </a:ext>
            </a:extLst>
          </p:cNvPr>
          <p:cNvSpPr>
            <a:spLocks noGrp="1"/>
          </p:cNvSpPr>
          <p:nvPr>
            <p:ph type="subTitle" idx="4294967295"/>
          </p:nvPr>
        </p:nvSpPr>
        <p:spPr>
          <a:xfrm>
            <a:off x="2420938" y="2762250"/>
            <a:ext cx="6951662" cy="1655763"/>
          </a:xfrm>
        </p:spPr>
        <p:txBody>
          <a:bodyPr/>
          <a:lstStyle/>
          <a:p>
            <a:pPr algn="l" eaLnBrk="1" hangingPunct="1">
              <a:lnSpc>
                <a:spcPct val="115000"/>
              </a:lnSpc>
              <a:spcBef>
                <a:spcPct val="15000"/>
              </a:spcBef>
              <a:buClrTx/>
              <a:buSzTx/>
              <a:buFontTx/>
              <a:buNone/>
            </a:pPr>
            <a:r>
              <a:rPr lang="en-US" altLang="zh-CN" sz="3200" b="0" dirty="0">
                <a:latin typeface="隶书" panose="02010509060101010101" pitchFamily="49" charset="-122"/>
                <a:ea typeface="隶书" panose="02010509060101010101" pitchFamily="49" charset="-122"/>
              </a:rPr>
              <a:t>9.1 </a:t>
            </a:r>
            <a:r>
              <a:rPr lang="zh-CN" altLang="en-US" sz="3200" b="0" dirty="0">
                <a:latin typeface="隶书" panose="02010509060101010101" pitchFamily="49" charset="-122"/>
                <a:ea typeface="隶书" panose="02010509060101010101" pitchFamily="49" charset="-122"/>
              </a:rPr>
              <a:t>外存的组织方式</a:t>
            </a:r>
          </a:p>
          <a:p>
            <a:pPr algn="l" eaLnBrk="1" hangingPunct="1">
              <a:lnSpc>
                <a:spcPct val="115000"/>
              </a:lnSpc>
              <a:spcBef>
                <a:spcPct val="15000"/>
              </a:spcBef>
              <a:buClrTx/>
              <a:buSzTx/>
              <a:buFontTx/>
              <a:buNone/>
            </a:pPr>
            <a:r>
              <a:rPr lang="en-US" altLang="zh-CN" sz="3200" b="0" dirty="0">
                <a:latin typeface="隶书" panose="02010509060101010101" pitchFamily="49" charset="-122"/>
                <a:ea typeface="隶书" panose="02010509060101010101" pitchFamily="49" charset="-122"/>
              </a:rPr>
              <a:t>9.2 </a:t>
            </a:r>
            <a:r>
              <a:rPr lang="zh-CN" altLang="en-US" sz="3200" b="0" dirty="0">
                <a:latin typeface="隶书" panose="02010509060101010101" pitchFamily="49" charset="-122"/>
                <a:ea typeface="隶书" panose="02010509060101010101" pitchFamily="49" charset="-122"/>
              </a:rPr>
              <a:t>文件存储空间的管理</a:t>
            </a:r>
          </a:p>
          <a:p>
            <a:pPr algn="l"/>
            <a:endParaRPr lang="zh-CN" altLang="en-US" dirty="0"/>
          </a:p>
        </p:txBody>
      </p:sp>
    </p:spTree>
    <p:extLst>
      <p:ext uri="{BB962C8B-B14F-4D97-AF65-F5344CB8AC3E}">
        <p14:creationId xmlns:p14="http://schemas.microsoft.com/office/powerpoint/2010/main" val="31910522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灯片编号占位符 3">
            <a:extLst>
              <a:ext uri="{FF2B5EF4-FFF2-40B4-BE49-F238E27FC236}">
                <a16:creationId xmlns:a16="http://schemas.microsoft.com/office/drawing/2014/main" id="{459DAA4F-A5A8-A6CD-A397-989CF6EB5BD0}"/>
              </a:ext>
            </a:extLst>
          </p:cNvPr>
          <p:cNvSpPr>
            <a:spLocks noGrp="1"/>
          </p:cNvSpPr>
          <p:nvPr>
            <p:ph type="sldNum" sz="quarter" idx="4294967295"/>
          </p:nvPr>
        </p:nvSpPr>
        <p:spPr>
          <a:xfrm>
            <a:off x="9448800" y="6356350"/>
            <a:ext cx="2743200" cy="365125"/>
          </a:xfrm>
          <a:noFill/>
        </p:spPr>
        <p:txBody>
          <a:bodyP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a:lnSpc>
                <a:spcPct val="100000"/>
              </a:lnSpc>
              <a:spcBef>
                <a:spcPct val="0"/>
              </a:spcBef>
              <a:buClrTx/>
              <a:buSzTx/>
              <a:buFontTx/>
              <a:buNone/>
            </a:pPr>
            <a:fld id="{6D198FC1-ED54-456A-B73E-C3C6E650A089}" type="slidenum">
              <a:rPr lang="en-US" altLang="zh-CN" sz="1400">
                <a:solidFill>
                  <a:schemeClr val="tx1"/>
                </a:solidFill>
                <a:ea typeface="宋体" panose="02010600030101010101" pitchFamily="2" charset="-122"/>
              </a:rPr>
              <a:pPr>
                <a:lnSpc>
                  <a:spcPct val="100000"/>
                </a:lnSpc>
                <a:spcBef>
                  <a:spcPct val="0"/>
                </a:spcBef>
                <a:buClrTx/>
                <a:buSzTx/>
                <a:buFontTx/>
                <a:buNone/>
              </a:pPr>
              <a:t>2</a:t>
            </a:fld>
            <a:endParaRPr lang="en-US" altLang="zh-CN" sz="1400">
              <a:solidFill>
                <a:schemeClr val="tx1"/>
              </a:solidFill>
              <a:ea typeface="宋体" panose="02010600030101010101" pitchFamily="2" charset="-122"/>
            </a:endParaRPr>
          </a:p>
        </p:txBody>
      </p:sp>
      <p:sp>
        <p:nvSpPr>
          <p:cNvPr id="387074" name="Rectangle 2">
            <a:extLst>
              <a:ext uri="{FF2B5EF4-FFF2-40B4-BE49-F238E27FC236}">
                <a16:creationId xmlns:a16="http://schemas.microsoft.com/office/drawing/2014/main" id="{C11FB5DA-F2EA-4EBC-216D-B7BEC7337994}"/>
              </a:ext>
            </a:extLst>
          </p:cNvPr>
          <p:cNvSpPr>
            <a:spLocks noChangeArrowheads="1"/>
          </p:cNvSpPr>
          <p:nvPr/>
        </p:nvSpPr>
        <p:spPr bwMode="auto">
          <a:xfrm>
            <a:off x="977900" y="0"/>
            <a:ext cx="6192838" cy="6417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a:lnSpc>
                <a:spcPct val="130000"/>
              </a:lnSpc>
              <a:spcBef>
                <a:spcPct val="30000"/>
              </a:spcBef>
              <a:buClrTx/>
              <a:buSzTx/>
              <a:buNone/>
            </a:pPr>
            <a:r>
              <a:rPr lang="en-US" altLang="zh-CN" dirty="0">
                <a:solidFill>
                  <a:srgbClr val="FF00FF"/>
                </a:solidFill>
                <a:latin typeface="隶书" panose="02010509060101010101" pitchFamily="49" charset="-122"/>
                <a:ea typeface="隶书" panose="02010509060101010101" pitchFamily="49" charset="-122"/>
              </a:rPr>
              <a:t>9.1</a:t>
            </a:r>
            <a:r>
              <a:rPr lang="en-US" altLang="zh-CN" dirty="0">
                <a:solidFill>
                  <a:srgbClr val="9900CC"/>
                </a:solidFill>
                <a:latin typeface="隶书" panose="02010509060101010101" pitchFamily="49" charset="-122"/>
                <a:ea typeface="隶书" panose="02010509060101010101" pitchFamily="49" charset="-122"/>
              </a:rPr>
              <a:t> </a:t>
            </a:r>
            <a:r>
              <a:rPr lang="zh-CN" altLang="en-US" dirty="0">
                <a:solidFill>
                  <a:srgbClr val="FF00FF"/>
                </a:solidFill>
                <a:latin typeface="隶书" panose="02010509060101010101" pitchFamily="49" charset="-122"/>
                <a:ea typeface="隶书" panose="02010509060101010101" pitchFamily="49" charset="-122"/>
              </a:rPr>
              <a:t>外存的组织方式</a:t>
            </a:r>
          </a:p>
        </p:txBody>
      </p:sp>
      <p:sp>
        <p:nvSpPr>
          <p:cNvPr id="387075" name="Rectangle 3">
            <a:extLst>
              <a:ext uri="{FF2B5EF4-FFF2-40B4-BE49-F238E27FC236}">
                <a16:creationId xmlns:a16="http://schemas.microsoft.com/office/drawing/2014/main" id="{6674B078-C37C-103A-1C83-7488A19B09C5}"/>
              </a:ext>
            </a:extLst>
          </p:cNvPr>
          <p:cNvSpPr>
            <a:spLocks noChangeArrowheads="1"/>
          </p:cNvSpPr>
          <p:nvPr/>
        </p:nvSpPr>
        <p:spPr bwMode="auto">
          <a:xfrm>
            <a:off x="1209675" y="1054101"/>
            <a:ext cx="9207501" cy="1516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eaLnBrk="1" hangingPunct="1">
              <a:lnSpc>
                <a:spcPct val="130000"/>
              </a:lnSpc>
              <a:spcBef>
                <a:spcPct val="30000"/>
              </a:spcBef>
              <a:buClrTx/>
              <a:buSzTx/>
              <a:buFontTx/>
              <a:buNone/>
            </a:pPr>
            <a:r>
              <a:rPr kumimoji="1" lang="zh-CN" altLang="en-US" sz="2400" dirty="0">
                <a:solidFill>
                  <a:srgbClr val="990033"/>
                </a:solidFill>
                <a:latin typeface="楷体_GB2312" pitchFamily="49" charset="-122"/>
              </a:rPr>
              <a:t>文件的物理结构：</a:t>
            </a:r>
            <a:r>
              <a:rPr kumimoji="1" lang="zh-CN" altLang="en-US" sz="2400" dirty="0">
                <a:latin typeface="楷体_GB2312" pitchFamily="49" charset="-122"/>
              </a:rPr>
              <a:t>是指一个逻辑文件在物理存储器上的存储结构形式。它与文件的存取方法以及文件存储器的特性是密切相关的，</a:t>
            </a:r>
            <a:r>
              <a:rPr lang="zh-CN" altLang="en-US" sz="2400" dirty="0"/>
              <a:t>是由操作系统给定的。</a:t>
            </a:r>
          </a:p>
        </p:txBody>
      </p:sp>
      <p:sp>
        <p:nvSpPr>
          <p:cNvPr id="387076" name="Rectangle 4">
            <a:extLst>
              <a:ext uri="{FF2B5EF4-FFF2-40B4-BE49-F238E27FC236}">
                <a16:creationId xmlns:a16="http://schemas.microsoft.com/office/drawing/2014/main" id="{055C2CE9-1998-7F2F-E24B-81F5027A34EE}"/>
              </a:ext>
            </a:extLst>
          </p:cNvPr>
          <p:cNvSpPr>
            <a:spLocks noChangeArrowheads="1"/>
          </p:cNvSpPr>
          <p:nvPr/>
        </p:nvSpPr>
        <p:spPr bwMode="auto">
          <a:xfrm>
            <a:off x="1233487" y="2565401"/>
            <a:ext cx="9207501" cy="2684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eaLnBrk="1" hangingPunct="1">
              <a:lnSpc>
                <a:spcPct val="130000"/>
              </a:lnSpc>
              <a:spcBef>
                <a:spcPct val="30000"/>
              </a:spcBef>
              <a:buClrTx/>
              <a:buSzTx/>
              <a:buFontTx/>
              <a:buNone/>
            </a:pPr>
            <a:r>
              <a:rPr kumimoji="1" lang="zh-CN" altLang="en-US" sz="2400" dirty="0">
                <a:solidFill>
                  <a:srgbClr val="006600"/>
                </a:solidFill>
                <a:latin typeface="楷体_GB2312" pitchFamily="49" charset="-122"/>
              </a:rPr>
              <a:t>卷：存储介质的物理单位。</a:t>
            </a:r>
          </a:p>
          <a:p>
            <a:pPr eaLnBrk="1" hangingPunct="1">
              <a:lnSpc>
                <a:spcPct val="130000"/>
              </a:lnSpc>
              <a:spcBef>
                <a:spcPct val="30000"/>
              </a:spcBef>
              <a:buClrTx/>
              <a:buSzTx/>
              <a:buFontTx/>
              <a:buNone/>
            </a:pPr>
            <a:r>
              <a:rPr kumimoji="1" lang="zh-CN" altLang="en-US" sz="2400" dirty="0">
                <a:solidFill>
                  <a:srgbClr val="006600"/>
                </a:solidFill>
                <a:latin typeface="楷体_GB2312" pitchFamily="49" charset="-122"/>
              </a:rPr>
              <a:t>物理块：</a:t>
            </a:r>
            <a:r>
              <a:rPr kumimoji="1" lang="zh-CN" altLang="en-US" sz="2400" dirty="0">
                <a:latin typeface="楷体_GB2312" pitchFamily="49" charset="-122"/>
              </a:rPr>
              <a:t>文件的存储设备通常划分为大小相等的物理块，</a:t>
            </a:r>
            <a:r>
              <a:rPr kumimoji="1" lang="zh-CN" altLang="en-US" sz="2400" dirty="0">
                <a:solidFill>
                  <a:srgbClr val="9900CC"/>
                </a:solidFill>
                <a:latin typeface="楷体_GB2312" pitchFamily="49" charset="-122"/>
              </a:rPr>
              <a:t>物理块是分配和传输信息的基本单位。</a:t>
            </a:r>
            <a:r>
              <a:rPr kumimoji="1" lang="zh-CN" altLang="en-US" sz="2400" dirty="0">
                <a:latin typeface="楷体_GB2312" pitchFamily="49" charset="-122"/>
              </a:rPr>
              <a:t>物理块的大小与设备有关，但与逻辑记录的大小无关。</a:t>
            </a:r>
          </a:p>
          <a:p>
            <a:pPr eaLnBrk="1" hangingPunct="1">
              <a:lnSpc>
                <a:spcPct val="130000"/>
              </a:lnSpc>
              <a:spcBef>
                <a:spcPct val="30000"/>
              </a:spcBef>
              <a:buClrTx/>
              <a:buSzTx/>
              <a:buFontTx/>
              <a:buNone/>
            </a:pPr>
            <a:r>
              <a:rPr kumimoji="1" lang="zh-CN" altLang="en-US" sz="2400" dirty="0">
                <a:solidFill>
                  <a:srgbClr val="990033"/>
                </a:solidFill>
                <a:latin typeface="楷体_GB2312" pitchFamily="49" charset="-122"/>
              </a:rPr>
              <a:t>文件的物理结构：</a:t>
            </a:r>
            <a:r>
              <a:rPr kumimoji="1" lang="zh-CN" altLang="en-US" sz="2400" dirty="0">
                <a:latin typeface="楷体_GB2312" pitchFamily="49" charset="-122"/>
              </a:rPr>
              <a:t>存储文件信息的物理块的组织形式。 </a:t>
            </a:r>
          </a:p>
        </p:txBody>
      </p:sp>
      <p:sp>
        <p:nvSpPr>
          <p:cNvPr id="387077" name="Rectangle 5">
            <a:extLst>
              <a:ext uri="{FF2B5EF4-FFF2-40B4-BE49-F238E27FC236}">
                <a16:creationId xmlns:a16="http://schemas.microsoft.com/office/drawing/2014/main" id="{F5FDD62C-8181-EFFC-1196-9FEC857C7065}"/>
              </a:ext>
            </a:extLst>
          </p:cNvPr>
          <p:cNvSpPr>
            <a:spLocks noChangeArrowheads="1"/>
          </p:cNvSpPr>
          <p:nvPr/>
        </p:nvSpPr>
        <p:spPr bwMode="auto">
          <a:xfrm>
            <a:off x="1233487" y="5302250"/>
            <a:ext cx="9128126" cy="100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a:lnSpc>
                <a:spcPct val="130000"/>
              </a:lnSpc>
              <a:spcBef>
                <a:spcPct val="30000"/>
              </a:spcBef>
              <a:buClrTx/>
              <a:buSzTx/>
              <a:buNone/>
            </a:pPr>
            <a:r>
              <a:rPr kumimoji="1" lang="zh-CN" altLang="en-US" sz="2400" dirty="0">
                <a:solidFill>
                  <a:srgbClr val="006600"/>
                </a:solidFill>
                <a:latin typeface="楷体_GB2312" pitchFamily="49" charset="-122"/>
              </a:rPr>
              <a:t>常用的外存组织方式：</a:t>
            </a:r>
            <a:r>
              <a:rPr kumimoji="1" lang="zh-CN" altLang="en-US" sz="2400" dirty="0">
                <a:latin typeface="楷体_GB2312" pitchFamily="49" charset="-122"/>
              </a:rPr>
              <a:t>连续组织方式（连续文件）、</a:t>
            </a:r>
            <a:r>
              <a:rPr kumimoji="1" lang="zh-CN" altLang="en-US" sz="2400" dirty="0"/>
              <a:t>链接</a:t>
            </a:r>
            <a:r>
              <a:rPr kumimoji="1" lang="zh-CN" altLang="en-US" sz="2400" dirty="0">
                <a:latin typeface="楷体_GB2312" pitchFamily="49" charset="-122"/>
              </a:rPr>
              <a:t>组织方式（链接文件）和</a:t>
            </a:r>
            <a:r>
              <a:rPr kumimoji="1" lang="zh-CN" altLang="en-US" sz="2400" dirty="0"/>
              <a:t>索引</a:t>
            </a:r>
            <a:r>
              <a:rPr kumimoji="1" lang="zh-CN" altLang="en-US" sz="2400" dirty="0">
                <a:latin typeface="楷体_GB2312" pitchFamily="49" charset="-122"/>
              </a:rPr>
              <a:t>组织方式（索引文件）。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87074"/>
                                        </p:tgtEl>
                                        <p:attrNameLst>
                                          <p:attrName>style.visibility</p:attrName>
                                        </p:attrNameLst>
                                      </p:cBhvr>
                                      <p:to>
                                        <p:strVal val="visible"/>
                                      </p:to>
                                    </p:set>
                                    <p:anim calcmode="lin" valueType="num">
                                      <p:cBhvr additive="base">
                                        <p:cTn id="7" dur="500" fill="hold"/>
                                        <p:tgtEl>
                                          <p:spTgt spid="387074"/>
                                        </p:tgtEl>
                                        <p:attrNameLst>
                                          <p:attrName>ppt_x</p:attrName>
                                        </p:attrNameLst>
                                      </p:cBhvr>
                                      <p:tavLst>
                                        <p:tav tm="0">
                                          <p:val>
                                            <p:strVal val="0-#ppt_w/2"/>
                                          </p:val>
                                        </p:tav>
                                        <p:tav tm="100000">
                                          <p:val>
                                            <p:strVal val="#ppt_x"/>
                                          </p:val>
                                        </p:tav>
                                      </p:tavLst>
                                    </p:anim>
                                    <p:anim calcmode="lin" valueType="num">
                                      <p:cBhvr additive="base">
                                        <p:cTn id="8" dur="500" fill="hold"/>
                                        <p:tgtEl>
                                          <p:spTgt spid="387074"/>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87075"/>
                                        </p:tgtEl>
                                        <p:attrNameLst>
                                          <p:attrName>style.visibility</p:attrName>
                                        </p:attrNameLst>
                                      </p:cBhvr>
                                      <p:to>
                                        <p:strVal val="visible"/>
                                      </p:to>
                                    </p:set>
                                    <p:anim calcmode="lin" valueType="num">
                                      <p:cBhvr additive="base">
                                        <p:cTn id="13" dur="500" fill="hold"/>
                                        <p:tgtEl>
                                          <p:spTgt spid="387075"/>
                                        </p:tgtEl>
                                        <p:attrNameLst>
                                          <p:attrName>ppt_x</p:attrName>
                                        </p:attrNameLst>
                                      </p:cBhvr>
                                      <p:tavLst>
                                        <p:tav tm="0">
                                          <p:val>
                                            <p:strVal val="0-#ppt_w/2"/>
                                          </p:val>
                                        </p:tav>
                                        <p:tav tm="100000">
                                          <p:val>
                                            <p:strVal val="#ppt_x"/>
                                          </p:val>
                                        </p:tav>
                                      </p:tavLst>
                                    </p:anim>
                                    <p:anim calcmode="lin" valueType="num">
                                      <p:cBhvr additive="base">
                                        <p:cTn id="14" dur="500" fill="hold"/>
                                        <p:tgtEl>
                                          <p:spTgt spid="387075"/>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387076">
                                            <p:txEl>
                                              <p:pRg st="0" end="0"/>
                                            </p:txEl>
                                          </p:spTgt>
                                        </p:tgtEl>
                                        <p:attrNameLst>
                                          <p:attrName>style.visibility</p:attrName>
                                        </p:attrNameLst>
                                      </p:cBhvr>
                                      <p:to>
                                        <p:strVal val="visible"/>
                                      </p:to>
                                    </p:set>
                                    <p:anim calcmode="lin" valueType="num">
                                      <p:cBhvr additive="base">
                                        <p:cTn id="19" dur="500" fill="hold"/>
                                        <p:tgtEl>
                                          <p:spTgt spid="387076">
                                            <p:txEl>
                                              <p:pRg st="0" end="0"/>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387076">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387076">
                                            <p:txEl>
                                              <p:pRg st="1" end="1"/>
                                            </p:txEl>
                                          </p:spTgt>
                                        </p:tgtEl>
                                        <p:attrNameLst>
                                          <p:attrName>style.visibility</p:attrName>
                                        </p:attrNameLst>
                                      </p:cBhvr>
                                      <p:to>
                                        <p:strVal val="visible"/>
                                      </p:to>
                                    </p:set>
                                    <p:anim calcmode="lin" valueType="num">
                                      <p:cBhvr additive="base">
                                        <p:cTn id="25" dur="500" fill="hold"/>
                                        <p:tgtEl>
                                          <p:spTgt spid="387076">
                                            <p:txEl>
                                              <p:pRg st="1" end="1"/>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387076">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387076">
                                            <p:txEl>
                                              <p:pRg st="2" end="2"/>
                                            </p:txEl>
                                          </p:spTgt>
                                        </p:tgtEl>
                                        <p:attrNameLst>
                                          <p:attrName>style.visibility</p:attrName>
                                        </p:attrNameLst>
                                      </p:cBhvr>
                                      <p:to>
                                        <p:strVal val="visible"/>
                                      </p:to>
                                    </p:set>
                                    <p:anim calcmode="lin" valueType="num">
                                      <p:cBhvr additive="base">
                                        <p:cTn id="31" dur="500" fill="hold"/>
                                        <p:tgtEl>
                                          <p:spTgt spid="387076">
                                            <p:txEl>
                                              <p:pRg st="2" end="2"/>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387076">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387077"/>
                                        </p:tgtEl>
                                        <p:attrNameLst>
                                          <p:attrName>style.visibility</p:attrName>
                                        </p:attrNameLst>
                                      </p:cBhvr>
                                      <p:to>
                                        <p:strVal val="visible"/>
                                      </p:to>
                                    </p:set>
                                    <p:anim calcmode="lin" valueType="num">
                                      <p:cBhvr additive="base">
                                        <p:cTn id="37" dur="500" fill="hold"/>
                                        <p:tgtEl>
                                          <p:spTgt spid="387077"/>
                                        </p:tgtEl>
                                        <p:attrNameLst>
                                          <p:attrName>ppt_x</p:attrName>
                                        </p:attrNameLst>
                                      </p:cBhvr>
                                      <p:tavLst>
                                        <p:tav tm="0">
                                          <p:val>
                                            <p:strVal val="0-#ppt_w/2"/>
                                          </p:val>
                                        </p:tav>
                                        <p:tav tm="100000">
                                          <p:val>
                                            <p:strVal val="#ppt_x"/>
                                          </p:val>
                                        </p:tav>
                                      </p:tavLst>
                                    </p:anim>
                                    <p:anim calcmode="lin" valueType="num">
                                      <p:cBhvr additive="base">
                                        <p:cTn id="38" dur="500" fill="hold"/>
                                        <p:tgtEl>
                                          <p:spTgt spid="38707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7074" grpId="0" autoUpdateAnimBg="0"/>
      <p:bldP spid="387075" grpId="0" autoUpdateAnimBg="0"/>
      <p:bldP spid="387076" grpId="0" build="p" autoUpdateAnimBg="0"/>
      <p:bldP spid="387077" grpId="0" autoUpdateAnimBg="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灯片编号占位符 3">
            <a:extLst>
              <a:ext uri="{FF2B5EF4-FFF2-40B4-BE49-F238E27FC236}">
                <a16:creationId xmlns:a16="http://schemas.microsoft.com/office/drawing/2014/main" id="{5E432396-CC75-1725-19FB-2DB9A9BFE8C4}"/>
              </a:ext>
            </a:extLst>
          </p:cNvPr>
          <p:cNvSpPr>
            <a:spLocks noGrp="1"/>
          </p:cNvSpPr>
          <p:nvPr>
            <p:ph type="sldNum" sz="quarter" idx="4294967295"/>
          </p:nvPr>
        </p:nvSpPr>
        <p:spPr>
          <a:xfrm>
            <a:off x="9448800" y="6356350"/>
            <a:ext cx="2743200" cy="365125"/>
          </a:xfrm>
          <a:noFill/>
        </p:spPr>
        <p:txBody>
          <a:bodyP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a:lnSpc>
                <a:spcPct val="100000"/>
              </a:lnSpc>
              <a:spcBef>
                <a:spcPct val="0"/>
              </a:spcBef>
              <a:buClrTx/>
              <a:buSzTx/>
              <a:buFontTx/>
              <a:buNone/>
            </a:pPr>
            <a:fld id="{FC55FDE3-025E-4C09-80EB-AC196A5A300B}" type="slidenum">
              <a:rPr lang="en-US" altLang="zh-CN" sz="1400">
                <a:solidFill>
                  <a:schemeClr val="tx1"/>
                </a:solidFill>
                <a:ea typeface="宋体" panose="02010600030101010101" pitchFamily="2" charset="-122"/>
              </a:rPr>
              <a:pPr>
                <a:lnSpc>
                  <a:spcPct val="100000"/>
                </a:lnSpc>
                <a:spcBef>
                  <a:spcPct val="0"/>
                </a:spcBef>
                <a:buClrTx/>
                <a:buSzTx/>
                <a:buFontTx/>
                <a:buNone/>
              </a:pPr>
              <a:t>3</a:t>
            </a:fld>
            <a:endParaRPr lang="en-US" altLang="zh-CN" sz="1400">
              <a:solidFill>
                <a:schemeClr val="tx1"/>
              </a:solidFill>
              <a:ea typeface="宋体" panose="02010600030101010101" pitchFamily="2" charset="-122"/>
            </a:endParaRPr>
          </a:p>
        </p:txBody>
      </p:sp>
      <p:sp>
        <p:nvSpPr>
          <p:cNvPr id="388098" name="Rectangle 2">
            <a:extLst>
              <a:ext uri="{FF2B5EF4-FFF2-40B4-BE49-F238E27FC236}">
                <a16:creationId xmlns:a16="http://schemas.microsoft.com/office/drawing/2014/main" id="{FAE0EAAA-04F2-F00B-D797-8954F58B74CC}"/>
              </a:ext>
            </a:extLst>
          </p:cNvPr>
          <p:cNvSpPr>
            <a:spLocks noChangeArrowheads="1"/>
          </p:cNvSpPr>
          <p:nvPr/>
        </p:nvSpPr>
        <p:spPr bwMode="auto">
          <a:xfrm>
            <a:off x="1120776" y="136004"/>
            <a:ext cx="5162550" cy="51911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eaLnBrk="1" hangingPunct="1">
              <a:lnSpc>
                <a:spcPct val="100000"/>
              </a:lnSpc>
              <a:spcBef>
                <a:spcPct val="0"/>
              </a:spcBef>
              <a:buClrTx/>
              <a:buSzTx/>
              <a:buFontTx/>
              <a:buNone/>
            </a:pPr>
            <a:r>
              <a:rPr kumimoji="1" lang="zh-CN" altLang="en-US" sz="2800" dirty="0">
                <a:solidFill>
                  <a:srgbClr val="000000"/>
                </a:solidFill>
                <a:latin typeface="Times New Roman" panose="02020603050405020304" pitchFamily="18" charset="0"/>
                <a:ea typeface="隶书" panose="02010509060101010101" pitchFamily="49" charset="-122"/>
              </a:rPr>
              <a:t>一、连续组织方式</a:t>
            </a:r>
            <a:r>
              <a:rPr kumimoji="1" lang="en-US" altLang="zh-CN" sz="2800" dirty="0">
                <a:solidFill>
                  <a:srgbClr val="000000"/>
                </a:solidFill>
                <a:latin typeface="Times New Roman" panose="02020603050405020304" pitchFamily="18" charset="0"/>
                <a:ea typeface="隶书" panose="02010509060101010101" pitchFamily="49" charset="-122"/>
              </a:rPr>
              <a:t>——</a:t>
            </a:r>
            <a:r>
              <a:rPr kumimoji="1" lang="zh-CN" altLang="en-US" sz="2800" dirty="0">
                <a:solidFill>
                  <a:srgbClr val="000000"/>
                </a:solidFill>
                <a:latin typeface="Times New Roman" panose="02020603050405020304" pitchFamily="18" charset="0"/>
                <a:ea typeface="隶书" panose="02010509060101010101" pitchFamily="49" charset="-122"/>
              </a:rPr>
              <a:t>顺序文件</a:t>
            </a:r>
          </a:p>
        </p:txBody>
      </p:sp>
      <p:sp>
        <p:nvSpPr>
          <p:cNvPr id="388099" name="Rectangle 3">
            <a:extLst>
              <a:ext uri="{FF2B5EF4-FFF2-40B4-BE49-F238E27FC236}">
                <a16:creationId xmlns:a16="http://schemas.microsoft.com/office/drawing/2014/main" id="{151C8DEA-8C22-A1AC-1F6A-9E1BB9677464}"/>
              </a:ext>
            </a:extLst>
          </p:cNvPr>
          <p:cNvSpPr>
            <a:spLocks noChangeArrowheads="1"/>
          </p:cNvSpPr>
          <p:nvPr/>
        </p:nvSpPr>
        <p:spPr bwMode="auto">
          <a:xfrm>
            <a:off x="1284289" y="1241424"/>
            <a:ext cx="9459911" cy="968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eaLnBrk="1" hangingPunct="1">
              <a:buClrTx/>
              <a:buSzTx/>
              <a:buFontTx/>
              <a:buNone/>
            </a:pPr>
            <a:r>
              <a:rPr kumimoji="1" lang="zh-CN" altLang="en-US" sz="2400" dirty="0">
                <a:latin typeface="Times New Roman" panose="02020603050405020304" pitchFamily="18" charset="0"/>
              </a:rPr>
              <a:t>把逻辑上连续的文件信息存放到依次连续的物理块中。这样组织的文件称为连续文件（顺序文件）。</a:t>
            </a:r>
          </a:p>
        </p:txBody>
      </p:sp>
      <p:graphicFrame>
        <p:nvGraphicFramePr>
          <p:cNvPr id="388107" name="Object 11">
            <a:extLst>
              <a:ext uri="{FF2B5EF4-FFF2-40B4-BE49-F238E27FC236}">
                <a16:creationId xmlns:a16="http://schemas.microsoft.com/office/drawing/2014/main" id="{0790384D-E311-B98C-A74C-285C560B3401}"/>
              </a:ext>
            </a:extLst>
          </p:cNvPr>
          <p:cNvGraphicFramePr>
            <a:graphicFrameLocks noChangeAspect="1"/>
          </p:cNvGraphicFramePr>
          <p:nvPr>
            <p:extLst>
              <p:ext uri="{D42A27DB-BD31-4B8C-83A1-F6EECF244321}">
                <p14:modId xmlns:p14="http://schemas.microsoft.com/office/powerpoint/2010/main" val="695322144"/>
              </p:ext>
            </p:extLst>
          </p:nvPr>
        </p:nvGraphicFramePr>
        <p:xfrm>
          <a:off x="1284289" y="2400301"/>
          <a:ext cx="7885112" cy="3168650"/>
        </p:xfrm>
        <a:graphic>
          <a:graphicData uri="http://schemas.openxmlformats.org/presentationml/2006/ole">
            <mc:AlternateContent xmlns:mc="http://schemas.openxmlformats.org/markup-compatibility/2006">
              <mc:Choice xmlns:v="urn:schemas-microsoft-com:vml" Requires="v">
                <p:oleObj name="Photo Editor 照片" r:id="rId2" imgW="4761905" imgH="1724266" progId="MSPhotoEd.3">
                  <p:embed/>
                </p:oleObj>
              </mc:Choice>
              <mc:Fallback>
                <p:oleObj name="Photo Editor 照片" r:id="rId2" imgW="4761905" imgH="1724266" progId="MSPhotoEd.3">
                  <p:embed/>
                  <p:pic>
                    <p:nvPicPr>
                      <p:cNvPr id="388107" name="Object 11">
                        <a:extLst>
                          <a:ext uri="{FF2B5EF4-FFF2-40B4-BE49-F238E27FC236}">
                            <a16:creationId xmlns:a16="http://schemas.microsoft.com/office/drawing/2014/main" id="{0790384D-E311-B98C-A74C-285C560B340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84289" y="2400301"/>
                        <a:ext cx="7885112" cy="3168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388110" name="Group 14">
            <a:extLst>
              <a:ext uri="{FF2B5EF4-FFF2-40B4-BE49-F238E27FC236}">
                <a16:creationId xmlns:a16="http://schemas.microsoft.com/office/drawing/2014/main" id="{1884E9B9-CDCC-90BB-FD62-68B4DCB966EC}"/>
              </a:ext>
            </a:extLst>
          </p:cNvPr>
          <p:cNvGrpSpPr>
            <a:grpSpLocks/>
          </p:cNvGrpSpPr>
          <p:nvPr/>
        </p:nvGrpSpPr>
        <p:grpSpPr bwMode="auto">
          <a:xfrm flipH="1">
            <a:off x="4295775" y="4221164"/>
            <a:ext cx="2368550" cy="1227137"/>
            <a:chOff x="637" y="1979"/>
            <a:chExt cx="884" cy="392"/>
          </a:xfrm>
        </p:grpSpPr>
        <p:sp>
          <p:nvSpPr>
            <p:cNvPr id="41991" name="Line 12">
              <a:extLst>
                <a:ext uri="{FF2B5EF4-FFF2-40B4-BE49-F238E27FC236}">
                  <a16:creationId xmlns:a16="http://schemas.microsoft.com/office/drawing/2014/main" id="{16FB285A-0A9E-232E-7B4A-ED0A47FA9071}"/>
                </a:ext>
              </a:extLst>
            </p:cNvPr>
            <p:cNvSpPr>
              <a:spLocks noChangeShapeType="1"/>
            </p:cNvSpPr>
            <p:nvPr/>
          </p:nvSpPr>
          <p:spPr bwMode="auto">
            <a:xfrm flipV="1">
              <a:off x="975" y="1979"/>
              <a:ext cx="544" cy="272"/>
            </a:xfrm>
            <a:prstGeom prst="line">
              <a:avLst/>
            </a:prstGeom>
            <a:noFill/>
            <a:ln w="28575">
              <a:solidFill>
                <a:srgbClr val="008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1992" name="Text Box 13">
              <a:extLst>
                <a:ext uri="{FF2B5EF4-FFF2-40B4-BE49-F238E27FC236}">
                  <a16:creationId xmlns:a16="http://schemas.microsoft.com/office/drawing/2014/main" id="{A9E7F964-F1FA-B6A3-DB29-9FCF7764C7E3}"/>
                </a:ext>
              </a:extLst>
            </p:cNvPr>
            <p:cNvSpPr txBox="1">
              <a:spLocks noChangeArrowheads="1"/>
            </p:cNvSpPr>
            <p:nvPr/>
          </p:nvSpPr>
          <p:spPr bwMode="auto">
            <a:xfrm>
              <a:off x="637" y="2205"/>
              <a:ext cx="884" cy="1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lgn="ctr">
                  <a:solidFill>
                    <a:srgbClr val="008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eaLnBrk="1" hangingPunct="1">
                <a:lnSpc>
                  <a:spcPct val="100000"/>
                </a:lnSpc>
                <a:spcBef>
                  <a:spcPct val="50000"/>
                </a:spcBef>
                <a:buClrTx/>
                <a:buSzPct val="80000"/>
                <a:buFontTx/>
                <a:buNone/>
              </a:pPr>
              <a:r>
                <a:rPr kumimoji="1" lang="en-US" altLang="zh-CN" sz="2800">
                  <a:solidFill>
                    <a:srgbClr val="CC0000"/>
                  </a:solidFill>
                  <a:latin typeface="Times New Roman" panose="02020603050405020304" pitchFamily="18" charset="0"/>
                </a:rPr>
                <a:t>          </a:t>
              </a:r>
              <a:r>
                <a:rPr kumimoji="1" lang="zh-CN" altLang="en-US" sz="2800">
                  <a:solidFill>
                    <a:srgbClr val="CC0000"/>
                  </a:solidFill>
                  <a:latin typeface="Times New Roman" panose="02020603050405020304" pitchFamily="18" charset="0"/>
                </a:rPr>
                <a:t>目录项</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88098"/>
                                        </p:tgtEl>
                                        <p:attrNameLst>
                                          <p:attrName>style.visibility</p:attrName>
                                        </p:attrNameLst>
                                      </p:cBhvr>
                                      <p:to>
                                        <p:strVal val="visible"/>
                                      </p:to>
                                    </p:set>
                                    <p:anim calcmode="lin" valueType="num">
                                      <p:cBhvr additive="base">
                                        <p:cTn id="7" dur="500" fill="hold"/>
                                        <p:tgtEl>
                                          <p:spTgt spid="388098"/>
                                        </p:tgtEl>
                                        <p:attrNameLst>
                                          <p:attrName>ppt_x</p:attrName>
                                        </p:attrNameLst>
                                      </p:cBhvr>
                                      <p:tavLst>
                                        <p:tav tm="0">
                                          <p:val>
                                            <p:strVal val="0-#ppt_w/2"/>
                                          </p:val>
                                        </p:tav>
                                        <p:tav tm="100000">
                                          <p:val>
                                            <p:strVal val="#ppt_x"/>
                                          </p:val>
                                        </p:tav>
                                      </p:tavLst>
                                    </p:anim>
                                    <p:anim calcmode="lin" valueType="num">
                                      <p:cBhvr additive="base">
                                        <p:cTn id="8" dur="500" fill="hold"/>
                                        <p:tgtEl>
                                          <p:spTgt spid="388098"/>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88099"/>
                                        </p:tgtEl>
                                        <p:attrNameLst>
                                          <p:attrName>style.visibility</p:attrName>
                                        </p:attrNameLst>
                                      </p:cBhvr>
                                      <p:to>
                                        <p:strVal val="visible"/>
                                      </p:to>
                                    </p:set>
                                    <p:anim calcmode="lin" valueType="num">
                                      <p:cBhvr additive="base">
                                        <p:cTn id="13" dur="500" fill="hold"/>
                                        <p:tgtEl>
                                          <p:spTgt spid="388099"/>
                                        </p:tgtEl>
                                        <p:attrNameLst>
                                          <p:attrName>ppt_x</p:attrName>
                                        </p:attrNameLst>
                                      </p:cBhvr>
                                      <p:tavLst>
                                        <p:tav tm="0">
                                          <p:val>
                                            <p:strVal val="0-#ppt_w/2"/>
                                          </p:val>
                                        </p:tav>
                                        <p:tav tm="100000">
                                          <p:val>
                                            <p:strVal val="#ppt_x"/>
                                          </p:val>
                                        </p:tav>
                                      </p:tavLst>
                                    </p:anim>
                                    <p:anim calcmode="lin" valueType="num">
                                      <p:cBhvr additive="base">
                                        <p:cTn id="14" dur="500" fill="hold"/>
                                        <p:tgtEl>
                                          <p:spTgt spid="388099"/>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2" presetClass="entr" presetSubtype="8" fill="hold" nodeType="clickEffect">
                                  <p:stCondLst>
                                    <p:cond delay="0"/>
                                  </p:stCondLst>
                                  <p:childTnLst>
                                    <p:set>
                                      <p:cBhvr>
                                        <p:cTn id="18" dur="1" fill="hold">
                                          <p:stCondLst>
                                            <p:cond delay="0"/>
                                          </p:stCondLst>
                                        </p:cTn>
                                        <p:tgtEl>
                                          <p:spTgt spid="388107"/>
                                        </p:tgtEl>
                                        <p:attrNameLst>
                                          <p:attrName>style.visibility</p:attrName>
                                        </p:attrNameLst>
                                      </p:cBhvr>
                                      <p:to>
                                        <p:strVal val="visible"/>
                                      </p:to>
                                    </p:set>
                                    <p:animEffect transition="in" filter="wipe(left)">
                                      <p:cBhvr>
                                        <p:cTn id="19" dur="5000"/>
                                        <p:tgtEl>
                                          <p:spTgt spid="388107"/>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22" presetClass="entr" presetSubtype="8" fill="hold" nodeType="clickEffect">
                                  <p:stCondLst>
                                    <p:cond delay="0"/>
                                  </p:stCondLst>
                                  <p:childTnLst>
                                    <p:set>
                                      <p:cBhvr>
                                        <p:cTn id="23" dur="1" fill="hold">
                                          <p:stCondLst>
                                            <p:cond delay="0"/>
                                          </p:stCondLst>
                                        </p:cTn>
                                        <p:tgtEl>
                                          <p:spTgt spid="388110"/>
                                        </p:tgtEl>
                                        <p:attrNameLst>
                                          <p:attrName>style.visibility</p:attrName>
                                        </p:attrNameLst>
                                      </p:cBhvr>
                                      <p:to>
                                        <p:strVal val="visible"/>
                                      </p:to>
                                    </p:set>
                                    <p:animEffect transition="in" filter="wipe(left)">
                                      <p:cBhvr>
                                        <p:cTn id="24" dur="5000"/>
                                        <p:tgtEl>
                                          <p:spTgt spid="3881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8098" grpId="0" animBg="1" autoUpdateAnimBg="0"/>
      <p:bldP spid="388099" grpId="0" autoUpdateAnimBg="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灯片编号占位符 5">
            <a:extLst>
              <a:ext uri="{FF2B5EF4-FFF2-40B4-BE49-F238E27FC236}">
                <a16:creationId xmlns:a16="http://schemas.microsoft.com/office/drawing/2014/main" id="{DD239502-CCD7-1D77-7481-922A9D267D2B}"/>
              </a:ext>
            </a:extLst>
          </p:cNvPr>
          <p:cNvSpPr>
            <a:spLocks noGrp="1"/>
          </p:cNvSpPr>
          <p:nvPr>
            <p:ph type="sldNum" sz="quarter" idx="4294967295"/>
          </p:nvPr>
        </p:nvSpPr>
        <p:spPr>
          <a:xfrm>
            <a:off x="9448800" y="6356350"/>
            <a:ext cx="2743200" cy="365125"/>
          </a:xfrm>
          <a:noFill/>
        </p:spPr>
        <p:txBody>
          <a:bodyP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a:lnSpc>
                <a:spcPct val="100000"/>
              </a:lnSpc>
              <a:spcBef>
                <a:spcPct val="0"/>
              </a:spcBef>
              <a:buClrTx/>
              <a:buSzTx/>
              <a:buFontTx/>
              <a:buNone/>
            </a:pPr>
            <a:fld id="{E57F0234-9568-4248-8797-081F68840810}" type="slidenum">
              <a:rPr lang="en-US" altLang="zh-CN" sz="1400">
                <a:solidFill>
                  <a:schemeClr val="tx1"/>
                </a:solidFill>
                <a:ea typeface="宋体" panose="02010600030101010101" pitchFamily="2" charset="-122"/>
              </a:rPr>
              <a:pPr>
                <a:lnSpc>
                  <a:spcPct val="100000"/>
                </a:lnSpc>
                <a:spcBef>
                  <a:spcPct val="0"/>
                </a:spcBef>
                <a:buClrTx/>
                <a:buSzTx/>
                <a:buFontTx/>
                <a:buNone/>
              </a:pPr>
              <a:t>4</a:t>
            </a:fld>
            <a:endParaRPr lang="en-US" altLang="zh-CN" sz="1400">
              <a:solidFill>
                <a:schemeClr val="tx1"/>
              </a:solidFill>
              <a:ea typeface="宋体" panose="02010600030101010101" pitchFamily="2" charset="-122"/>
            </a:endParaRPr>
          </a:p>
        </p:txBody>
      </p:sp>
      <p:sp>
        <p:nvSpPr>
          <p:cNvPr id="43011" name="Rectangle 3">
            <a:extLst>
              <a:ext uri="{FF2B5EF4-FFF2-40B4-BE49-F238E27FC236}">
                <a16:creationId xmlns:a16="http://schemas.microsoft.com/office/drawing/2014/main" id="{DB8F666D-FF50-D96E-E6E9-DA3BE906CA49}"/>
              </a:ext>
            </a:extLst>
          </p:cNvPr>
          <p:cNvSpPr>
            <a:spLocks noChangeArrowheads="1"/>
          </p:cNvSpPr>
          <p:nvPr/>
        </p:nvSpPr>
        <p:spPr bwMode="auto">
          <a:xfrm>
            <a:off x="1524001" y="-247375"/>
            <a:ext cx="184731" cy="4947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eaLnBrk="1" hangingPunct="1">
              <a:spcBef>
                <a:spcPct val="0"/>
              </a:spcBef>
              <a:buClrTx/>
              <a:buSzTx/>
              <a:buFontTx/>
              <a:buNone/>
            </a:pPr>
            <a:endParaRPr lang="zh-CN" altLang="en-US" sz="2400">
              <a:solidFill>
                <a:schemeClr val="tx1"/>
              </a:solidFill>
            </a:endParaRPr>
          </a:p>
        </p:txBody>
      </p:sp>
      <p:graphicFrame>
        <p:nvGraphicFramePr>
          <p:cNvPr id="488452" name="Object 4">
            <a:extLst>
              <a:ext uri="{FF2B5EF4-FFF2-40B4-BE49-F238E27FC236}">
                <a16:creationId xmlns:a16="http://schemas.microsoft.com/office/drawing/2014/main" id="{3951DEDB-7713-ED6A-BC5D-CEBA005C85FB}"/>
              </a:ext>
            </a:extLst>
          </p:cNvPr>
          <p:cNvGraphicFramePr>
            <a:graphicFrameLocks noChangeAspect="1"/>
          </p:cNvGraphicFramePr>
          <p:nvPr>
            <p:extLst>
              <p:ext uri="{D42A27DB-BD31-4B8C-83A1-F6EECF244321}">
                <p14:modId xmlns:p14="http://schemas.microsoft.com/office/powerpoint/2010/main" val="3387172744"/>
              </p:ext>
            </p:extLst>
          </p:nvPr>
        </p:nvGraphicFramePr>
        <p:xfrm>
          <a:off x="1099345" y="1022350"/>
          <a:ext cx="5595937" cy="4179888"/>
        </p:xfrm>
        <a:graphic>
          <a:graphicData uri="http://schemas.openxmlformats.org/presentationml/2006/ole">
            <mc:AlternateContent xmlns:mc="http://schemas.openxmlformats.org/markup-compatibility/2006">
              <mc:Choice xmlns:v="urn:schemas-microsoft-com:vml" Requires="v">
                <p:oleObj name="Visio" r:id="rId2" imgW="2807736" imgH="2090847" progId="Visio.Drawing.6">
                  <p:embed/>
                </p:oleObj>
              </mc:Choice>
              <mc:Fallback>
                <p:oleObj name="Visio" r:id="rId2" imgW="2807736" imgH="2090847" progId="Visio.Drawing.6">
                  <p:embed/>
                  <p:pic>
                    <p:nvPicPr>
                      <p:cNvPr id="488452" name="Object 4">
                        <a:extLst>
                          <a:ext uri="{FF2B5EF4-FFF2-40B4-BE49-F238E27FC236}">
                            <a16:creationId xmlns:a16="http://schemas.microsoft.com/office/drawing/2014/main" id="{3951DEDB-7713-ED6A-BC5D-CEBA005C85F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9345" y="1022350"/>
                        <a:ext cx="5595937" cy="4179888"/>
                      </a:xfrm>
                      <a:prstGeom prst="rect">
                        <a:avLst/>
                      </a:prstGeom>
                      <a:noFill/>
                      <a:ln>
                        <a:noFill/>
                      </a:ln>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88453" name="Rectangle 5">
            <a:extLst>
              <a:ext uri="{FF2B5EF4-FFF2-40B4-BE49-F238E27FC236}">
                <a16:creationId xmlns:a16="http://schemas.microsoft.com/office/drawing/2014/main" id="{55EC0C16-E5BC-1CBD-D220-E57E4FEAE063}"/>
              </a:ext>
            </a:extLst>
          </p:cNvPr>
          <p:cNvSpPr>
            <a:spLocks noChangeArrowheads="1"/>
          </p:cNvSpPr>
          <p:nvPr/>
        </p:nvSpPr>
        <p:spPr bwMode="auto">
          <a:xfrm>
            <a:off x="688976" y="5576094"/>
            <a:ext cx="3643313"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eaLnBrk="1" hangingPunct="1">
              <a:lnSpc>
                <a:spcPct val="100000"/>
              </a:lnSpc>
              <a:spcBef>
                <a:spcPct val="0"/>
              </a:spcBef>
              <a:buClrTx/>
              <a:buSzTx/>
              <a:buFontTx/>
              <a:buNone/>
            </a:pPr>
            <a:r>
              <a:rPr kumimoji="1" lang="zh-CN" altLang="en-US" sz="2400" dirty="0">
                <a:latin typeface="Times New Roman" panose="02020603050405020304" pitchFamily="18" charset="0"/>
                <a:ea typeface="宋体" panose="02010600030101010101" pitchFamily="2" charset="-122"/>
              </a:rPr>
              <a:t>顺序文件的连续空间分配</a:t>
            </a:r>
            <a:r>
              <a:rPr kumimoji="1" lang="zh-CN" altLang="en-US" sz="2800" dirty="0">
                <a:solidFill>
                  <a:schemeClr val="tx1"/>
                </a:solidFill>
                <a:latin typeface="Times New Roman" panose="02020603050405020304" pitchFamily="18" charset="0"/>
                <a:ea typeface="宋体" panose="02010600030101010101" pitchFamily="2" charset="-122"/>
              </a:rPr>
              <a:t> </a:t>
            </a:r>
          </a:p>
        </p:txBody>
      </p:sp>
      <p:sp>
        <p:nvSpPr>
          <p:cNvPr id="488456" name="Rectangle 8">
            <a:extLst>
              <a:ext uri="{FF2B5EF4-FFF2-40B4-BE49-F238E27FC236}">
                <a16:creationId xmlns:a16="http://schemas.microsoft.com/office/drawing/2014/main" id="{A1532766-0AE6-AB6D-A565-FD781859A063}"/>
              </a:ext>
            </a:extLst>
          </p:cNvPr>
          <p:cNvSpPr>
            <a:spLocks noChangeArrowheads="1"/>
          </p:cNvSpPr>
          <p:nvPr/>
        </p:nvSpPr>
        <p:spPr bwMode="auto">
          <a:xfrm>
            <a:off x="7697788" y="1269999"/>
            <a:ext cx="4248150" cy="963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eaLnBrk="1" hangingPunct="1">
              <a:lnSpc>
                <a:spcPct val="110000"/>
              </a:lnSpc>
              <a:spcBef>
                <a:spcPct val="0"/>
              </a:spcBef>
              <a:buClrTx/>
              <a:buSzTx/>
              <a:buFontTx/>
              <a:buNone/>
            </a:pPr>
            <a:r>
              <a:rPr kumimoji="1" lang="zh-CN" altLang="en-US" sz="2800" dirty="0">
                <a:solidFill>
                  <a:srgbClr val="006600"/>
                </a:solidFill>
                <a:latin typeface="Times New Roman" panose="02020603050405020304" pitchFamily="18" charset="0"/>
                <a:ea typeface="隶书" panose="02010509060101010101" pitchFamily="49" charset="-122"/>
              </a:rPr>
              <a:t>优点：</a:t>
            </a:r>
            <a:r>
              <a:rPr kumimoji="1" lang="zh-CN" altLang="en-US" sz="2400" dirty="0">
                <a:latin typeface="Times New Roman" panose="02020603050405020304" pitchFamily="18" charset="0"/>
              </a:rPr>
              <a:t>结构简单，存取速度</a:t>
            </a:r>
          </a:p>
          <a:p>
            <a:pPr eaLnBrk="1" hangingPunct="1">
              <a:lnSpc>
                <a:spcPct val="110000"/>
              </a:lnSpc>
              <a:spcBef>
                <a:spcPct val="0"/>
              </a:spcBef>
              <a:buClrTx/>
              <a:buSzTx/>
              <a:buFontTx/>
              <a:buNone/>
            </a:pPr>
            <a:r>
              <a:rPr kumimoji="1" lang="zh-CN" altLang="en-US" sz="2400" dirty="0">
                <a:latin typeface="Times New Roman" panose="02020603050405020304" pitchFamily="18" charset="0"/>
              </a:rPr>
              <a:t>              比较快。</a:t>
            </a:r>
          </a:p>
        </p:txBody>
      </p:sp>
      <p:sp>
        <p:nvSpPr>
          <p:cNvPr id="488457" name="Rectangle 9">
            <a:extLst>
              <a:ext uri="{FF2B5EF4-FFF2-40B4-BE49-F238E27FC236}">
                <a16:creationId xmlns:a16="http://schemas.microsoft.com/office/drawing/2014/main" id="{A2D05FC6-15FA-2538-8AF6-7F81FAC358BA}"/>
              </a:ext>
            </a:extLst>
          </p:cNvPr>
          <p:cNvSpPr>
            <a:spLocks noChangeArrowheads="1"/>
          </p:cNvSpPr>
          <p:nvPr/>
        </p:nvSpPr>
        <p:spPr bwMode="auto">
          <a:xfrm>
            <a:off x="4541838" y="3622279"/>
            <a:ext cx="7924800" cy="1766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530350" indent="-1530350">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eaLnBrk="1" hangingPunct="1">
              <a:lnSpc>
                <a:spcPct val="110000"/>
              </a:lnSpc>
              <a:buClrTx/>
              <a:buSzTx/>
              <a:buFontTx/>
              <a:buNone/>
            </a:pPr>
            <a:r>
              <a:rPr kumimoji="1" lang="zh-CN" altLang="en-US" sz="2800" dirty="0">
                <a:solidFill>
                  <a:srgbClr val="006600"/>
                </a:solidFill>
                <a:latin typeface="Times New Roman" panose="02020603050405020304" pitchFamily="18" charset="0"/>
                <a:ea typeface="隶书" panose="02010509060101010101" pitchFamily="49" charset="-122"/>
              </a:rPr>
              <a:t>缺点：</a:t>
            </a:r>
            <a:r>
              <a:rPr kumimoji="1" lang="en-US" altLang="zh-CN" sz="2400" dirty="0">
                <a:latin typeface="Times New Roman" panose="02020603050405020304" pitchFamily="18" charset="0"/>
              </a:rPr>
              <a:t>1</a:t>
            </a:r>
            <a:r>
              <a:rPr kumimoji="1" lang="zh-CN" altLang="en-US" sz="2400" dirty="0">
                <a:latin typeface="Times New Roman" panose="02020603050405020304" pitchFamily="18" charset="0"/>
              </a:rPr>
              <a:t>）文件存储器的存储空间存在着一些“零头”，而  不能有效地加以利用。</a:t>
            </a:r>
          </a:p>
          <a:p>
            <a:pPr eaLnBrk="1" hangingPunct="1">
              <a:lnSpc>
                <a:spcPct val="110000"/>
              </a:lnSpc>
              <a:spcBef>
                <a:spcPct val="0"/>
              </a:spcBef>
              <a:buClrTx/>
              <a:buSzTx/>
              <a:buFontTx/>
              <a:buNone/>
            </a:pPr>
            <a:r>
              <a:rPr kumimoji="1" lang="zh-CN" altLang="en-US" sz="2400" dirty="0"/>
              <a:t>             </a:t>
            </a:r>
            <a:r>
              <a:rPr kumimoji="1" lang="en-US" altLang="zh-CN" sz="2400" dirty="0"/>
              <a:t>2</a:t>
            </a:r>
            <a:r>
              <a:rPr kumimoji="1" lang="zh-CN" altLang="en-US" sz="2400" dirty="0"/>
              <a:t>）在建立文件时必须确定好文件长度；</a:t>
            </a:r>
          </a:p>
          <a:p>
            <a:pPr eaLnBrk="1" hangingPunct="1">
              <a:lnSpc>
                <a:spcPct val="110000"/>
              </a:lnSpc>
              <a:spcBef>
                <a:spcPct val="0"/>
              </a:spcBef>
              <a:buClrTx/>
              <a:buSzTx/>
              <a:buFontTx/>
              <a:buNone/>
            </a:pPr>
            <a:r>
              <a:rPr kumimoji="1" lang="zh-CN" altLang="en-US" sz="2400" dirty="0"/>
              <a:t>             </a:t>
            </a:r>
            <a:r>
              <a:rPr kumimoji="1" lang="en-US" altLang="zh-CN" sz="2400" dirty="0"/>
              <a:t>3</a:t>
            </a:r>
            <a:r>
              <a:rPr kumimoji="1" lang="zh-CN" altLang="en-US" sz="2400" dirty="0"/>
              <a:t>）不能动态增长；</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488452"/>
                                        </p:tgtEl>
                                        <p:attrNameLst>
                                          <p:attrName>style.visibility</p:attrName>
                                        </p:attrNameLst>
                                      </p:cBhvr>
                                      <p:to>
                                        <p:strVal val="visible"/>
                                      </p:to>
                                    </p:set>
                                    <p:animEffect transition="in" filter="wipe(left)">
                                      <p:cBhvr>
                                        <p:cTn id="7" dur="2000"/>
                                        <p:tgtEl>
                                          <p:spTgt spid="48845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88453"/>
                                        </p:tgtEl>
                                        <p:attrNameLst>
                                          <p:attrName>style.visibility</p:attrName>
                                        </p:attrNameLst>
                                      </p:cBhvr>
                                      <p:to>
                                        <p:strVal val="visible"/>
                                      </p:to>
                                    </p:set>
                                    <p:animEffect transition="in" filter="wipe(left)">
                                      <p:cBhvr>
                                        <p:cTn id="12" dur="500"/>
                                        <p:tgtEl>
                                          <p:spTgt spid="48845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488456"/>
                                        </p:tgtEl>
                                        <p:attrNameLst>
                                          <p:attrName>style.visibility</p:attrName>
                                        </p:attrNameLst>
                                      </p:cBhvr>
                                      <p:to>
                                        <p:strVal val="visible"/>
                                      </p:to>
                                    </p:set>
                                    <p:anim calcmode="lin" valueType="num">
                                      <p:cBhvr additive="base">
                                        <p:cTn id="17" dur="500" fill="hold"/>
                                        <p:tgtEl>
                                          <p:spTgt spid="488456"/>
                                        </p:tgtEl>
                                        <p:attrNameLst>
                                          <p:attrName>ppt_x</p:attrName>
                                        </p:attrNameLst>
                                      </p:cBhvr>
                                      <p:tavLst>
                                        <p:tav tm="0">
                                          <p:val>
                                            <p:strVal val="0-#ppt_w/2"/>
                                          </p:val>
                                        </p:tav>
                                        <p:tav tm="100000">
                                          <p:val>
                                            <p:strVal val="#ppt_x"/>
                                          </p:val>
                                        </p:tav>
                                      </p:tavLst>
                                    </p:anim>
                                    <p:anim calcmode="lin" valueType="num">
                                      <p:cBhvr additive="base">
                                        <p:cTn id="18" dur="500" fill="hold"/>
                                        <p:tgtEl>
                                          <p:spTgt spid="488456"/>
                                        </p:tgtEl>
                                        <p:attrNameLst>
                                          <p:attrName>ppt_y</p:attrName>
                                        </p:attrNameLst>
                                      </p:cBhvr>
                                      <p:tavLst>
                                        <p:tav tm="0">
                                          <p:val>
                                            <p:strVal val="#ppt_y"/>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8" fill="hold" grpId="0" nodeType="clickEffect">
                                  <p:stCondLst>
                                    <p:cond delay="0"/>
                                  </p:stCondLst>
                                  <p:childTnLst>
                                    <p:set>
                                      <p:cBhvr>
                                        <p:cTn id="22" dur="1" fill="hold">
                                          <p:stCondLst>
                                            <p:cond delay="0"/>
                                          </p:stCondLst>
                                        </p:cTn>
                                        <p:tgtEl>
                                          <p:spTgt spid="488457">
                                            <p:txEl>
                                              <p:pRg st="0" end="0"/>
                                            </p:txEl>
                                          </p:spTgt>
                                        </p:tgtEl>
                                        <p:attrNameLst>
                                          <p:attrName>style.visibility</p:attrName>
                                        </p:attrNameLst>
                                      </p:cBhvr>
                                      <p:to>
                                        <p:strVal val="visible"/>
                                      </p:to>
                                    </p:set>
                                    <p:anim calcmode="lin" valueType="num">
                                      <p:cBhvr additive="base">
                                        <p:cTn id="23" dur="500" fill="hold"/>
                                        <p:tgtEl>
                                          <p:spTgt spid="488457">
                                            <p:txEl>
                                              <p:pRg st="0" end="0"/>
                                            </p:txEl>
                                          </p:spTgt>
                                        </p:tgtEl>
                                        <p:attrNameLst>
                                          <p:attrName>ppt_x</p:attrName>
                                        </p:attrNameLst>
                                      </p:cBhvr>
                                      <p:tavLst>
                                        <p:tav tm="0">
                                          <p:val>
                                            <p:strVal val="0-#ppt_w/2"/>
                                          </p:val>
                                        </p:tav>
                                        <p:tav tm="100000">
                                          <p:val>
                                            <p:strVal val="#ppt_x"/>
                                          </p:val>
                                        </p:tav>
                                      </p:tavLst>
                                    </p:anim>
                                    <p:anim calcmode="lin" valueType="num">
                                      <p:cBhvr additive="base">
                                        <p:cTn id="24" dur="500" fill="hold"/>
                                        <p:tgtEl>
                                          <p:spTgt spid="48845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2" presetClass="entr" presetSubtype="8" fill="hold" grpId="0" nodeType="clickEffect">
                                  <p:stCondLst>
                                    <p:cond delay="0"/>
                                  </p:stCondLst>
                                  <p:childTnLst>
                                    <p:set>
                                      <p:cBhvr>
                                        <p:cTn id="28" dur="1" fill="hold">
                                          <p:stCondLst>
                                            <p:cond delay="0"/>
                                          </p:stCondLst>
                                        </p:cTn>
                                        <p:tgtEl>
                                          <p:spTgt spid="488457">
                                            <p:txEl>
                                              <p:pRg st="1" end="1"/>
                                            </p:txEl>
                                          </p:spTgt>
                                        </p:tgtEl>
                                        <p:attrNameLst>
                                          <p:attrName>style.visibility</p:attrName>
                                        </p:attrNameLst>
                                      </p:cBhvr>
                                      <p:to>
                                        <p:strVal val="visible"/>
                                      </p:to>
                                    </p:set>
                                    <p:anim calcmode="lin" valueType="num">
                                      <p:cBhvr additive="base">
                                        <p:cTn id="29" dur="500" fill="hold"/>
                                        <p:tgtEl>
                                          <p:spTgt spid="488457">
                                            <p:txEl>
                                              <p:pRg st="1" end="1"/>
                                            </p:txEl>
                                          </p:spTgt>
                                        </p:tgtEl>
                                        <p:attrNameLst>
                                          <p:attrName>ppt_x</p:attrName>
                                        </p:attrNameLst>
                                      </p:cBhvr>
                                      <p:tavLst>
                                        <p:tav tm="0">
                                          <p:val>
                                            <p:strVal val="0-#ppt_w/2"/>
                                          </p:val>
                                        </p:tav>
                                        <p:tav tm="100000">
                                          <p:val>
                                            <p:strVal val="#ppt_x"/>
                                          </p:val>
                                        </p:tav>
                                      </p:tavLst>
                                    </p:anim>
                                    <p:anim calcmode="lin" valueType="num">
                                      <p:cBhvr additive="base">
                                        <p:cTn id="30" dur="500" fill="hold"/>
                                        <p:tgtEl>
                                          <p:spTgt spid="48845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2" presetClass="entr" presetSubtype="8" fill="hold" grpId="0" nodeType="clickEffect">
                                  <p:stCondLst>
                                    <p:cond delay="0"/>
                                  </p:stCondLst>
                                  <p:childTnLst>
                                    <p:set>
                                      <p:cBhvr>
                                        <p:cTn id="34" dur="1" fill="hold">
                                          <p:stCondLst>
                                            <p:cond delay="0"/>
                                          </p:stCondLst>
                                        </p:cTn>
                                        <p:tgtEl>
                                          <p:spTgt spid="488457">
                                            <p:txEl>
                                              <p:pRg st="2" end="2"/>
                                            </p:txEl>
                                          </p:spTgt>
                                        </p:tgtEl>
                                        <p:attrNameLst>
                                          <p:attrName>style.visibility</p:attrName>
                                        </p:attrNameLst>
                                      </p:cBhvr>
                                      <p:to>
                                        <p:strVal val="visible"/>
                                      </p:to>
                                    </p:set>
                                    <p:anim calcmode="lin" valueType="num">
                                      <p:cBhvr additive="base">
                                        <p:cTn id="35" dur="500" fill="hold"/>
                                        <p:tgtEl>
                                          <p:spTgt spid="488457">
                                            <p:txEl>
                                              <p:pRg st="2" end="2"/>
                                            </p:txEl>
                                          </p:spTgt>
                                        </p:tgtEl>
                                        <p:attrNameLst>
                                          <p:attrName>ppt_x</p:attrName>
                                        </p:attrNameLst>
                                      </p:cBhvr>
                                      <p:tavLst>
                                        <p:tav tm="0">
                                          <p:val>
                                            <p:strVal val="0-#ppt_w/2"/>
                                          </p:val>
                                        </p:tav>
                                        <p:tav tm="100000">
                                          <p:val>
                                            <p:strVal val="#ppt_x"/>
                                          </p:val>
                                        </p:tav>
                                      </p:tavLst>
                                    </p:anim>
                                    <p:anim calcmode="lin" valueType="num">
                                      <p:cBhvr additive="base">
                                        <p:cTn id="36" dur="500" fill="hold"/>
                                        <p:tgtEl>
                                          <p:spTgt spid="488457">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8453" grpId="0"/>
      <p:bldP spid="488456" grpId="0" autoUpdateAnimBg="0"/>
      <p:bldP spid="488457" grpId="0" build="p"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灯片编号占位符 3">
            <a:extLst>
              <a:ext uri="{FF2B5EF4-FFF2-40B4-BE49-F238E27FC236}">
                <a16:creationId xmlns:a16="http://schemas.microsoft.com/office/drawing/2014/main" id="{5C045882-00CD-D408-5409-63E82AD0DB4B}"/>
              </a:ext>
            </a:extLst>
          </p:cNvPr>
          <p:cNvSpPr>
            <a:spLocks noGrp="1"/>
          </p:cNvSpPr>
          <p:nvPr>
            <p:ph type="sldNum" sz="quarter" idx="4294967295"/>
          </p:nvPr>
        </p:nvSpPr>
        <p:spPr>
          <a:xfrm>
            <a:off x="9448800" y="6356350"/>
            <a:ext cx="2743200" cy="365125"/>
          </a:xfrm>
          <a:noFill/>
        </p:spPr>
        <p:txBody>
          <a:bodyP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a:lnSpc>
                <a:spcPct val="100000"/>
              </a:lnSpc>
              <a:spcBef>
                <a:spcPct val="0"/>
              </a:spcBef>
              <a:buClrTx/>
              <a:buSzTx/>
              <a:buFontTx/>
              <a:buNone/>
            </a:pPr>
            <a:fld id="{F41963EA-7DE5-456E-8BA4-676C16153FF9}" type="slidenum">
              <a:rPr lang="en-US" altLang="zh-CN" sz="1400">
                <a:solidFill>
                  <a:schemeClr val="tx1"/>
                </a:solidFill>
                <a:ea typeface="宋体" panose="02010600030101010101" pitchFamily="2" charset="-122"/>
              </a:rPr>
              <a:pPr>
                <a:lnSpc>
                  <a:spcPct val="100000"/>
                </a:lnSpc>
                <a:spcBef>
                  <a:spcPct val="0"/>
                </a:spcBef>
                <a:buClrTx/>
                <a:buSzTx/>
                <a:buFontTx/>
                <a:buNone/>
              </a:pPr>
              <a:t>5</a:t>
            </a:fld>
            <a:endParaRPr lang="en-US" altLang="zh-CN" sz="1400">
              <a:solidFill>
                <a:schemeClr val="tx1"/>
              </a:solidFill>
              <a:ea typeface="宋体" panose="02010600030101010101" pitchFamily="2" charset="-122"/>
            </a:endParaRPr>
          </a:p>
        </p:txBody>
      </p:sp>
      <p:sp>
        <p:nvSpPr>
          <p:cNvPr id="390146" name="Rectangle 2">
            <a:extLst>
              <a:ext uri="{FF2B5EF4-FFF2-40B4-BE49-F238E27FC236}">
                <a16:creationId xmlns:a16="http://schemas.microsoft.com/office/drawing/2014/main" id="{39E9ACF4-A4A9-FA06-9B8F-D4E28A898C4A}"/>
              </a:ext>
            </a:extLst>
          </p:cNvPr>
          <p:cNvSpPr>
            <a:spLocks noChangeArrowheads="1"/>
          </p:cNvSpPr>
          <p:nvPr/>
        </p:nvSpPr>
        <p:spPr bwMode="auto">
          <a:xfrm>
            <a:off x="942975" y="74613"/>
            <a:ext cx="5867400" cy="51911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eaLnBrk="1" hangingPunct="1">
              <a:lnSpc>
                <a:spcPct val="100000"/>
              </a:lnSpc>
              <a:spcBef>
                <a:spcPct val="0"/>
              </a:spcBef>
              <a:buClrTx/>
              <a:buSzTx/>
              <a:buFontTx/>
              <a:buNone/>
            </a:pPr>
            <a:r>
              <a:rPr kumimoji="1" lang="en-US" altLang="zh-CN" sz="2800" dirty="0">
                <a:solidFill>
                  <a:srgbClr val="000000"/>
                </a:solidFill>
                <a:latin typeface="隶书" panose="02010509060101010101" pitchFamily="49" charset="-122"/>
                <a:ea typeface="隶书" panose="02010509060101010101" pitchFamily="49" charset="-122"/>
              </a:rPr>
              <a:t> </a:t>
            </a:r>
            <a:r>
              <a:rPr kumimoji="1" lang="zh-CN" altLang="en-US" sz="2800" dirty="0">
                <a:solidFill>
                  <a:srgbClr val="000000"/>
                </a:solidFill>
                <a:latin typeface="隶书" panose="02010509060101010101" pitchFamily="49" charset="-122"/>
                <a:ea typeface="隶书" panose="02010509060101010101" pitchFamily="49" charset="-122"/>
              </a:rPr>
              <a:t>二、链接组织方式</a:t>
            </a:r>
            <a:r>
              <a:rPr kumimoji="1" lang="en-US" altLang="zh-CN" sz="2800" dirty="0">
                <a:solidFill>
                  <a:srgbClr val="000000"/>
                </a:solidFill>
                <a:latin typeface="Times New Roman" panose="02020603050405020304" pitchFamily="18" charset="0"/>
                <a:ea typeface="隶书" panose="02010509060101010101" pitchFamily="49" charset="-122"/>
              </a:rPr>
              <a:t>——</a:t>
            </a:r>
            <a:r>
              <a:rPr kumimoji="1" lang="zh-CN" altLang="en-US" sz="2800" dirty="0">
                <a:solidFill>
                  <a:srgbClr val="000000"/>
                </a:solidFill>
                <a:latin typeface="隶书" panose="02010509060101010101" pitchFamily="49" charset="-122"/>
                <a:ea typeface="隶书" panose="02010509060101010101" pitchFamily="49" charset="-122"/>
              </a:rPr>
              <a:t>串联文件</a:t>
            </a:r>
          </a:p>
        </p:txBody>
      </p:sp>
      <p:sp>
        <p:nvSpPr>
          <p:cNvPr id="390147" name="Rectangle 3">
            <a:extLst>
              <a:ext uri="{FF2B5EF4-FFF2-40B4-BE49-F238E27FC236}">
                <a16:creationId xmlns:a16="http://schemas.microsoft.com/office/drawing/2014/main" id="{2F3C10B0-3E91-74AC-C134-953F9D0CFDA8}"/>
              </a:ext>
            </a:extLst>
          </p:cNvPr>
          <p:cNvSpPr>
            <a:spLocks noChangeArrowheads="1"/>
          </p:cNvSpPr>
          <p:nvPr/>
        </p:nvSpPr>
        <p:spPr bwMode="auto">
          <a:xfrm>
            <a:off x="1009649" y="936628"/>
            <a:ext cx="10658475" cy="9411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eaLnBrk="1" hangingPunct="1">
              <a:buClrTx/>
              <a:buSzTx/>
              <a:buFontTx/>
              <a:buNone/>
            </a:pPr>
            <a:r>
              <a:rPr kumimoji="1" lang="en-US" altLang="zh-CN" sz="2400" dirty="0">
                <a:latin typeface="楷体_GB2312" pitchFamily="49" charset="-122"/>
              </a:rPr>
              <a:t>    </a:t>
            </a:r>
            <a:r>
              <a:rPr kumimoji="1" lang="zh-CN" altLang="en-US" sz="2400" dirty="0">
                <a:latin typeface="楷体_GB2312" pitchFamily="49" charset="-122"/>
              </a:rPr>
              <a:t>是将文件存放在外存的若干个不连续的物理块中，每一个物理块中设有一个指针，指向下一个物理块的位置，从而使得存放同一个文件的物理块链接起来。 </a:t>
            </a:r>
          </a:p>
        </p:txBody>
      </p:sp>
      <p:sp>
        <p:nvSpPr>
          <p:cNvPr id="390148" name="Rectangle 4">
            <a:extLst>
              <a:ext uri="{FF2B5EF4-FFF2-40B4-BE49-F238E27FC236}">
                <a16:creationId xmlns:a16="http://schemas.microsoft.com/office/drawing/2014/main" id="{75BB3449-BEC2-851A-63D9-4DC9A2322B95}"/>
              </a:ext>
            </a:extLst>
          </p:cNvPr>
          <p:cNvSpPr>
            <a:spLocks noChangeArrowheads="1"/>
          </p:cNvSpPr>
          <p:nvPr/>
        </p:nvSpPr>
        <p:spPr bwMode="auto">
          <a:xfrm>
            <a:off x="1308100" y="4664680"/>
            <a:ext cx="9575799" cy="5512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1139825" indent="-1139825">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eaLnBrk="1" hangingPunct="1">
              <a:buClrTx/>
              <a:buSzTx/>
              <a:buFontTx/>
              <a:buNone/>
            </a:pPr>
            <a:r>
              <a:rPr kumimoji="1" lang="zh-CN" altLang="en-US" sz="2800" dirty="0">
                <a:solidFill>
                  <a:srgbClr val="006600"/>
                </a:solidFill>
                <a:latin typeface="隶书" panose="02010509060101010101" pitchFamily="49" charset="-122"/>
                <a:ea typeface="隶书" panose="02010509060101010101" pitchFamily="49" charset="-122"/>
              </a:rPr>
              <a:t>优点：</a:t>
            </a:r>
            <a:r>
              <a:rPr kumimoji="1" lang="zh-CN" altLang="en-US" sz="2400" dirty="0">
                <a:latin typeface="楷体_GB2312" pitchFamily="49" charset="-122"/>
              </a:rPr>
              <a:t>不存在碎片问题，存储空间利用率较高，便于文件的动态增长。 </a:t>
            </a:r>
          </a:p>
        </p:txBody>
      </p:sp>
      <p:sp>
        <p:nvSpPr>
          <p:cNvPr id="390149" name="Rectangle 5">
            <a:extLst>
              <a:ext uri="{FF2B5EF4-FFF2-40B4-BE49-F238E27FC236}">
                <a16:creationId xmlns:a16="http://schemas.microsoft.com/office/drawing/2014/main" id="{B5136EB6-84EF-FCC5-E25F-B18D50E2C323}"/>
              </a:ext>
            </a:extLst>
          </p:cNvPr>
          <p:cNvSpPr>
            <a:spLocks noChangeArrowheads="1"/>
          </p:cNvSpPr>
          <p:nvPr/>
        </p:nvSpPr>
        <p:spPr bwMode="auto">
          <a:xfrm>
            <a:off x="1308100" y="5389562"/>
            <a:ext cx="7199313" cy="1058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algn="just" eaLnBrk="1" hangingPunct="1">
              <a:lnSpc>
                <a:spcPct val="115000"/>
              </a:lnSpc>
              <a:spcBef>
                <a:spcPct val="15000"/>
              </a:spcBef>
              <a:buClrTx/>
              <a:buSzTx/>
              <a:buFontTx/>
              <a:buNone/>
            </a:pPr>
            <a:r>
              <a:rPr kumimoji="1" lang="zh-CN" altLang="en-US" sz="2800" dirty="0">
                <a:solidFill>
                  <a:srgbClr val="006600"/>
                </a:solidFill>
                <a:latin typeface="Times New Roman" panose="02020603050405020304" pitchFamily="18" charset="0"/>
                <a:ea typeface="隶书" panose="02010509060101010101" pitchFamily="49" charset="-122"/>
              </a:rPr>
              <a:t>缺点：</a:t>
            </a:r>
            <a:r>
              <a:rPr kumimoji="1" lang="en-US" altLang="zh-CN" sz="2400" dirty="0">
                <a:latin typeface="Times New Roman" panose="02020603050405020304" pitchFamily="18" charset="0"/>
              </a:rPr>
              <a:t>1</a:t>
            </a:r>
            <a:r>
              <a:rPr kumimoji="1" lang="zh-CN" altLang="en-US" sz="2400" dirty="0">
                <a:latin typeface="Times New Roman" panose="02020603050405020304" pitchFamily="18" charset="0"/>
              </a:rPr>
              <a:t>）只能顺序访问，因而查找效率较低。</a:t>
            </a:r>
          </a:p>
          <a:p>
            <a:pPr algn="just" eaLnBrk="1" hangingPunct="1">
              <a:lnSpc>
                <a:spcPct val="115000"/>
              </a:lnSpc>
              <a:spcBef>
                <a:spcPct val="15000"/>
              </a:spcBef>
              <a:buClrTx/>
              <a:buSzTx/>
              <a:buFontTx/>
              <a:buNone/>
            </a:pPr>
            <a:r>
              <a:rPr kumimoji="1" lang="zh-CN" altLang="en-US" sz="2400" dirty="0">
                <a:latin typeface="Times New Roman" panose="02020603050405020304" pitchFamily="18" charset="0"/>
              </a:rPr>
              <a:t>              </a:t>
            </a:r>
            <a:r>
              <a:rPr kumimoji="1" lang="en-US" altLang="zh-CN" sz="2400" dirty="0">
                <a:latin typeface="Times New Roman" panose="02020603050405020304" pitchFamily="18" charset="0"/>
              </a:rPr>
              <a:t>2</a:t>
            </a:r>
            <a:r>
              <a:rPr kumimoji="1" lang="zh-CN" altLang="en-US" sz="2400" dirty="0">
                <a:latin typeface="Times New Roman" panose="02020603050405020304" pitchFamily="18" charset="0"/>
              </a:rPr>
              <a:t>）链接字占空间。</a:t>
            </a:r>
          </a:p>
        </p:txBody>
      </p:sp>
      <p:graphicFrame>
        <p:nvGraphicFramePr>
          <p:cNvPr id="390151" name="Object 7">
            <a:extLst>
              <a:ext uri="{FF2B5EF4-FFF2-40B4-BE49-F238E27FC236}">
                <a16:creationId xmlns:a16="http://schemas.microsoft.com/office/drawing/2014/main" id="{6F6870EC-5834-2CFA-B87C-593B303E5E96}"/>
              </a:ext>
            </a:extLst>
          </p:cNvPr>
          <p:cNvGraphicFramePr>
            <a:graphicFrameLocks noChangeAspect="1"/>
          </p:cNvGraphicFramePr>
          <p:nvPr>
            <p:extLst>
              <p:ext uri="{D42A27DB-BD31-4B8C-83A1-F6EECF244321}">
                <p14:modId xmlns:p14="http://schemas.microsoft.com/office/powerpoint/2010/main" val="1816002719"/>
              </p:ext>
            </p:extLst>
          </p:nvPr>
        </p:nvGraphicFramePr>
        <p:xfrm>
          <a:off x="1600200" y="2043114"/>
          <a:ext cx="7118350" cy="2621566"/>
        </p:xfrm>
        <a:graphic>
          <a:graphicData uri="http://schemas.openxmlformats.org/presentationml/2006/ole">
            <mc:AlternateContent xmlns:mc="http://schemas.openxmlformats.org/markup-compatibility/2006">
              <mc:Choice xmlns:v="urn:schemas-microsoft-com:vml" Requires="v">
                <p:oleObj name="位图图像" r:id="rId2" imgW="6916115" imgH="3734321" progId="Paint.Picture">
                  <p:embed/>
                </p:oleObj>
              </mc:Choice>
              <mc:Fallback>
                <p:oleObj name="位图图像" r:id="rId2" imgW="6916115" imgH="3734321" progId="Paint.Picture">
                  <p:embed/>
                  <p:pic>
                    <p:nvPicPr>
                      <p:cNvPr id="390151" name="Object 7">
                        <a:extLst>
                          <a:ext uri="{FF2B5EF4-FFF2-40B4-BE49-F238E27FC236}">
                            <a16:creationId xmlns:a16="http://schemas.microsoft.com/office/drawing/2014/main" id="{6F6870EC-5834-2CFA-B87C-593B303E5E9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0200" y="2043114"/>
                        <a:ext cx="7118350" cy="2621566"/>
                      </a:xfrm>
                      <a:prstGeom prst="rect">
                        <a:avLst/>
                      </a:prstGeom>
                      <a:noFill/>
                      <a:ln>
                        <a:noFill/>
                      </a:ln>
                      <a:effec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90146"/>
                                        </p:tgtEl>
                                        <p:attrNameLst>
                                          <p:attrName>style.visibility</p:attrName>
                                        </p:attrNameLst>
                                      </p:cBhvr>
                                      <p:to>
                                        <p:strVal val="visible"/>
                                      </p:to>
                                    </p:set>
                                    <p:anim calcmode="lin" valueType="num">
                                      <p:cBhvr additive="base">
                                        <p:cTn id="7" dur="500" fill="hold"/>
                                        <p:tgtEl>
                                          <p:spTgt spid="390146"/>
                                        </p:tgtEl>
                                        <p:attrNameLst>
                                          <p:attrName>ppt_x</p:attrName>
                                        </p:attrNameLst>
                                      </p:cBhvr>
                                      <p:tavLst>
                                        <p:tav tm="0">
                                          <p:val>
                                            <p:strVal val="0-#ppt_w/2"/>
                                          </p:val>
                                        </p:tav>
                                        <p:tav tm="100000">
                                          <p:val>
                                            <p:strVal val="#ppt_x"/>
                                          </p:val>
                                        </p:tav>
                                      </p:tavLst>
                                    </p:anim>
                                    <p:anim calcmode="lin" valueType="num">
                                      <p:cBhvr additive="base">
                                        <p:cTn id="8" dur="500" fill="hold"/>
                                        <p:tgtEl>
                                          <p:spTgt spid="390146"/>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90147"/>
                                        </p:tgtEl>
                                        <p:attrNameLst>
                                          <p:attrName>style.visibility</p:attrName>
                                        </p:attrNameLst>
                                      </p:cBhvr>
                                      <p:to>
                                        <p:strVal val="visible"/>
                                      </p:to>
                                    </p:set>
                                    <p:anim calcmode="lin" valueType="num">
                                      <p:cBhvr additive="base">
                                        <p:cTn id="13" dur="500" fill="hold"/>
                                        <p:tgtEl>
                                          <p:spTgt spid="390147"/>
                                        </p:tgtEl>
                                        <p:attrNameLst>
                                          <p:attrName>ppt_x</p:attrName>
                                        </p:attrNameLst>
                                      </p:cBhvr>
                                      <p:tavLst>
                                        <p:tav tm="0">
                                          <p:val>
                                            <p:strVal val="0-#ppt_w/2"/>
                                          </p:val>
                                        </p:tav>
                                        <p:tav tm="100000">
                                          <p:val>
                                            <p:strVal val="#ppt_x"/>
                                          </p:val>
                                        </p:tav>
                                      </p:tavLst>
                                    </p:anim>
                                    <p:anim calcmode="lin" valueType="num">
                                      <p:cBhvr additive="base">
                                        <p:cTn id="14" dur="500" fill="hold"/>
                                        <p:tgtEl>
                                          <p:spTgt spid="390147"/>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2" presetClass="entr" presetSubtype="8" fill="hold" nodeType="clickEffect">
                                  <p:stCondLst>
                                    <p:cond delay="0"/>
                                  </p:stCondLst>
                                  <p:childTnLst>
                                    <p:set>
                                      <p:cBhvr>
                                        <p:cTn id="18" dur="1" fill="hold">
                                          <p:stCondLst>
                                            <p:cond delay="0"/>
                                          </p:stCondLst>
                                        </p:cTn>
                                        <p:tgtEl>
                                          <p:spTgt spid="390151"/>
                                        </p:tgtEl>
                                        <p:attrNameLst>
                                          <p:attrName>style.visibility</p:attrName>
                                        </p:attrNameLst>
                                      </p:cBhvr>
                                      <p:to>
                                        <p:strVal val="visible"/>
                                      </p:to>
                                    </p:set>
                                    <p:animEffect transition="in" filter="wipe(left)">
                                      <p:cBhvr>
                                        <p:cTn id="19" dur="500"/>
                                        <p:tgtEl>
                                          <p:spTgt spid="390151"/>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2" presetClass="entr" presetSubtype="8" fill="hold" grpId="0" nodeType="clickEffect">
                                  <p:stCondLst>
                                    <p:cond delay="0"/>
                                  </p:stCondLst>
                                  <p:childTnLst>
                                    <p:set>
                                      <p:cBhvr>
                                        <p:cTn id="23" dur="1" fill="hold">
                                          <p:stCondLst>
                                            <p:cond delay="0"/>
                                          </p:stCondLst>
                                        </p:cTn>
                                        <p:tgtEl>
                                          <p:spTgt spid="390148"/>
                                        </p:tgtEl>
                                        <p:attrNameLst>
                                          <p:attrName>style.visibility</p:attrName>
                                        </p:attrNameLst>
                                      </p:cBhvr>
                                      <p:to>
                                        <p:strVal val="visible"/>
                                      </p:to>
                                    </p:set>
                                    <p:anim calcmode="lin" valueType="num">
                                      <p:cBhvr additive="base">
                                        <p:cTn id="24" dur="500" fill="hold"/>
                                        <p:tgtEl>
                                          <p:spTgt spid="390148"/>
                                        </p:tgtEl>
                                        <p:attrNameLst>
                                          <p:attrName>ppt_x</p:attrName>
                                        </p:attrNameLst>
                                      </p:cBhvr>
                                      <p:tavLst>
                                        <p:tav tm="0">
                                          <p:val>
                                            <p:strVal val="0-#ppt_w/2"/>
                                          </p:val>
                                        </p:tav>
                                        <p:tav tm="100000">
                                          <p:val>
                                            <p:strVal val="#ppt_x"/>
                                          </p:val>
                                        </p:tav>
                                      </p:tavLst>
                                    </p:anim>
                                    <p:anim calcmode="lin" valueType="num">
                                      <p:cBhvr additive="base">
                                        <p:cTn id="25" dur="500" fill="hold"/>
                                        <p:tgtEl>
                                          <p:spTgt spid="390148"/>
                                        </p:tgtEl>
                                        <p:attrNameLst>
                                          <p:attrName>ppt_y</p:attrName>
                                        </p:attrNameLst>
                                      </p:cBhvr>
                                      <p:tavLst>
                                        <p:tav tm="0">
                                          <p:val>
                                            <p:strVal val="#ppt_y"/>
                                          </p:val>
                                        </p:tav>
                                        <p:tav tm="100000">
                                          <p:val>
                                            <p:strVal val="#ppt_y"/>
                                          </p:val>
                                        </p:tav>
                                      </p:tavLst>
                                    </p:anim>
                                  </p:childTnLst>
                                </p:cTn>
                              </p:par>
                            </p:childTnLst>
                          </p:cTn>
                        </p:par>
                      </p:childTnLst>
                    </p:cTn>
                  </p:par>
                  <p:par>
                    <p:cTn id="26" fill="hold" nodeType="clickPar">
                      <p:stCondLst>
                        <p:cond delay="indefinite"/>
                      </p:stCondLst>
                      <p:childTnLst>
                        <p:par>
                          <p:cTn id="27" fill="hold" nodeType="withGroup">
                            <p:stCondLst>
                              <p:cond delay="0"/>
                            </p:stCondLst>
                            <p:childTnLst>
                              <p:par>
                                <p:cTn id="28" presetID="2" presetClass="entr" presetSubtype="8" fill="hold" grpId="0" nodeType="clickEffect">
                                  <p:stCondLst>
                                    <p:cond delay="0"/>
                                  </p:stCondLst>
                                  <p:childTnLst>
                                    <p:set>
                                      <p:cBhvr>
                                        <p:cTn id="29" dur="1" fill="hold">
                                          <p:stCondLst>
                                            <p:cond delay="0"/>
                                          </p:stCondLst>
                                        </p:cTn>
                                        <p:tgtEl>
                                          <p:spTgt spid="390149"/>
                                        </p:tgtEl>
                                        <p:attrNameLst>
                                          <p:attrName>style.visibility</p:attrName>
                                        </p:attrNameLst>
                                      </p:cBhvr>
                                      <p:to>
                                        <p:strVal val="visible"/>
                                      </p:to>
                                    </p:set>
                                    <p:anim calcmode="lin" valueType="num">
                                      <p:cBhvr additive="base">
                                        <p:cTn id="30" dur="500" fill="hold"/>
                                        <p:tgtEl>
                                          <p:spTgt spid="390149"/>
                                        </p:tgtEl>
                                        <p:attrNameLst>
                                          <p:attrName>ppt_x</p:attrName>
                                        </p:attrNameLst>
                                      </p:cBhvr>
                                      <p:tavLst>
                                        <p:tav tm="0">
                                          <p:val>
                                            <p:strVal val="0-#ppt_w/2"/>
                                          </p:val>
                                        </p:tav>
                                        <p:tav tm="100000">
                                          <p:val>
                                            <p:strVal val="#ppt_x"/>
                                          </p:val>
                                        </p:tav>
                                      </p:tavLst>
                                    </p:anim>
                                    <p:anim calcmode="lin" valueType="num">
                                      <p:cBhvr additive="base">
                                        <p:cTn id="31" dur="500" fill="hold"/>
                                        <p:tgtEl>
                                          <p:spTgt spid="39014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0146" grpId="0" animBg="1" autoUpdateAnimBg="0"/>
      <p:bldP spid="390147" grpId="0" autoUpdateAnimBg="0"/>
      <p:bldP spid="390148" grpId="0" autoUpdateAnimBg="0"/>
      <p:bldP spid="390149" grpId="0"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灯片编号占位符 3">
            <a:extLst>
              <a:ext uri="{FF2B5EF4-FFF2-40B4-BE49-F238E27FC236}">
                <a16:creationId xmlns:a16="http://schemas.microsoft.com/office/drawing/2014/main" id="{9BCC172E-D0E6-228B-E469-4C40478C0FAA}"/>
              </a:ext>
            </a:extLst>
          </p:cNvPr>
          <p:cNvSpPr>
            <a:spLocks noGrp="1"/>
          </p:cNvSpPr>
          <p:nvPr>
            <p:ph type="sldNum" sz="quarter" idx="4294967295"/>
          </p:nvPr>
        </p:nvSpPr>
        <p:spPr>
          <a:xfrm>
            <a:off x="9448800" y="6356350"/>
            <a:ext cx="2743200" cy="365125"/>
          </a:xfrm>
          <a:noFill/>
        </p:spPr>
        <p:txBody>
          <a:bodyP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a:lnSpc>
                <a:spcPct val="100000"/>
              </a:lnSpc>
              <a:spcBef>
                <a:spcPct val="0"/>
              </a:spcBef>
              <a:buClrTx/>
              <a:buSzTx/>
              <a:buFontTx/>
              <a:buNone/>
            </a:pPr>
            <a:fld id="{38470128-D1B0-46CD-AEC1-79B72A511CD6}" type="slidenum">
              <a:rPr lang="en-US" altLang="zh-CN" sz="1400">
                <a:solidFill>
                  <a:schemeClr val="tx1"/>
                </a:solidFill>
                <a:ea typeface="宋体" panose="02010600030101010101" pitchFamily="2" charset="-122"/>
              </a:rPr>
              <a:pPr>
                <a:lnSpc>
                  <a:spcPct val="100000"/>
                </a:lnSpc>
                <a:spcBef>
                  <a:spcPct val="0"/>
                </a:spcBef>
                <a:buClrTx/>
                <a:buSzTx/>
                <a:buFontTx/>
                <a:buNone/>
              </a:pPr>
              <a:t>6</a:t>
            </a:fld>
            <a:endParaRPr lang="en-US" altLang="zh-CN" sz="1400">
              <a:solidFill>
                <a:schemeClr val="tx1"/>
              </a:solidFill>
              <a:ea typeface="宋体" panose="02010600030101010101" pitchFamily="2" charset="-122"/>
            </a:endParaRPr>
          </a:p>
        </p:txBody>
      </p:sp>
      <p:sp>
        <p:nvSpPr>
          <p:cNvPr id="45059" name="AutoShape 2">
            <a:extLst>
              <a:ext uri="{FF2B5EF4-FFF2-40B4-BE49-F238E27FC236}">
                <a16:creationId xmlns:a16="http://schemas.microsoft.com/office/drawing/2014/main" id="{528FC28D-C954-E57A-2A15-ED1B3A78FD65}"/>
              </a:ext>
            </a:extLst>
          </p:cNvPr>
          <p:cNvSpPr>
            <a:spLocks noChangeArrowheads="1"/>
          </p:cNvSpPr>
          <p:nvPr/>
        </p:nvSpPr>
        <p:spPr bwMode="auto">
          <a:xfrm>
            <a:off x="2351089" y="1484314"/>
            <a:ext cx="3240087" cy="4968875"/>
          </a:xfrm>
          <a:prstGeom prst="can">
            <a:avLst>
              <a:gd name="adj" fmla="val 26894"/>
            </a:avLst>
          </a:prstGeom>
          <a:noFill/>
          <a:ln w="28575">
            <a:solidFill>
              <a:srgbClr val="8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eaLnBrk="1" hangingPunct="1">
              <a:spcBef>
                <a:spcPct val="0"/>
              </a:spcBef>
              <a:buClrTx/>
              <a:buSzTx/>
              <a:buFontTx/>
              <a:buNone/>
            </a:pPr>
            <a:endParaRPr lang="zh-CN" altLang="en-US" sz="2400">
              <a:solidFill>
                <a:schemeClr val="tx1"/>
              </a:solidFill>
            </a:endParaRPr>
          </a:p>
        </p:txBody>
      </p:sp>
      <p:sp>
        <p:nvSpPr>
          <p:cNvPr id="45060" name="Text Box 3">
            <a:extLst>
              <a:ext uri="{FF2B5EF4-FFF2-40B4-BE49-F238E27FC236}">
                <a16:creationId xmlns:a16="http://schemas.microsoft.com/office/drawing/2014/main" id="{B6B215EE-9EDF-5CC2-45D4-5520372E1BB7}"/>
              </a:ext>
            </a:extLst>
          </p:cNvPr>
          <p:cNvSpPr txBox="1">
            <a:spLocks noChangeArrowheads="1"/>
          </p:cNvSpPr>
          <p:nvPr/>
        </p:nvSpPr>
        <p:spPr bwMode="auto">
          <a:xfrm>
            <a:off x="6705600" y="1922464"/>
            <a:ext cx="3200400" cy="461665"/>
          </a:xfrm>
          <a:prstGeom prst="rect">
            <a:avLst/>
          </a:prstGeom>
          <a:noFill/>
          <a:ln w="28575">
            <a:solidFill>
              <a:srgbClr val="8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eaLnBrk="1" hangingPunct="1">
              <a:lnSpc>
                <a:spcPct val="100000"/>
              </a:lnSpc>
              <a:spcBef>
                <a:spcPct val="50000"/>
              </a:spcBef>
              <a:buClrTx/>
              <a:buSzTx/>
              <a:buFontTx/>
              <a:buNone/>
            </a:pPr>
            <a:r>
              <a:rPr kumimoji="1" lang="zh-CN" altLang="en-US" sz="2400">
                <a:solidFill>
                  <a:schemeClr val="tx1"/>
                </a:solidFill>
                <a:latin typeface="Times New Roman" panose="02020603050405020304" pitchFamily="18" charset="0"/>
                <a:ea typeface="宋体" panose="02010600030101010101" pitchFamily="2" charset="-122"/>
              </a:rPr>
              <a:t>文件名     始址     末址</a:t>
            </a:r>
          </a:p>
        </p:txBody>
      </p:sp>
      <p:sp>
        <p:nvSpPr>
          <p:cNvPr id="45061" name="Rectangle 4">
            <a:extLst>
              <a:ext uri="{FF2B5EF4-FFF2-40B4-BE49-F238E27FC236}">
                <a16:creationId xmlns:a16="http://schemas.microsoft.com/office/drawing/2014/main" id="{FA9003FC-437A-1AF8-24CD-E9EB251ECEFC}"/>
              </a:ext>
            </a:extLst>
          </p:cNvPr>
          <p:cNvSpPr>
            <a:spLocks noChangeArrowheads="1"/>
          </p:cNvSpPr>
          <p:nvPr/>
        </p:nvSpPr>
        <p:spPr bwMode="auto">
          <a:xfrm>
            <a:off x="6705600" y="2417763"/>
            <a:ext cx="3200400" cy="685800"/>
          </a:xfrm>
          <a:prstGeom prst="rect">
            <a:avLst/>
          </a:prstGeom>
          <a:noFill/>
          <a:ln w="28575">
            <a:solidFill>
              <a:srgbClr val="8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eaLnBrk="1" hangingPunct="1">
              <a:spcBef>
                <a:spcPct val="0"/>
              </a:spcBef>
              <a:buClrTx/>
              <a:buSzTx/>
              <a:buFontTx/>
              <a:buNone/>
            </a:pPr>
            <a:endParaRPr lang="zh-CN" altLang="en-US" sz="2400">
              <a:solidFill>
                <a:schemeClr val="tx1"/>
              </a:solidFill>
            </a:endParaRPr>
          </a:p>
        </p:txBody>
      </p:sp>
      <p:sp>
        <p:nvSpPr>
          <p:cNvPr id="45062" name="Text Box 5">
            <a:extLst>
              <a:ext uri="{FF2B5EF4-FFF2-40B4-BE49-F238E27FC236}">
                <a16:creationId xmlns:a16="http://schemas.microsoft.com/office/drawing/2014/main" id="{72A2BFAB-189C-D04D-1FB2-B4549A3322FB}"/>
              </a:ext>
            </a:extLst>
          </p:cNvPr>
          <p:cNvSpPr txBox="1">
            <a:spLocks noChangeArrowheads="1"/>
          </p:cNvSpPr>
          <p:nvPr/>
        </p:nvSpPr>
        <p:spPr bwMode="auto">
          <a:xfrm>
            <a:off x="6934201" y="2557463"/>
            <a:ext cx="27479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8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eaLnBrk="1" hangingPunct="1">
              <a:lnSpc>
                <a:spcPct val="100000"/>
              </a:lnSpc>
              <a:spcBef>
                <a:spcPct val="0"/>
              </a:spcBef>
              <a:buClrTx/>
              <a:buSzTx/>
              <a:buFontTx/>
              <a:buNone/>
            </a:pPr>
            <a:r>
              <a:rPr kumimoji="1" lang="en-US" altLang="zh-CN" sz="2400" dirty="0">
                <a:solidFill>
                  <a:schemeClr val="tx1"/>
                </a:solidFill>
                <a:latin typeface="Times New Roman" panose="02020603050405020304" pitchFamily="18" charset="0"/>
                <a:ea typeface="宋体" panose="02010600030101010101" pitchFamily="2" charset="-122"/>
              </a:rPr>
              <a:t>jeep         9           25</a:t>
            </a:r>
          </a:p>
        </p:txBody>
      </p:sp>
      <p:sp>
        <p:nvSpPr>
          <p:cNvPr id="45063" name="Text Box 6">
            <a:extLst>
              <a:ext uri="{FF2B5EF4-FFF2-40B4-BE49-F238E27FC236}">
                <a16:creationId xmlns:a16="http://schemas.microsoft.com/office/drawing/2014/main" id="{07CB967E-D682-1685-8BD8-64762BD2207B}"/>
              </a:ext>
            </a:extLst>
          </p:cNvPr>
          <p:cNvSpPr txBox="1">
            <a:spLocks noChangeArrowheads="1"/>
          </p:cNvSpPr>
          <p:nvPr/>
        </p:nvSpPr>
        <p:spPr bwMode="auto">
          <a:xfrm>
            <a:off x="7772400" y="1371600"/>
            <a:ext cx="14097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99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eaLnBrk="1" hangingPunct="1">
              <a:lnSpc>
                <a:spcPct val="100000"/>
              </a:lnSpc>
              <a:spcBef>
                <a:spcPct val="0"/>
              </a:spcBef>
              <a:buClrTx/>
              <a:buSzTx/>
              <a:buFontTx/>
              <a:buNone/>
            </a:pPr>
            <a:r>
              <a:rPr kumimoji="1" lang="zh-CN" altLang="en-US" sz="2400">
                <a:solidFill>
                  <a:schemeClr val="tx1"/>
                </a:solidFill>
                <a:latin typeface="Times New Roman" panose="02020603050405020304" pitchFamily="18" charset="0"/>
                <a:ea typeface="宋体" panose="02010600030101010101" pitchFamily="2" charset="-122"/>
              </a:rPr>
              <a:t>文件目录</a:t>
            </a:r>
          </a:p>
        </p:txBody>
      </p:sp>
      <p:sp>
        <p:nvSpPr>
          <p:cNvPr id="45064" name="Rectangle 7">
            <a:extLst>
              <a:ext uri="{FF2B5EF4-FFF2-40B4-BE49-F238E27FC236}">
                <a16:creationId xmlns:a16="http://schemas.microsoft.com/office/drawing/2014/main" id="{089196FC-7477-7E38-114C-2624885F4688}"/>
              </a:ext>
            </a:extLst>
          </p:cNvPr>
          <p:cNvSpPr>
            <a:spLocks noChangeArrowheads="1"/>
          </p:cNvSpPr>
          <p:nvPr/>
        </p:nvSpPr>
        <p:spPr bwMode="auto">
          <a:xfrm>
            <a:off x="2590800" y="2667000"/>
            <a:ext cx="438150" cy="228600"/>
          </a:xfrm>
          <a:prstGeom prst="rect">
            <a:avLst/>
          </a:prstGeom>
          <a:noFill/>
          <a:ln w="9525">
            <a:solidFill>
              <a:srgbClr val="8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algn="ctr" eaLnBrk="1" hangingPunct="1">
              <a:lnSpc>
                <a:spcPct val="100000"/>
              </a:lnSpc>
              <a:spcBef>
                <a:spcPct val="0"/>
              </a:spcBef>
              <a:buClrTx/>
              <a:buSzTx/>
              <a:buFontTx/>
              <a:buNone/>
            </a:pPr>
            <a:r>
              <a:rPr kumimoji="1" lang="en-US" altLang="zh-CN" sz="1800">
                <a:solidFill>
                  <a:schemeClr val="tx1"/>
                </a:solidFill>
                <a:latin typeface="Times New Roman" panose="02020603050405020304" pitchFamily="18" charset="0"/>
                <a:ea typeface="宋体" panose="02010600030101010101" pitchFamily="2" charset="-122"/>
              </a:rPr>
              <a:t>0</a:t>
            </a:r>
          </a:p>
        </p:txBody>
      </p:sp>
      <p:sp>
        <p:nvSpPr>
          <p:cNvPr id="45065" name="Rectangle 8">
            <a:extLst>
              <a:ext uri="{FF2B5EF4-FFF2-40B4-BE49-F238E27FC236}">
                <a16:creationId xmlns:a16="http://schemas.microsoft.com/office/drawing/2014/main" id="{DA49647E-BEB7-3B8F-7E78-00264DD31A90}"/>
              </a:ext>
            </a:extLst>
          </p:cNvPr>
          <p:cNvSpPr>
            <a:spLocks noChangeArrowheads="1"/>
          </p:cNvSpPr>
          <p:nvPr/>
        </p:nvSpPr>
        <p:spPr bwMode="auto">
          <a:xfrm>
            <a:off x="3249613" y="2667000"/>
            <a:ext cx="438150" cy="228600"/>
          </a:xfrm>
          <a:prstGeom prst="rect">
            <a:avLst/>
          </a:prstGeom>
          <a:noFill/>
          <a:ln w="9525">
            <a:solidFill>
              <a:srgbClr val="8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algn="ctr" eaLnBrk="1" hangingPunct="1">
              <a:lnSpc>
                <a:spcPct val="100000"/>
              </a:lnSpc>
              <a:spcBef>
                <a:spcPct val="0"/>
              </a:spcBef>
              <a:buClrTx/>
              <a:buSzTx/>
              <a:buFontTx/>
              <a:buNone/>
            </a:pPr>
            <a:r>
              <a:rPr kumimoji="1" lang="en-US" altLang="zh-CN" sz="1800">
                <a:solidFill>
                  <a:schemeClr val="tx1"/>
                </a:solidFill>
                <a:latin typeface="Times New Roman" panose="02020603050405020304" pitchFamily="18" charset="0"/>
                <a:ea typeface="宋体" panose="02010600030101010101" pitchFamily="2" charset="-122"/>
              </a:rPr>
              <a:t>1</a:t>
            </a:r>
          </a:p>
        </p:txBody>
      </p:sp>
      <p:sp>
        <p:nvSpPr>
          <p:cNvPr id="45066" name="Rectangle 9">
            <a:extLst>
              <a:ext uri="{FF2B5EF4-FFF2-40B4-BE49-F238E27FC236}">
                <a16:creationId xmlns:a16="http://schemas.microsoft.com/office/drawing/2014/main" id="{1E842221-7691-D5A7-F7F8-8DC13536EC6A}"/>
              </a:ext>
            </a:extLst>
          </p:cNvPr>
          <p:cNvSpPr>
            <a:spLocks noChangeArrowheads="1"/>
          </p:cNvSpPr>
          <p:nvPr/>
        </p:nvSpPr>
        <p:spPr bwMode="auto">
          <a:xfrm>
            <a:off x="3906839" y="2667000"/>
            <a:ext cx="439737" cy="228600"/>
          </a:xfrm>
          <a:prstGeom prst="rect">
            <a:avLst/>
          </a:prstGeom>
          <a:noFill/>
          <a:ln w="9525">
            <a:solidFill>
              <a:srgbClr val="8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algn="ctr" eaLnBrk="1" hangingPunct="1">
              <a:lnSpc>
                <a:spcPct val="100000"/>
              </a:lnSpc>
              <a:spcBef>
                <a:spcPct val="0"/>
              </a:spcBef>
              <a:buClrTx/>
              <a:buSzTx/>
              <a:buFontTx/>
              <a:buNone/>
            </a:pPr>
            <a:r>
              <a:rPr kumimoji="1" lang="en-US" altLang="zh-CN" sz="1800">
                <a:solidFill>
                  <a:schemeClr val="tx1"/>
                </a:solidFill>
                <a:latin typeface="Times New Roman" panose="02020603050405020304" pitchFamily="18" charset="0"/>
                <a:ea typeface="宋体" panose="02010600030101010101" pitchFamily="2" charset="-122"/>
              </a:rPr>
              <a:t>2</a:t>
            </a:r>
          </a:p>
        </p:txBody>
      </p:sp>
      <p:sp>
        <p:nvSpPr>
          <p:cNvPr id="45067" name="Rectangle 10">
            <a:extLst>
              <a:ext uri="{FF2B5EF4-FFF2-40B4-BE49-F238E27FC236}">
                <a16:creationId xmlns:a16="http://schemas.microsoft.com/office/drawing/2014/main" id="{9DA105C4-F163-56A4-0282-032E793613A9}"/>
              </a:ext>
            </a:extLst>
          </p:cNvPr>
          <p:cNvSpPr>
            <a:spLocks noChangeArrowheads="1"/>
          </p:cNvSpPr>
          <p:nvPr/>
        </p:nvSpPr>
        <p:spPr bwMode="auto">
          <a:xfrm>
            <a:off x="4565650" y="2667000"/>
            <a:ext cx="439738" cy="228600"/>
          </a:xfrm>
          <a:prstGeom prst="rect">
            <a:avLst/>
          </a:prstGeom>
          <a:noFill/>
          <a:ln w="9525">
            <a:solidFill>
              <a:srgbClr val="8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algn="ctr" eaLnBrk="1" hangingPunct="1">
              <a:lnSpc>
                <a:spcPct val="100000"/>
              </a:lnSpc>
              <a:spcBef>
                <a:spcPct val="0"/>
              </a:spcBef>
              <a:buClrTx/>
              <a:buSzTx/>
              <a:buFontTx/>
              <a:buNone/>
            </a:pPr>
            <a:r>
              <a:rPr kumimoji="1" lang="en-US" altLang="zh-CN" sz="1800">
                <a:solidFill>
                  <a:schemeClr val="tx1"/>
                </a:solidFill>
                <a:latin typeface="Times New Roman" panose="02020603050405020304" pitchFamily="18" charset="0"/>
                <a:ea typeface="宋体" panose="02010600030101010101" pitchFamily="2" charset="-122"/>
              </a:rPr>
              <a:t>3</a:t>
            </a:r>
          </a:p>
        </p:txBody>
      </p:sp>
      <p:sp>
        <p:nvSpPr>
          <p:cNvPr id="45068" name="Rectangle 11">
            <a:extLst>
              <a:ext uri="{FF2B5EF4-FFF2-40B4-BE49-F238E27FC236}">
                <a16:creationId xmlns:a16="http://schemas.microsoft.com/office/drawing/2014/main" id="{D6B38E7C-1009-DAF1-FD4F-FB4BC590C014}"/>
              </a:ext>
            </a:extLst>
          </p:cNvPr>
          <p:cNvSpPr>
            <a:spLocks noChangeArrowheads="1"/>
          </p:cNvSpPr>
          <p:nvPr/>
        </p:nvSpPr>
        <p:spPr bwMode="auto">
          <a:xfrm>
            <a:off x="2590800" y="3124200"/>
            <a:ext cx="438150" cy="228600"/>
          </a:xfrm>
          <a:prstGeom prst="rect">
            <a:avLst/>
          </a:prstGeom>
          <a:noFill/>
          <a:ln w="9525">
            <a:solidFill>
              <a:srgbClr val="8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algn="ctr" eaLnBrk="1" hangingPunct="1">
              <a:lnSpc>
                <a:spcPct val="100000"/>
              </a:lnSpc>
              <a:spcBef>
                <a:spcPct val="0"/>
              </a:spcBef>
              <a:buClrTx/>
              <a:buSzTx/>
              <a:buFontTx/>
              <a:buNone/>
            </a:pPr>
            <a:r>
              <a:rPr kumimoji="1" lang="en-US" altLang="zh-CN" sz="1800">
                <a:solidFill>
                  <a:schemeClr val="tx1"/>
                </a:solidFill>
                <a:latin typeface="Times New Roman" panose="02020603050405020304" pitchFamily="18" charset="0"/>
                <a:ea typeface="宋体" panose="02010600030101010101" pitchFamily="2" charset="-122"/>
              </a:rPr>
              <a:t>4</a:t>
            </a:r>
          </a:p>
        </p:txBody>
      </p:sp>
      <p:sp>
        <p:nvSpPr>
          <p:cNvPr id="45069" name="Rectangle 12">
            <a:extLst>
              <a:ext uri="{FF2B5EF4-FFF2-40B4-BE49-F238E27FC236}">
                <a16:creationId xmlns:a16="http://schemas.microsoft.com/office/drawing/2014/main" id="{F2935C29-DF1F-3443-65CE-415C97373974}"/>
              </a:ext>
            </a:extLst>
          </p:cNvPr>
          <p:cNvSpPr>
            <a:spLocks noChangeArrowheads="1"/>
          </p:cNvSpPr>
          <p:nvPr/>
        </p:nvSpPr>
        <p:spPr bwMode="auto">
          <a:xfrm>
            <a:off x="3249613" y="3124200"/>
            <a:ext cx="438150" cy="228600"/>
          </a:xfrm>
          <a:prstGeom prst="rect">
            <a:avLst/>
          </a:prstGeom>
          <a:noFill/>
          <a:ln w="9525">
            <a:solidFill>
              <a:srgbClr val="8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algn="ctr" eaLnBrk="1" hangingPunct="1">
              <a:lnSpc>
                <a:spcPct val="100000"/>
              </a:lnSpc>
              <a:spcBef>
                <a:spcPct val="0"/>
              </a:spcBef>
              <a:buClrTx/>
              <a:buSzTx/>
              <a:buFontTx/>
              <a:buNone/>
            </a:pPr>
            <a:r>
              <a:rPr kumimoji="1" lang="en-US" altLang="zh-CN" sz="1800">
                <a:solidFill>
                  <a:schemeClr val="tx1"/>
                </a:solidFill>
                <a:latin typeface="Times New Roman" panose="02020603050405020304" pitchFamily="18" charset="0"/>
                <a:ea typeface="宋体" panose="02010600030101010101" pitchFamily="2" charset="-122"/>
              </a:rPr>
              <a:t>5</a:t>
            </a:r>
          </a:p>
        </p:txBody>
      </p:sp>
      <p:sp>
        <p:nvSpPr>
          <p:cNvPr id="45070" name="Rectangle 13">
            <a:extLst>
              <a:ext uri="{FF2B5EF4-FFF2-40B4-BE49-F238E27FC236}">
                <a16:creationId xmlns:a16="http://schemas.microsoft.com/office/drawing/2014/main" id="{EB7CAB0A-BA58-DE44-4104-E9DAADD324A7}"/>
              </a:ext>
            </a:extLst>
          </p:cNvPr>
          <p:cNvSpPr>
            <a:spLocks noChangeArrowheads="1"/>
          </p:cNvSpPr>
          <p:nvPr/>
        </p:nvSpPr>
        <p:spPr bwMode="auto">
          <a:xfrm>
            <a:off x="3906839" y="3124200"/>
            <a:ext cx="439737" cy="228600"/>
          </a:xfrm>
          <a:prstGeom prst="rect">
            <a:avLst/>
          </a:prstGeom>
          <a:noFill/>
          <a:ln w="9525">
            <a:solidFill>
              <a:srgbClr val="8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algn="ctr" eaLnBrk="1" hangingPunct="1">
              <a:lnSpc>
                <a:spcPct val="100000"/>
              </a:lnSpc>
              <a:spcBef>
                <a:spcPct val="0"/>
              </a:spcBef>
              <a:buClrTx/>
              <a:buSzTx/>
              <a:buFontTx/>
              <a:buNone/>
            </a:pPr>
            <a:r>
              <a:rPr kumimoji="1" lang="en-US" altLang="zh-CN" sz="1800">
                <a:solidFill>
                  <a:schemeClr val="tx1"/>
                </a:solidFill>
                <a:latin typeface="Times New Roman" panose="02020603050405020304" pitchFamily="18" charset="0"/>
                <a:ea typeface="宋体" panose="02010600030101010101" pitchFamily="2" charset="-122"/>
              </a:rPr>
              <a:t>6</a:t>
            </a:r>
          </a:p>
        </p:txBody>
      </p:sp>
      <p:sp>
        <p:nvSpPr>
          <p:cNvPr id="45071" name="Rectangle 14">
            <a:extLst>
              <a:ext uri="{FF2B5EF4-FFF2-40B4-BE49-F238E27FC236}">
                <a16:creationId xmlns:a16="http://schemas.microsoft.com/office/drawing/2014/main" id="{F2A7D9BF-AA2A-7F0A-5048-7DFCC330596D}"/>
              </a:ext>
            </a:extLst>
          </p:cNvPr>
          <p:cNvSpPr>
            <a:spLocks noChangeArrowheads="1"/>
          </p:cNvSpPr>
          <p:nvPr/>
        </p:nvSpPr>
        <p:spPr bwMode="auto">
          <a:xfrm>
            <a:off x="4565650" y="3124200"/>
            <a:ext cx="439738" cy="228600"/>
          </a:xfrm>
          <a:prstGeom prst="rect">
            <a:avLst/>
          </a:prstGeom>
          <a:noFill/>
          <a:ln w="9525">
            <a:solidFill>
              <a:srgbClr val="8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algn="ctr" eaLnBrk="1" hangingPunct="1">
              <a:lnSpc>
                <a:spcPct val="100000"/>
              </a:lnSpc>
              <a:spcBef>
                <a:spcPct val="0"/>
              </a:spcBef>
              <a:buClrTx/>
              <a:buSzTx/>
              <a:buFontTx/>
              <a:buNone/>
            </a:pPr>
            <a:r>
              <a:rPr kumimoji="1" lang="en-US" altLang="zh-CN" sz="1800">
                <a:solidFill>
                  <a:schemeClr val="tx1"/>
                </a:solidFill>
                <a:latin typeface="Times New Roman" panose="02020603050405020304" pitchFamily="18" charset="0"/>
                <a:ea typeface="宋体" panose="02010600030101010101" pitchFamily="2" charset="-122"/>
              </a:rPr>
              <a:t>7</a:t>
            </a:r>
          </a:p>
        </p:txBody>
      </p:sp>
      <p:sp>
        <p:nvSpPr>
          <p:cNvPr id="45072" name="Rectangle 15">
            <a:extLst>
              <a:ext uri="{FF2B5EF4-FFF2-40B4-BE49-F238E27FC236}">
                <a16:creationId xmlns:a16="http://schemas.microsoft.com/office/drawing/2014/main" id="{4700C6EF-51A5-DC7F-324E-01828F799163}"/>
              </a:ext>
            </a:extLst>
          </p:cNvPr>
          <p:cNvSpPr>
            <a:spLocks noChangeArrowheads="1"/>
          </p:cNvSpPr>
          <p:nvPr/>
        </p:nvSpPr>
        <p:spPr bwMode="auto">
          <a:xfrm>
            <a:off x="2590800" y="3581400"/>
            <a:ext cx="438150" cy="228600"/>
          </a:xfrm>
          <a:prstGeom prst="rect">
            <a:avLst/>
          </a:prstGeom>
          <a:noFill/>
          <a:ln w="9525">
            <a:solidFill>
              <a:srgbClr val="8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algn="ctr" eaLnBrk="1" hangingPunct="1">
              <a:lnSpc>
                <a:spcPct val="100000"/>
              </a:lnSpc>
              <a:spcBef>
                <a:spcPct val="0"/>
              </a:spcBef>
              <a:buClrTx/>
              <a:buSzTx/>
              <a:buFontTx/>
              <a:buNone/>
            </a:pPr>
            <a:r>
              <a:rPr kumimoji="1" lang="en-US" altLang="zh-CN" sz="1800">
                <a:solidFill>
                  <a:schemeClr val="tx1"/>
                </a:solidFill>
                <a:latin typeface="Times New Roman" panose="02020603050405020304" pitchFamily="18" charset="0"/>
                <a:ea typeface="宋体" panose="02010600030101010101" pitchFamily="2" charset="-122"/>
              </a:rPr>
              <a:t>8</a:t>
            </a:r>
          </a:p>
        </p:txBody>
      </p:sp>
      <p:sp>
        <p:nvSpPr>
          <p:cNvPr id="45073" name="Rectangle 16">
            <a:extLst>
              <a:ext uri="{FF2B5EF4-FFF2-40B4-BE49-F238E27FC236}">
                <a16:creationId xmlns:a16="http://schemas.microsoft.com/office/drawing/2014/main" id="{867E2D93-1666-526E-EA0F-5BD35145617E}"/>
              </a:ext>
            </a:extLst>
          </p:cNvPr>
          <p:cNvSpPr>
            <a:spLocks noChangeArrowheads="1"/>
          </p:cNvSpPr>
          <p:nvPr/>
        </p:nvSpPr>
        <p:spPr bwMode="auto">
          <a:xfrm>
            <a:off x="3249613" y="3581400"/>
            <a:ext cx="438150" cy="228600"/>
          </a:xfrm>
          <a:prstGeom prst="rect">
            <a:avLst/>
          </a:prstGeom>
          <a:noFill/>
          <a:ln w="9525">
            <a:solidFill>
              <a:srgbClr val="8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algn="ctr" eaLnBrk="1" hangingPunct="1">
              <a:lnSpc>
                <a:spcPct val="100000"/>
              </a:lnSpc>
              <a:spcBef>
                <a:spcPct val="0"/>
              </a:spcBef>
              <a:buClrTx/>
              <a:buSzTx/>
              <a:buFontTx/>
              <a:buNone/>
            </a:pPr>
            <a:r>
              <a:rPr kumimoji="1" lang="en-US" altLang="zh-CN" sz="1800">
                <a:solidFill>
                  <a:schemeClr val="tx1"/>
                </a:solidFill>
                <a:latin typeface="Times New Roman" panose="02020603050405020304" pitchFamily="18" charset="0"/>
                <a:ea typeface="宋体" panose="02010600030101010101" pitchFamily="2" charset="-122"/>
              </a:rPr>
              <a:t>9</a:t>
            </a:r>
          </a:p>
        </p:txBody>
      </p:sp>
      <p:sp>
        <p:nvSpPr>
          <p:cNvPr id="45074" name="Rectangle 17">
            <a:extLst>
              <a:ext uri="{FF2B5EF4-FFF2-40B4-BE49-F238E27FC236}">
                <a16:creationId xmlns:a16="http://schemas.microsoft.com/office/drawing/2014/main" id="{581E7B84-1741-853B-E99D-1F93A63312B5}"/>
              </a:ext>
            </a:extLst>
          </p:cNvPr>
          <p:cNvSpPr>
            <a:spLocks noChangeArrowheads="1"/>
          </p:cNvSpPr>
          <p:nvPr/>
        </p:nvSpPr>
        <p:spPr bwMode="auto">
          <a:xfrm>
            <a:off x="3906839" y="3581400"/>
            <a:ext cx="439737" cy="228600"/>
          </a:xfrm>
          <a:prstGeom prst="rect">
            <a:avLst/>
          </a:prstGeom>
          <a:noFill/>
          <a:ln w="9525">
            <a:solidFill>
              <a:srgbClr val="8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algn="ctr" eaLnBrk="1" hangingPunct="1">
              <a:lnSpc>
                <a:spcPct val="100000"/>
              </a:lnSpc>
              <a:spcBef>
                <a:spcPct val="0"/>
              </a:spcBef>
              <a:buClrTx/>
              <a:buSzTx/>
              <a:buFontTx/>
              <a:buNone/>
            </a:pPr>
            <a:r>
              <a:rPr kumimoji="1" lang="en-US" altLang="zh-CN" sz="1800">
                <a:solidFill>
                  <a:schemeClr val="tx1"/>
                </a:solidFill>
                <a:latin typeface="Times New Roman" panose="02020603050405020304" pitchFamily="18" charset="0"/>
                <a:ea typeface="宋体" panose="02010600030101010101" pitchFamily="2" charset="-122"/>
              </a:rPr>
              <a:t>10</a:t>
            </a:r>
          </a:p>
        </p:txBody>
      </p:sp>
      <p:sp>
        <p:nvSpPr>
          <p:cNvPr id="45075" name="Rectangle 18">
            <a:extLst>
              <a:ext uri="{FF2B5EF4-FFF2-40B4-BE49-F238E27FC236}">
                <a16:creationId xmlns:a16="http://schemas.microsoft.com/office/drawing/2014/main" id="{F32EAE30-6078-EA98-A9D5-7A7C8A1B2E70}"/>
              </a:ext>
            </a:extLst>
          </p:cNvPr>
          <p:cNvSpPr>
            <a:spLocks noChangeArrowheads="1"/>
          </p:cNvSpPr>
          <p:nvPr/>
        </p:nvSpPr>
        <p:spPr bwMode="auto">
          <a:xfrm>
            <a:off x="4565650" y="3581400"/>
            <a:ext cx="439738" cy="228600"/>
          </a:xfrm>
          <a:prstGeom prst="rect">
            <a:avLst/>
          </a:prstGeom>
          <a:noFill/>
          <a:ln w="9525">
            <a:solidFill>
              <a:srgbClr val="8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algn="ctr" eaLnBrk="1" hangingPunct="1">
              <a:lnSpc>
                <a:spcPct val="100000"/>
              </a:lnSpc>
              <a:spcBef>
                <a:spcPct val="0"/>
              </a:spcBef>
              <a:buClrTx/>
              <a:buSzTx/>
              <a:buFontTx/>
              <a:buNone/>
            </a:pPr>
            <a:r>
              <a:rPr kumimoji="1" lang="en-US" altLang="zh-CN" sz="1800">
                <a:solidFill>
                  <a:schemeClr val="tx1"/>
                </a:solidFill>
                <a:latin typeface="Times New Roman" panose="02020603050405020304" pitchFamily="18" charset="0"/>
                <a:ea typeface="宋体" panose="02010600030101010101" pitchFamily="2" charset="-122"/>
              </a:rPr>
              <a:t>11</a:t>
            </a:r>
          </a:p>
        </p:txBody>
      </p:sp>
      <p:sp>
        <p:nvSpPr>
          <p:cNvPr id="45076" name="Rectangle 19">
            <a:extLst>
              <a:ext uri="{FF2B5EF4-FFF2-40B4-BE49-F238E27FC236}">
                <a16:creationId xmlns:a16="http://schemas.microsoft.com/office/drawing/2014/main" id="{15FB3790-BA17-A137-99F2-2AF4789F8A48}"/>
              </a:ext>
            </a:extLst>
          </p:cNvPr>
          <p:cNvSpPr>
            <a:spLocks noChangeArrowheads="1"/>
          </p:cNvSpPr>
          <p:nvPr/>
        </p:nvSpPr>
        <p:spPr bwMode="auto">
          <a:xfrm>
            <a:off x="2590800" y="4038600"/>
            <a:ext cx="438150" cy="228600"/>
          </a:xfrm>
          <a:prstGeom prst="rect">
            <a:avLst/>
          </a:prstGeom>
          <a:noFill/>
          <a:ln w="9525">
            <a:solidFill>
              <a:srgbClr val="8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algn="ctr" eaLnBrk="1" hangingPunct="1">
              <a:lnSpc>
                <a:spcPct val="100000"/>
              </a:lnSpc>
              <a:spcBef>
                <a:spcPct val="0"/>
              </a:spcBef>
              <a:buClrTx/>
              <a:buSzTx/>
              <a:buFontTx/>
              <a:buNone/>
            </a:pPr>
            <a:r>
              <a:rPr kumimoji="1" lang="en-US" altLang="zh-CN" sz="1800">
                <a:solidFill>
                  <a:schemeClr val="tx1"/>
                </a:solidFill>
                <a:latin typeface="Times New Roman" panose="02020603050405020304" pitchFamily="18" charset="0"/>
                <a:ea typeface="宋体" panose="02010600030101010101" pitchFamily="2" charset="-122"/>
              </a:rPr>
              <a:t>12</a:t>
            </a:r>
          </a:p>
        </p:txBody>
      </p:sp>
      <p:sp>
        <p:nvSpPr>
          <p:cNvPr id="45077" name="Rectangle 20">
            <a:extLst>
              <a:ext uri="{FF2B5EF4-FFF2-40B4-BE49-F238E27FC236}">
                <a16:creationId xmlns:a16="http://schemas.microsoft.com/office/drawing/2014/main" id="{23BEB0AF-D8D7-183E-07FA-32B2B2A6A1DF}"/>
              </a:ext>
            </a:extLst>
          </p:cNvPr>
          <p:cNvSpPr>
            <a:spLocks noChangeArrowheads="1"/>
          </p:cNvSpPr>
          <p:nvPr/>
        </p:nvSpPr>
        <p:spPr bwMode="auto">
          <a:xfrm>
            <a:off x="3249613" y="4038600"/>
            <a:ext cx="438150" cy="228600"/>
          </a:xfrm>
          <a:prstGeom prst="rect">
            <a:avLst/>
          </a:prstGeom>
          <a:noFill/>
          <a:ln w="9525">
            <a:solidFill>
              <a:srgbClr val="8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algn="ctr" eaLnBrk="1" hangingPunct="1">
              <a:lnSpc>
                <a:spcPct val="100000"/>
              </a:lnSpc>
              <a:spcBef>
                <a:spcPct val="0"/>
              </a:spcBef>
              <a:buClrTx/>
              <a:buSzTx/>
              <a:buFontTx/>
              <a:buNone/>
            </a:pPr>
            <a:r>
              <a:rPr kumimoji="1" lang="en-US" altLang="zh-CN" sz="1800">
                <a:solidFill>
                  <a:schemeClr val="tx1"/>
                </a:solidFill>
                <a:latin typeface="Times New Roman" panose="02020603050405020304" pitchFamily="18" charset="0"/>
                <a:ea typeface="宋体" panose="02010600030101010101" pitchFamily="2" charset="-122"/>
              </a:rPr>
              <a:t>13</a:t>
            </a:r>
          </a:p>
        </p:txBody>
      </p:sp>
      <p:sp>
        <p:nvSpPr>
          <p:cNvPr id="45078" name="Rectangle 21">
            <a:extLst>
              <a:ext uri="{FF2B5EF4-FFF2-40B4-BE49-F238E27FC236}">
                <a16:creationId xmlns:a16="http://schemas.microsoft.com/office/drawing/2014/main" id="{DCD8735D-C8FB-8DD7-6B05-8980777BE429}"/>
              </a:ext>
            </a:extLst>
          </p:cNvPr>
          <p:cNvSpPr>
            <a:spLocks noChangeArrowheads="1"/>
          </p:cNvSpPr>
          <p:nvPr/>
        </p:nvSpPr>
        <p:spPr bwMode="auto">
          <a:xfrm>
            <a:off x="3906839" y="4038600"/>
            <a:ext cx="439737" cy="228600"/>
          </a:xfrm>
          <a:prstGeom prst="rect">
            <a:avLst/>
          </a:prstGeom>
          <a:noFill/>
          <a:ln w="9525">
            <a:solidFill>
              <a:srgbClr val="8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algn="ctr" eaLnBrk="1" hangingPunct="1">
              <a:lnSpc>
                <a:spcPct val="100000"/>
              </a:lnSpc>
              <a:spcBef>
                <a:spcPct val="0"/>
              </a:spcBef>
              <a:buClrTx/>
              <a:buSzTx/>
              <a:buFontTx/>
              <a:buNone/>
            </a:pPr>
            <a:r>
              <a:rPr kumimoji="1" lang="en-US" altLang="zh-CN" sz="1800">
                <a:solidFill>
                  <a:schemeClr val="tx1"/>
                </a:solidFill>
                <a:latin typeface="Times New Roman" panose="02020603050405020304" pitchFamily="18" charset="0"/>
                <a:ea typeface="宋体" panose="02010600030101010101" pitchFamily="2" charset="-122"/>
              </a:rPr>
              <a:t>14</a:t>
            </a:r>
          </a:p>
        </p:txBody>
      </p:sp>
      <p:sp>
        <p:nvSpPr>
          <p:cNvPr id="45079" name="Rectangle 22">
            <a:extLst>
              <a:ext uri="{FF2B5EF4-FFF2-40B4-BE49-F238E27FC236}">
                <a16:creationId xmlns:a16="http://schemas.microsoft.com/office/drawing/2014/main" id="{973A81FE-960F-F7AE-00C6-5E9845928AA4}"/>
              </a:ext>
            </a:extLst>
          </p:cNvPr>
          <p:cNvSpPr>
            <a:spLocks noChangeArrowheads="1"/>
          </p:cNvSpPr>
          <p:nvPr/>
        </p:nvSpPr>
        <p:spPr bwMode="auto">
          <a:xfrm>
            <a:off x="4565650" y="4038600"/>
            <a:ext cx="439738" cy="228600"/>
          </a:xfrm>
          <a:prstGeom prst="rect">
            <a:avLst/>
          </a:prstGeom>
          <a:noFill/>
          <a:ln w="9525">
            <a:solidFill>
              <a:srgbClr val="8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algn="ctr" eaLnBrk="1" hangingPunct="1">
              <a:lnSpc>
                <a:spcPct val="100000"/>
              </a:lnSpc>
              <a:spcBef>
                <a:spcPct val="0"/>
              </a:spcBef>
              <a:buClrTx/>
              <a:buSzTx/>
              <a:buFontTx/>
              <a:buNone/>
            </a:pPr>
            <a:r>
              <a:rPr kumimoji="1" lang="en-US" altLang="zh-CN" sz="1800">
                <a:solidFill>
                  <a:schemeClr val="tx1"/>
                </a:solidFill>
                <a:latin typeface="Times New Roman" panose="02020603050405020304" pitchFamily="18" charset="0"/>
                <a:ea typeface="宋体" panose="02010600030101010101" pitchFamily="2" charset="-122"/>
              </a:rPr>
              <a:t>15</a:t>
            </a:r>
          </a:p>
        </p:txBody>
      </p:sp>
      <p:sp>
        <p:nvSpPr>
          <p:cNvPr id="45080" name="Rectangle 23">
            <a:extLst>
              <a:ext uri="{FF2B5EF4-FFF2-40B4-BE49-F238E27FC236}">
                <a16:creationId xmlns:a16="http://schemas.microsoft.com/office/drawing/2014/main" id="{2AEB40EC-9678-EA4A-43D7-24786C09BF8A}"/>
              </a:ext>
            </a:extLst>
          </p:cNvPr>
          <p:cNvSpPr>
            <a:spLocks noChangeArrowheads="1"/>
          </p:cNvSpPr>
          <p:nvPr/>
        </p:nvSpPr>
        <p:spPr bwMode="auto">
          <a:xfrm>
            <a:off x="2590800" y="4495800"/>
            <a:ext cx="438150" cy="228600"/>
          </a:xfrm>
          <a:prstGeom prst="rect">
            <a:avLst/>
          </a:prstGeom>
          <a:noFill/>
          <a:ln w="9525">
            <a:solidFill>
              <a:srgbClr val="8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algn="ctr" eaLnBrk="1" hangingPunct="1">
              <a:lnSpc>
                <a:spcPct val="100000"/>
              </a:lnSpc>
              <a:spcBef>
                <a:spcPct val="0"/>
              </a:spcBef>
              <a:buClrTx/>
              <a:buSzTx/>
              <a:buFontTx/>
              <a:buNone/>
            </a:pPr>
            <a:r>
              <a:rPr kumimoji="1" lang="en-US" altLang="zh-CN" sz="1800">
                <a:solidFill>
                  <a:schemeClr val="tx1"/>
                </a:solidFill>
                <a:latin typeface="Times New Roman" panose="02020603050405020304" pitchFamily="18" charset="0"/>
                <a:ea typeface="宋体" panose="02010600030101010101" pitchFamily="2" charset="-122"/>
              </a:rPr>
              <a:t>16</a:t>
            </a:r>
          </a:p>
        </p:txBody>
      </p:sp>
      <p:sp>
        <p:nvSpPr>
          <p:cNvPr id="45081" name="Rectangle 24">
            <a:extLst>
              <a:ext uri="{FF2B5EF4-FFF2-40B4-BE49-F238E27FC236}">
                <a16:creationId xmlns:a16="http://schemas.microsoft.com/office/drawing/2014/main" id="{3081BCBC-41BB-F842-153B-5606E7501F73}"/>
              </a:ext>
            </a:extLst>
          </p:cNvPr>
          <p:cNvSpPr>
            <a:spLocks noChangeArrowheads="1"/>
          </p:cNvSpPr>
          <p:nvPr/>
        </p:nvSpPr>
        <p:spPr bwMode="auto">
          <a:xfrm>
            <a:off x="3249613" y="4495800"/>
            <a:ext cx="438150" cy="228600"/>
          </a:xfrm>
          <a:prstGeom prst="rect">
            <a:avLst/>
          </a:prstGeom>
          <a:noFill/>
          <a:ln w="9525">
            <a:solidFill>
              <a:srgbClr val="8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algn="ctr" eaLnBrk="1" hangingPunct="1">
              <a:lnSpc>
                <a:spcPct val="100000"/>
              </a:lnSpc>
              <a:spcBef>
                <a:spcPct val="0"/>
              </a:spcBef>
              <a:buClrTx/>
              <a:buSzTx/>
              <a:buFontTx/>
              <a:buNone/>
            </a:pPr>
            <a:r>
              <a:rPr kumimoji="1" lang="en-US" altLang="zh-CN" sz="1800">
                <a:solidFill>
                  <a:schemeClr val="tx1"/>
                </a:solidFill>
                <a:latin typeface="Times New Roman" panose="02020603050405020304" pitchFamily="18" charset="0"/>
                <a:ea typeface="宋体" panose="02010600030101010101" pitchFamily="2" charset="-122"/>
              </a:rPr>
              <a:t>17</a:t>
            </a:r>
          </a:p>
        </p:txBody>
      </p:sp>
      <p:sp>
        <p:nvSpPr>
          <p:cNvPr id="45082" name="Rectangle 25">
            <a:extLst>
              <a:ext uri="{FF2B5EF4-FFF2-40B4-BE49-F238E27FC236}">
                <a16:creationId xmlns:a16="http://schemas.microsoft.com/office/drawing/2014/main" id="{D3208A17-55AD-AF72-C557-9C16E704BAF6}"/>
              </a:ext>
            </a:extLst>
          </p:cNvPr>
          <p:cNvSpPr>
            <a:spLocks noChangeArrowheads="1"/>
          </p:cNvSpPr>
          <p:nvPr/>
        </p:nvSpPr>
        <p:spPr bwMode="auto">
          <a:xfrm>
            <a:off x="3906839" y="4495800"/>
            <a:ext cx="439737" cy="228600"/>
          </a:xfrm>
          <a:prstGeom prst="rect">
            <a:avLst/>
          </a:prstGeom>
          <a:noFill/>
          <a:ln w="9525">
            <a:solidFill>
              <a:srgbClr val="8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algn="ctr" eaLnBrk="1" hangingPunct="1">
              <a:lnSpc>
                <a:spcPct val="100000"/>
              </a:lnSpc>
              <a:spcBef>
                <a:spcPct val="0"/>
              </a:spcBef>
              <a:buClrTx/>
              <a:buSzTx/>
              <a:buFontTx/>
              <a:buNone/>
            </a:pPr>
            <a:r>
              <a:rPr kumimoji="1" lang="en-US" altLang="zh-CN" sz="1800">
                <a:solidFill>
                  <a:schemeClr val="tx1"/>
                </a:solidFill>
                <a:latin typeface="Times New Roman" panose="02020603050405020304" pitchFamily="18" charset="0"/>
                <a:ea typeface="宋体" panose="02010600030101010101" pitchFamily="2" charset="-122"/>
              </a:rPr>
              <a:t>18</a:t>
            </a:r>
          </a:p>
        </p:txBody>
      </p:sp>
      <p:sp>
        <p:nvSpPr>
          <p:cNvPr id="45083" name="Rectangle 26">
            <a:extLst>
              <a:ext uri="{FF2B5EF4-FFF2-40B4-BE49-F238E27FC236}">
                <a16:creationId xmlns:a16="http://schemas.microsoft.com/office/drawing/2014/main" id="{25FAD01E-0881-9E34-9CF1-80FA2599A226}"/>
              </a:ext>
            </a:extLst>
          </p:cNvPr>
          <p:cNvSpPr>
            <a:spLocks noChangeArrowheads="1"/>
          </p:cNvSpPr>
          <p:nvPr/>
        </p:nvSpPr>
        <p:spPr bwMode="auto">
          <a:xfrm>
            <a:off x="4565650" y="4495800"/>
            <a:ext cx="439738" cy="228600"/>
          </a:xfrm>
          <a:prstGeom prst="rect">
            <a:avLst/>
          </a:prstGeom>
          <a:noFill/>
          <a:ln w="9525">
            <a:solidFill>
              <a:srgbClr val="8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algn="ctr" eaLnBrk="1" hangingPunct="1">
              <a:lnSpc>
                <a:spcPct val="100000"/>
              </a:lnSpc>
              <a:spcBef>
                <a:spcPct val="0"/>
              </a:spcBef>
              <a:buClrTx/>
              <a:buSzTx/>
              <a:buFontTx/>
              <a:buNone/>
            </a:pPr>
            <a:r>
              <a:rPr kumimoji="1" lang="en-US" altLang="zh-CN" sz="1800">
                <a:solidFill>
                  <a:schemeClr val="tx1"/>
                </a:solidFill>
                <a:latin typeface="Times New Roman" panose="02020603050405020304" pitchFamily="18" charset="0"/>
                <a:ea typeface="宋体" panose="02010600030101010101" pitchFamily="2" charset="-122"/>
              </a:rPr>
              <a:t>16</a:t>
            </a:r>
          </a:p>
        </p:txBody>
      </p:sp>
      <p:sp>
        <p:nvSpPr>
          <p:cNvPr id="45084" name="Rectangle 27">
            <a:extLst>
              <a:ext uri="{FF2B5EF4-FFF2-40B4-BE49-F238E27FC236}">
                <a16:creationId xmlns:a16="http://schemas.microsoft.com/office/drawing/2014/main" id="{1CE2DC05-3C29-3591-F275-64B6A8254C69}"/>
              </a:ext>
            </a:extLst>
          </p:cNvPr>
          <p:cNvSpPr>
            <a:spLocks noChangeArrowheads="1"/>
          </p:cNvSpPr>
          <p:nvPr/>
        </p:nvSpPr>
        <p:spPr bwMode="auto">
          <a:xfrm>
            <a:off x="2590800" y="4953000"/>
            <a:ext cx="438150" cy="228600"/>
          </a:xfrm>
          <a:prstGeom prst="rect">
            <a:avLst/>
          </a:prstGeom>
          <a:noFill/>
          <a:ln w="9525">
            <a:solidFill>
              <a:srgbClr val="8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algn="ctr" eaLnBrk="1" hangingPunct="1">
              <a:lnSpc>
                <a:spcPct val="100000"/>
              </a:lnSpc>
              <a:spcBef>
                <a:spcPct val="0"/>
              </a:spcBef>
              <a:buClrTx/>
              <a:buSzTx/>
              <a:buFontTx/>
              <a:buNone/>
            </a:pPr>
            <a:r>
              <a:rPr kumimoji="1" lang="en-US" altLang="zh-CN" sz="1800">
                <a:solidFill>
                  <a:schemeClr val="tx1"/>
                </a:solidFill>
                <a:latin typeface="Times New Roman" panose="02020603050405020304" pitchFamily="18" charset="0"/>
                <a:ea typeface="宋体" panose="02010600030101010101" pitchFamily="2" charset="-122"/>
              </a:rPr>
              <a:t>20</a:t>
            </a:r>
          </a:p>
        </p:txBody>
      </p:sp>
      <p:sp>
        <p:nvSpPr>
          <p:cNvPr id="45085" name="Rectangle 28">
            <a:extLst>
              <a:ext uri="{FF2B5EF4-FFF2-40B4-BE49-F238E27FC236}">
                <a16:creationId xmlns:a16="http://schemas.microsoft.com/office/drawing/2014/main" id="{30A91D16-90C5-55EF-4424-2F413EB6FA12}"/>
              </a:ext>
            </a:extLst>
          </p:cNvPr>
          <p:cNvSpPr>
            <a:spLocks noChangeArrowheads="1"/>
          </p:cNvSpPr>
          <p:nvPr/>
        </p:nvSpPr>
        <p:spPr bwMode="auto">
          <a:xfrm>
            <a:off x="3249613" y="4953000"/>
            <a:ext cx="438150" cy="228600"/>
          </a:xfrm>
          <a:prstGeom prst="rect">
            <a:avLst/>
          </a:prstGeom>
          <a:noFill/>
          <a:ln w="9525">
            <a:solidFill>
              <a:srgbClr val="8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algn="ctr" eaLnBrk="1" hangingPunct="1">
              <a:lnSpc>
                <a:spcPct val="100000"/>
              </a:lnSpc>
              <a:spcBef>
                <a:spcPct val="0"/>
              </a:spcBef>
              <a:buClrTx/>
              <a:buSzTx/>
              <a:buFontTx/>
              <a:buNone/>
            </a:pPr>
            <a:r>
              <a:rPr kumimoji="1" lang="en-US" altLang="zh-CN" sz="1800">
                <a:solidFill>
                  <a:schemeClr val="tx1"/>
                </a:solidFill>
                <a:latin typeface="Times New Roman" panose="02020603050405020304" pitchFamily="18" charset="0"/>
                <a:ea typeface="宋体" panose="02010600030101010101" pitchFamily="2" charset="-122"/>
              </a:rPr>
              <a:t>21</a:t>
            </a:r>
          </a:p>
        </p:txBody>
      </p:sp>
      <p:sp>
        <p:nvSpPr>
          <p:cNvPr id="45086" name="Rectangle 29">
            <a:extLst>
              <a:ext uri="{FF2B5EF4-FFF2-40B4-BE49-F238E27FC236}">
                <a16:creationId xmlns:a16="http://schemas.microsoft.com/office/drawing/2014/main" id="{3591C5FD-691A-59F8-CE4D-71CF5D6F1569}"/>
              </a:ext>
            </a:extLst>
          </p:cNvPr>
          <p:cNvSpPr>
            <a:spLocks noChangeArrowheads="1"/>
          </p:cNvSpPr>
          <p:nvPr/>
        </p:nvSpPr>
        <p:spPr bwMode="auto">
          <a:xfrm>
            <a:off x="3906839" y="4953000"/>
            <a:ext cx="439737" cy="228600"/>
          </a:xfrm>
          <a:prstGeom prst="rect">
            <a:avLst/>
          </a:prstGeom>
          <a:noFill/>
          <a:ln w="9525">
            <a:solidFill>
              <a:srgbClr val="8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algn="ctr" eaLnBrk="1" hangingPunct="1">
              <a:lnSpc>
                <a:spcPct val="100000"/>
              </a:lnSpc>
              <a:spcBef>
                <a:spcPct val="0"/>
              </a:spcBef>
              <a:buClrTx/>
              <a:buSzTx/>
              <a:buFontTx/>
              <a:buNone/>
            </a:pPr>
            <a:r>
              <a:rPr kumimoji="1" lang="en-US" altLang="zh-CN" sz="1800">
                <a:solidFill>
                  <a:schemeClr val="tx1"/>
                </a:solidFill>
                <a:latin typeface="Times New Roman" panose="02020603050405020304" pitchFamily="18" charset="0"/>
                <a:ea typeface="宋体" panose="02010600030101010101" pitchFamily="2" charset="-122"/>
              </a:rPr>
              <a:t>22</a:t>
            </a:r>
          </a:p>
        </p:txBody>
      </p:sp>
      <p:sp>
        <p:nvSpPr>
          <p:cNvPr id="45087" name="Rectangle 30">
            <a:extLst>
              <a:ext uri="{FF2B5EF4-FFF2-40B4-BE49-F238E27FC236}">
                <a16:creationId xmlns:a16="http://schemas.microsoft.com/office/drawing/2014/main" id="{DD3AD158-5B1A-12C9-2F13-E61FAB1F6962}"/>
              </a:ext>
            </a:extLst>
          </p:cNvPr>
          <p:cNvSpPr>
            <a:spLocks noChangeArrowheads="1"/>
          </p:cNvSpPr>
          <p:nvPr/>
        </p:nvSpPr>
        <p:spPr bwMode="auto">
          <a:xfrm>
            <a:off x="4565650" y="4953000"/>
            <a:ext cx="439738" cy="228600"/>
          </a:xfrm>
          <a:prstGeom prst="rect">
            <a:avLst/>
          </a:prstGeom>
          <a:noFill/>
          <a:ln w="9525">
            <a:solidFill>
              <a:srgbClr val="8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algn="ctr" eaLnBrk="1" hangingPunct="1">
              <a:lnSpc>
                <a:spcPct val="100000"/>
              </a:lnSpc>
              <a:spcBef>
                <a:spcPct val="0"/>
              </a:spcBef>
              <a:buClrTx/>
              <a:buSzTx/>
              <a:buFontTx/>
              <a:buNone/>
            </a:pPr>
            <a:r>
              <a:rPr kumimoji="1" lang="en-US" altLang="zh-CN" sz="1800">
                <a:solidFill>
                  <a:schemeClr val="tx1"/>
                </a:solidFill>
                <a:latin typeface="Times New Roman" panose="02020603050405020304" pitchFamily="18" charset="0"/>
                <a:ea typeface="宋体" panose="02010600030101010101" pitchFamily="2" charset="-122"/>
              </a:rPr>
              <a:t>23</a:t>
            </a:r>
          </a:p>
        </p:txBody>
      </p:sp>
      <p:sp>
        <p:nvSpPr>
          <p:cNvPr id="45088" name="Rectangle 31">
            <a:extLst>
              <a:ext uri="{FF2B5EF4-FFF2-40B4-BE49-F238E27FC236}">
                <a16:creationId xmlns:a16="http://schemas.microsoft.com/office/drawing/2014/main" id="{CCACFE7B-E303-9454-AD6E-FEE277BEEF26}"/>
              </a:ext>
            </a:extLst>
          </p:cNvPr>
          <p:cNvSpPr>
            <a:spLocks noChangeArrowheads="1"/>
          </p:cNvSpPr>
          <p:nvPr/>
        </p:nvSpPr>
        <p:spPr bwMode="auto">
          <a:xfrm>
            <a:off x="2590800" y="5410200"/>
            <a:ext cx="438150" cy="228600"/>
          </a:xfrm>
          <a:prstGeom prst="rect">
            <a:avLst/>
          </a:prstGeom>
          <a:noFill/>
          <a:ln w="9525">
            <a:solidFill>
              <a:srgbClr val="8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algn="ctr" eaLnBrk="1" hangingPunct="1">
              <a:lnSpc>
                <a:spcPct val="100000"/>
              </a:lnSpc>
              <a:spcBef>
                <a:spcPct val="0"/>
              </a:spcBef>
              <a:buClrTx/>
              <a:buSzTx/>
              <a:buFontTx/>
              <a:buNone/>
            </a:pPr>
            <a:r>
              <a:rPr kumimoji="1" lang="en-US" altLang="zh-CN" sz="1800">
                <a:solidFill>
                  <a:schemeClr val="tx1"/>
                </a:solidFill>
                <a:latin typeface="Times New Roman" panose="02020603050405020304" pitchFamily="18" charset="0"/>
                <a:ea typeface="宋体" panose="02010600030101010101" pitchFamily="2" charset="-122"/>
              </a:rPr>
              <a:t>24</a:t>
            </a:r>
          </a:p>
        </p:txBody>
      </p:sp>
      <p:sp>
        <p:nvSpPr>
          <p:cNvPr id="45089" name="Rectangle 32">
            <a:extLst>
              <a:ext uri="{FF2B5EF4-FFF2-40B4-BE49-F238E27FC236}">
                <a16:creationId xmlns:a16="http://schemas.microsoft.com/office/drawing/2014/main" id="{F9E66ABD-9793-C136-BD9A-26573B52DDC0}"/>
              </a:ext>
            </a:extLst>
          </p:cNvPr>
          <p:cNvSpPr>
            <a:spLocks noChangeArrowheads="1"/>
          </p:cNvSpPr>
          <p:nvPr/>
        </p:nvSpPr>
        <p:spPr bwMode="auto">
          <a:xfrm>
            <a:off x="3249613" y="5410200"/>
            <a:ext cx="438150" cy="228600"/>
          </a:xfrm>
          <a:prstGeom prst="rect">
            <a:avLst/>
          </a:prstGeom>
          <a:noFill/>
          <a:ln w="9525">
            <a:solidFill>
              <a:srgbClr val="8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algn="ctr" eaLnBrk="1" hangingPunct="1">
              <a:lnSpc>
                <a:spcPct val="100000"/>
              </a:lnSpc>
              <a:spcBef>
                <a:spcPct val="0"/>
              </a:spcBef>
              <a:buClrTx/>
              <a:buSzTx/>
              <a:buFontTx/>
              <a:buNone/>
            </a:pPr>
            <a:r>
              <a:rPr kumimoji="1" lang="en-US" altLang="zh-CN" sz="1800">
                <a:solidFill>
                  <a:schemeClr val="tx1"/>
                </a:solidFill>
                <a:latin typeface="Times New Roman" panose="02020603050405020304" pitchFamily="18" charset="0"/>
                <a:ea typeface="宋体" panose="02010600030101010101" pitchFamily="2" charset="-122"/>
              </a:rPr>
              <a:t>25</a:t>
            </a:r>
          </a:p>
        </p:txBody>
      </p:sp>
      <p:sp>
        <p:nvSpPr>
          <p:cNvPr id="45090" name="Rectangle 33">
            <a:extLst>
              <a:ext uri="{FF2B5EF4-FFF2-40B4-BE49-F238E27FC236}">
                <a16:creationId xmlns:a16="http://schemas.microsoft.com/office/drawing/2014/main" id="{C4B3CDF8-CB63-909B-CCF7-0D7175AA3980}"/>
              </a:ext>
            </a:extLst>
          </p:cNvPr>
          <p:cNvSpPr>
            <a:spLocks noChangeArrowheads="1"/>
          </p:cNvSpPr>
          <p:nvPr/>
        </p:nvSpPr>
        <p:spPr bwMode="auto">
          <a:xfrm>
            <a:off x="3906839" y="5410200"/>
            <a:ext cx="439737" cy="228600"/>
          </a:xfrm>
          <a:prstGeom prst="rect">
            <a:avLst/>
          </a:prstGeom>
          <a:noFill/>
          <a:ln w="9525">
            <a:solidFill>
              <a:srgbClr val="8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algn="ctr" eaLnBrk="1" hangingPunct="1">
              <a:lnSpc>
                <a:spcPct val="100000"/>
              </a:lnSpc>
              <a:spcBef>
                <a:spcPct val="0"/>
              </a:spcBef>
              <a:buClrTx/>
              <a:buSzTx/>
              <a:buFontTx/>
              <a:buNone/>
            </a:pPr>
            <a:r>
              <a:rPr kumimoji="1" lang="en-US" altLang="zh-CN" sz="1800">
                <a:solidFill>
                  <a:schemeClr val="tx1"/>
                </a:solidFill>
                <a:latin typeface="Times New Roman" panose="02020603050405020304" pitchFamily="18" charset="0"/>
                <a:ea typeface="宋体" panose="02010600030101010101" pitchFamily="2" charset="-122"/>
              </a:rPr>
              <a:t>26</a:t>
            </a:r>
          </a:p>
        </p:txBody>
      </p:sp>
      <p:sp>
        <p:nvSpPr>
          <p:cNvPr id="45091" name="Rectangle 34">
            <a:extLst>
              <a:ext uri="{FF2B5EF4-FFF2-40B4-BE49-F238E27FC236}">
                <a16:creationId xmlns:a16="http://schemas.microsoft.com/office/drawing/2014/main" id="{79F52B2E-1D4D-2AD4-3E21-DBE8CF1B11AE}"/>
              </a:ext>
            </a:extLst>
          </p:cNvPr>
          <p:cNvSpPr>
            <a:spLocks noChangeArrowheads="1"/>
          </p:cNvSpPr>
          <p:nvPr/>
        </p:nvSpPr>
        <p:spPr bwMode="auto">
          <a:xfrm>
            <a:off x="4565650" y="5410200"/>
            <a:ext cx="439738" cy="228600"/>
          </a:xfrm>
          <a:prstGeom prst="rect">
            <a:avLst/>
          </a:prstGeom>
          <a:noFill/>
          <a:ln w="9525">
            <a:solidFill>
              <a:srgbClr val="8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algn="ctr" eaLnBrk="1" hangingPunct="1">
              <a:lnSpc>
                <a:spcPct val="100000"/>
              </a:lnSpc>
              <a:spcBef>
                <a:spcPct val="0"/>
              </a:spcBef>
              <a:buClrTx/>
              <a:buSzTx/>
              <a:buFontTx/>
              <a:buNone/>
            </a:pPr>
            <a:r>
              <a:rPr kumimoji="1" lang="en-US" altLang="zh-CN" sz="1800">
                <a:solidFill>
                  <a:schemeClr val="tx1"/>
                </a:solidFill>
                <a:latin typeface="Times New Roman" panose="02020603050405020304" pitchFamily="18" charset="0"/>
                <a:ea typeface="宋体" panose="02010600030101010101" pitchFamily="2" charset="-122"/>
              </a:rPr>
              <a:t>27</a:t>
            </a:r>
          </a:p>
        </p:txBody>
      </p:sp>
      <p:sp>
        <p:nvSpPr>
          <p:cNvPr id="45092" name="Rectangle 35">
            <a:extLst>
              <a:ext uri="{FF2B5EF4-FFF2-40B4-BE49-F238E27FC236}">
                <a16:creationId xmlns:a16="http://schemas.microsoft.com/office/drawing/2014/main" id="{62146476-8B4D-033A-6B7A-69D3C03B1574}"/>
              </a:ext>
            </a:extLst>
          </p:cNvPr>
          <p:cNvSpPr>
            <a:spLocks noChangeArrowheads="1"/>
          </p:cNvSpPr>
          <p:nvPr/>
        </p:nvSpPr>
        <p:spPr bwMode="auto">
          <a:xfrm>
            <a:off x="2590800" y="5867400"/>
            <a:ext cx="438150" cy="228600"/>
          </a:xfrm>
          <a:prstGeom prst="rect">
            <a:avLst/>
          </a:prstGeom>
          <a:noFill/>
          <a:ln w="9525">
            <a:solidFill>
              <a:srgbClr val="8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algn="ctr" eaLnBrk="1" hangingPunct="1">
              <a:lnSpc>
                <a:spcPct val="100000"/>
              </a:lnSpc>
              <a:spcBef>
                <a:spcPct val="0"/>
              </a:spcBef>
              <a:buClrTx/>
              <a:buSzTx/>
              <a:buFontTx/>
              <a:buNone/>
            </a:pPr>
            <a:r>
              <a:rPr kumimoji="1" lang="en-US" altLang="zh-CN" sz="1800">
                <a:solidFill>
                  <a:schemeClr val="tx1"/>
                </a:solidFill>
                <a:latin typeface="Times New Roman" panose="02020603050405020304" pitchFamily="18" charset="0"/>
                <a:ea typeface="宋体" panose="02010600030101010101" pitchFamily="2" charset="-122"/>
              </a:rPr>
              <a:t>28</a:t>
            </a:r>
          </a:p>
        </p:txBody>
      </p:sp>
      <p:sp>
        <p:nvSpPr>
          <p:cNvPr id="45093" name="Rectangle 36">
            <a:extLst>
              <a:ext uri="{FF2B5EF4-FFF2-40B4-BE49-F238E27FC236}">
                <a16:creationId xmlns:a16="http://schemas.microsoft.com/office/drawing/2014/main" id="{2AD9BCA1-DA10-D8E3-A312-21AF9486A6CF}"/>
              </a:ext>
            </a:extLst>
          </p:cNvPr>
          <p:cNvSpPr>
            <a:spLocks noChangeArrowheads="1"/>
          </p:cNvSpPr>
          <p:nvPr/>
        </p:nvSpPr>
        <p:spPr bwMode="auto">
          <a:xfrm>
            <a:off x="3249613" y="5867400"/>
            <a:ext cx="438150" cy="228600"/>
          </a:xfrm>
          <a:prstGeom prst="rect">
            <a:avLst/>
          </a:prstGeom>
          <a:noFill/>
          <a:ln w="9525">
            <a:solidFill>
              <a:srgbClr val="8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algn="ctr" eaLnBrk="1" hangingPunct="1">
              <a:lnSpc>
                <a:spcPct val="100000"/>
              </a:lnSpc>
              <a:spcBef>
                <a:spcPct val="0"/>
              </a:spcBef>
              <a:buClrTx/>
              <a:buSzTx/>
              <a:buFontTx/>
              <a:buNone/>
            </a:pPr>
            <a:r>
              <a:rPr kumimoji="1" lang="en-US" altLang="zh-CN" sz="1800">
                <a:solidFill>
                  <a:schemeClr val="tx1"/>
                </a:solidFill>
                <a:latin typeface="Times New Roman" panose="02020603050405020304" pitchFamily="18" charset="0"/>
                <a:ea typeface="宋体" panose="02010600030101010101" pitchFamily="2" charset="-122"/>
              </a:rPr>
              <a:t>26</a:t>
            </a:r>
          </a:p>
        </p:txBody>
      </p:sp>
      <p:sp>
        <p:nvSpPr>
          <p:cNvPr id="45094" name="Rectangle 37">
            <a:extLst>
              <a:ext uri="{FF2B5EF4-FFF2-40B4-BE49-F238E27FC236}">
                <a16:creationId xmlns:a16="http://schemas.microsoft.com/office/drawing/2014/main" id="{C918A23F-4DCD-932E-2143-5DA865EACFFA}"/>
              </a:ext>
            </a:extLst>
          </p:cNvPr>
          <p:cNvSpPr>
            <a:spLocks noChangeArrowheads="1"/>
          </p:cNvSpPr>
          <p:nvPr/>
        </p:nvSpPr>
        <p:spPr bwMode="auto">
          <a:xfrm>
            <a:off x="3906839" y="5867400"/>
            <a:ext cx="439737" cy="228600"/>
          </a:xfrm>
          <a:prstGeom prst="rect">
            <a:avLst/>
          </a:prstGeom>
          <a:noFill/>
          <a:ln w="9525">
            <a:solidFill>
              <a:srgbClr val="8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algn="ctr" eaLnBrk="1" hangingPunct="1">
              <a:lnSpc>
                <a:spcPct val="100000"/>
              </a:lnSpc>
              <a:spcBef>
                <a:spcPct val="0"/>
              </a:spcBef>
              <a:buClrTx/>
              <a:buSzTx/>
              <a:buFontTx/>
              <a:buNone/>
            </a:pPr>
            <a:r>
              <a:rPr kumimoji="1" lang="en-US" altLang="zh-CN" sz="1800">
                <a:solidFill>
                  <a:schemeClr val="tx1"/>
                </a:solidFill>
                <a:latin typeface="Times New Roman" panose="02020603050405020304" pitchFamily="18" charset="0"/>
                <a:ea typeface="宋体" panose="02010600030101010101" pitchFamily="2" charset="-122"/>
              </a:rPr>
              <a:t>30</a:t>
            </a:r>
          </a:p>
        </p:txBody>
      </p:sp>
      <p:sp>
        <p:nvSpPr>
          <p:cNvPr id="45095" name="Rectangle 38">
            <a:extLst>
              <a:ext uri="{FF2B5EF4-FFF2-40B4-BE49-F238E27FC236}">
                <a16:creationId xmlns:a16="http://schemas.microsoft.com/office/drawing/2014/main" id="{2BB1877A-AC61-D50F-B281-63D1ECA84944}"/>
              </a:ext>
            </a:extLst>
          </p:cNvPr>
          <p:cNvSpPr>
            <a:spLocks noChangeArrowheads="1"/>
          </p:cNvSpPr>
          <p:nvPr/>
        </p:nvSpPr>
        <p:spPr bwMode="auto">
          <a:xfrm>
            <a:off x="4565650" y="5867400"/>
            <a:ext cx="439738" cy="228600"/>
          </a:xfrm>
          <a:prstGeom prst="rect">
            <a:avLst/>
          </a:prstGeom>
          <a:noFill/>
          <a:ln w="9525">
            <a:solidFill>
              <a:srgbClr val="8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algn="ctr" eaLnBrk="1" hangingPunct="1">
              <a:lnSpc>
                <a:spcPct val="100000"/>
              </a:lnSpc>
              <a:spcBef>
                <a:spcPct val="0"/>
              </a:spcBef>
              <a:buClrTx/>
              <a:buSzTx/>
              <a:buFontTx/>
              <a:buNone/>
            </a:pPr>
            <a:r>
              <a:rPr kumimoji="1" lang="en-US" altLang="zh-CN" sz="1800">
                <a:solidFill>
                  <a:schemeClr val="tx1"/>
                </a:solidFill>
                <a:latin typeface="Times New Roman" panose="02020603050405020304" pitchFamily="18" charset="0"/>
                <a:ea typeface="宋体" panose="02010600030101010101" pitchFamily="2" charset="-122"/>
              </a:rPr>
              <a:t>31</a:t>
            </a:r>
          </a:p>
        </p:txBody>
      </p:sp>
      <p:sp>
        <p:nvSpPr>
          <p:cNvPr id="45096" name="Rectangle 39">
            <a:extLst>
              <a:ext uri="{FF2B5EF4-FFF2-40B4-BE49-F238E27FC236}">
                <a16:creationId xmlns:a16="http://schemas.microsoft.com/office/drawing/2014/main" id="{B823CE72-EE89-3A9E-E323-ABA8FC11E479}"/>
              </a:ext>
            </a:extLst>
          </p:cNvPr>
          <p:cNvSpPr>
            <a:spLocks noChangeArrowheads="1"/>
          </p:cNvSpPr>
          <p:nvPr/>
        </p:nvSpPr>
        <p:spPr bwMode="auto">
          <a:xfrm>
            <a:off x="2971800" y="2667000"/>
            <a:ext cx="304800" cy="228600"/>
          </a:xfrm>
          <a:prstGeom prst="rect">
            <a:avLst/>
          </a:prstGeom>
          <a:noFill/>
          <a:ln w="9525">
            <a:solidFill>
              <a:srgbClr val="8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algn="ctr" eaLnBrk="1" hangingPunct="1">
              <a:lnSpc>
                <a:spcPct val="100000"/>
              </a:lnSpc>
              <a:spcBef>
                <a:spcPct val="0"/>
              </a:spcBef>
              <a:buClrTx/>
              <a:buSzTx/>
              <a:buFontTx/>
              <a:buNone/>
            </a:pPr>
            <a:endParaRPr kumimoji="1" lang="zh-CN" altLang="zh-CN" sz="1800">
              <a:solidFill>
                <a:schemeClr val="tx1"/>
              </a:solidFill>
              <a:latin typeface="Times New Roman" panose="02020603050405020304" pitchFamily="18" charset="0"/>
              <a:ea typeface="宋体" panose="02010600030101010101" pitchFamily="2" charset="-122"/>
            </a:endParaRPr>
          </a:p>
        </p:txBody>
      </p:sp>
      <p:sp>
        <p:nvSpPr>
          <p:cNvPr id="45097" name="Rectangle 40">
            <a:extLst>
              <a:ext uri="{FF2B5EF4-FFF2-40B4-BE49-F238E27FC236}">
                <a16:creationId xmlns:a16="http://schemas.microsoft.com/office/drawing/2014/main" id="{C4685453-1CBD-FE8A-3418-6AEA7B390C03}"/>
              </a:ext>
            </a:extLst>
          </p:cNvPr>
          <p:cNvSpPr>
            <a:spLocks noChangeArrowheads="1"/>
          </p:cNvSpPr>
          <p:nvPr/>
        </p:nvSpPr>
        <p:spPr bwMode="auto">
          <a:xfrm>
            <a:off x="2971800" y="3124200"/>
            <a:ext cx="304800" cy="228600"/>
          </a:xfrm>
          <a:prstGeom prst="rect">
            <a:avLst/>
          </a:prstGeom>
          <a:noFill/>
          <a:ln w="9525">
            <a:solidFill>
              <a:srgbClr val="8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algn="ctr" eaLnBrk="1" hangingPunct="1">
              <a:lnSpc>
                <a:spcPct val="100000"/>
              </a:lnSpc>
              <a:spcBef>
                <a:spcPct val="0"/>
              </a:spcBef>
              <a:buClrTx/>
              <a:buSzTx/>
              <a:buFontTx/>
              <a:buNone/>
            </a:pPr>
            <a:endParaRPr kumimoji="1" lang="zh-CN" altLang="zh-CN" sz="1800">
              <a:solidFill>
                <a:schemeClr val="tx1"/>
              </a:solidFill>
              <a:latin typeface="Times New Roman" panose="02020603050405020304" pitchFamily="18" charset="0"/>
              <a:ea typeface="宋体" panose="02010600030101010101" pitchFamily="2" charset="-122"/>
            </a:endParaRPr>
          </a:p>
        </p:txBody>
      </p:sp>
      <p:sp>
        <p:nvSpPr>
          <p:cNvPr id="45098" name="Rectangle 41">
            <a:extLst>
              <a:ext uri="{FF2B5EF4-FFF2-40B4-BE49-F238E27FC236}">
                <a16:creationId xmlns:a16="http://schemas.microsoft.com/office/drawing/2014/main" id="{851D4863-AC9A-ED72-1B53-CD2BE12F40D6}"/>
              </a:ext>
            </a:extLst>
          </p:cNvPr>
          <p:cNvSpPr>
            <a:spLocks noChangeArrowheads="1"/>
          </p:cNvSpPr>
          <p:nvPr/>
        </p:nvSpPr>
        <p:spPr bwMode="auto">
          <a:xfrm>
            <a:off x="2971800" y="3581400"/>
            <a:ext cx="304800" cy="228600"/>
          </a:xfrm>
          <a:prstGeom prst="rect">
            <a:avLst/>
          </a:prstGeom>
          <a:noFill/>
          <a:ln w="9525">
            <a:solidFill>
              <a:srgbClr val="8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algn="ctr" eaLnBrk="1" hangingPunct="1">
              <a:lnSpc>
                <a:spcPct val="100000"/>
              </a:lnSpc>
              <a:spcBef>
                <a:spcPct val="0"/>
              </a:spcBef>
              <a:buClrTx/>
              <a:buSzTx/>
              <a:buFontTx/>
              <a:buNone/>
            </a:pPr>
            <a:endParaRPr kumimoji="1" lang="zh-CN" altLang="zh-CN" sz="1800">
              <a:solidFill>
                <a:schemeClr val="tx1"/>
              </a:solidFill>
              <a:latin typeface="Times New Roman" panose="02020603050405020304" pitchFamily="18" charset="0"/>
              <a:ea typeface="宋体" panose="02010600030101010101" pitchFamily="2" charset="-122"/>
            </a:endParaRPr>
          </a:p>
        </p:txBody>
      </p:sp>
      <p:sp>
        <p:nvSpPr>
          <p:cNvPr id="45099" name="Rectangle 42">
            <a:extLst>
              <a:ext uri="{FF2B5EF4-FFF2-40B4-BE49-F238E27FC236}">
                <a16:creationId xmlns:a16="http://schemas.microsoft.com/office/drawing/2014/main" id="{34736CEA-C73A-9236-A2B4-551D44D894F3}"/>
              </a:ext>
            </a:extLst>
          </p:cNvPr>
          <p:cNvSpPr>
            <a:spLocks noChangeArrowheads="1"/>
          </p:cNvSpPr>
          <p:nvPr/>
        </p:nvSpPr>
        <p:spPr bwMode="auto">
          <a:xfrm>
            <a:off x="2971800" y="4038600"/>
            <a:ext cx="304800" cy="228600"/>
          </a:xfrm>
          <a:prstGeom prst="rect">
            <a:avLst/>
          </a:prstGeom>
          <a:noFill/>
          <a:ln w="9525">
            <a:solidFill>
              <a:srgbClr val="8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algn="ctr" eaLnBrk="1" hangingPunct="1">
              <a:lnSpc>
                <a:spcPct val="100000"/>
              </a:lnSpc>
              <a:spcBef>
                <a:spcPct val="0"/>
              </a:spcBef>
              <a:buClrTx/>
              <a:buSzTx/>
              <a:buFontTx/>
              <a:buNone/>
            </a:pPr>
            <a:endParaRPr kumimoji="1" lang="zh-CN" altLang="zh-CN" sz="1800">
              <a:solidFill>
                <a:schemeClr val="tx1"/>
              </a:solidFill>
              <a:latin typeface="Times New Roman" panose="02020603050405020304" pitchFamily="18" charset="0"/>
              <a:ea typeface="宋体" panose="02010600030101010101" pitchFamily="2" charset="-122"/>
            </a:endParaRPr>
          </a:p>
        </p:txBody>
      </p:sp>
      <p:sp>
        <p:nvSpPr>
          <p:cNvPr id="45100" name="Rectangle 43">
            <a:extLst>
              <a:ext uri="{FF2B5EF4-FFF2-40B4-BE49-F238E27FC236}">
                <a16:creationId xmlns:a16="http://schemas.microsoft.com/office/drawing/2014/main" id="{119A15F0-2D9F-2010-1648-AF0BD6A5298C}"/>
              </a:ext>
            </a:extLst>
          </p:cNvPr>
          <p:cNvSpPr>
            <a:spLocks noChangeArrowheads="1"/>
          </p:cNvSpPr>
          <p:nvPr/>
        </p:nvSpPr>
        <p:spPr bwMode="auto">
          <a:xfrm>
            <a:off x="2971800" y="4495800"/>
            <a:ext cx="304800" cy="228600"/>
          </a:xfrm>
          <a:prstGeom prst="rect">
            <a:avLst/>
          </a:prstGeom>
          <a:noFill/>
          <a:ln w="9525">
            <a:solidFill>
              <a:srgbClr val="8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algn="ctr" eaLnBrk="1" hangingPunct="1">
              <a:lnSpc>
                <a:spcPct val="100000"/>
              </a:lnSpc>
              <a:spcBef>
                <a:spcPct val="0"/>
              </a:spcBef>
              <a:buClrTx/>
              <a:buSzTx/>
              <a:buFontTx/>
              <a:buNone/>
            </a:pPr>
            <a:r>
              <a:rPr kumimoji="1" lang="en-US" altLang="zh-CN" sz="1800">
                <a:solidFill>
                  <a:schemeClr val="tx1"/>
                </a:solidFill>
                <a:latin typeface="Times New Roman" panose="02020603050405020304" pitchFamily="18" charset="0"/>
                <a:ea typeface="宋体" panose="02010600030101010101" pitchFamily="2" charset="-122"/>
              </a:rPr>
              <a:t>1</a:t>
            </a:r>
          </a:p>
        </p:txBody>
      </p:sp>
      <p:sp>
        <p:nvSpPr>
          <p:cNvPr id="45101" name="Rectangle 44">
            <a:extLst>
              <a:ext uri="{FF2B5EF4-FFF2-40B4-BE49-F238E27FC236}">
                <a16:creationId xmlns:a16="http://schemas.microsoft.com/office/drawing/2014/main" id="{2388413E-23EA-A0CB-6089-DF33778E9A4A}"/>
              </a:ext>
            </a:extLst>
          </p:cNvPr>
          <p:cNvSpPr>
            <a:spLocks noChangeArrowheads="1"/>
          </p:cNvSpPr>
          <p:nvPr/>
        </p:nvSpPr>
        <p:spPr bwMode="auto">
          <a:xfrm>
            <a:off x="2971800" y="4953000"/>
            <a:ext cx="304800" cy="228600"/>
          </a:xfrm>
          <a:prstGeom prst="rect">
            <a:avLst/>
          </a:prstGeom>
          <a:noFill/>
          <a:ln w="9525">
            <a:solidFill>
              <a:srgbClr val="8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algn="ctr" eaLnBrk="1" hangingPunct="1">
              <a:lnSpc>
                <a:spcPct val="100000"/>
              </a:lnSpc>
              <a:spcBef>
                <a:spcPct val="0"/>
              </a:spcBef>
              <a:buClrTx/>
              <a:buSzTx/>
              <a:buFontTx/>
              <a:buNone/>
            </a:pPr>
            <a:endParaRPr kumimoji="1" lang="zh-CN" altLang="zh-CN" sz="1800">
              <a:solidFill>
                <a:schemeClr val="tx1"/>
              </a:solidFill>
              <a:latin typeface="Times New Roman" panose="02020603050405020304" pitchFamily="18" charset="0"/>
              <a:ea typeface="宋体" panose="02010600030101010101" pitchFamily="2" charset="-122"/>
            </a:endParaRPr>
          </a:p>
        </p:txBody>
      </p:sp>
      <p:sp>
        <p:nvSpPr>
          <p:cNvPr id="45102" name="Rectangle 45">
            <a:extLst>
              <a:ext uri="{FF2B5EF4-FFF2-40B4-BE49-F238E27FC236}">
                <a16:creationId xmlns:a16="http://schemas.microsoft.com/office/drawing/2014/main" id="{1AFFC69E-AF65-A709-AC62-76294DB31054}"/>
              </a:ext>
            </a:extLst>
          </p:cNvPr>
          <p:cNvSpPr>
            <a:spLocks noChangeArrowheads="1"/>
          </p:cNvSpPr>
          <p:nvPr/>
        </p:nvSpPr>
        <p:spPr bwMode="auto">
          <a:xfrm>
            <a:off x="2971800" y="5410200"/>
            <a:ext cx="304800" cy="228600"/>
          </a:xfrm>
          <a:prstGeom prst="rect">
            <a:avLst/>
          </a:prstGeom>
          <a:noFill/>
          <a:ln w="9525">
            <a:solidFill>
              <a:srgbClr val="8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algn="ctr" eaLnBrk="1" hangingPunct="1">
              <a:lnSpc>
                <a:spcPct val="100000"/>
              </a:lnSpc>
              <a:spcBef>
                <a:spcPct val="0"/>
              </a:spcBef>
              <a:buClrTx/>
              <a:buSzTx/>
              <a:buFontTx/>
              <a:buNone/>
            </a:pPr>
            <a:endParaRPr kumimoji="1" lang="zh-CN" altLang="zh-CN" sz="1800">
              <a:solidFill>
                <a:schemeClr val="tx1"/>
              </a:solidFill>
              <a:latin typeface="Times New Roman" panose="02020603050405020304" pitchFamily="18" charset="0"/>
              <a:ea typeface="宋体" panose="02010600030101010101" pitchFamily="2" charset="-122"/>
            </a:endParaRPr>
          </a:p>
        </p:txBody>
      </p:sp>
      <p:sp>
        <p:nvSpPr>
          <p:cNvPr id="45103" name="Rectangle 46">
            <a:extLst>
              <a:ext uri="{FF2B5EF4-FFF2-40B4-BE49-F238E27FC236}">
                <a16:creationId xmlns:a16="http://schemas.microsoft.com/office/drawing/2014/main" id="{8E15669F-5881-4E30-30E2-FF806B6C1513}"/>
              </a:ext>
            </a:extLst>
          </p:cNvPr>
          <p:cNvSpPr>
            <a:spLocks noChangeArrowheads="1"/>
          </p:cNvSpPr>
          <p:nvPr/>
        </p:nvSpPr>
        <p:spPr bwMode="auto">
          <a:xfrm>
            <a:off x="2971800" y="5867400"/>
            <a:ext cx="304800" cy="228600"/>
          </a:xfrm>
          <a:prstGeom prst="rect">
            <a:avLst/>
          </a:prstGeom>
          <a:noFill/>
          <a:ln w="9525">
            <a:solidFill>
              <a:srgbClr val="8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algn="ctr" eaLnBrk="1" hangingPunct="1">
              <a:lnSpc>
                <a:spcPct val="100000"/>
              </a:lnSpc>
              <a:spcBef>
                <a:spcPct val="0"/>
              </a:spcBef>
              <a:buClrTx/>
              <a:buSzTx/>
              <a:buFontTx/>
              <a:buNone/>
            </a:pPr>
            <a:endParaRPr kumimoji="1" lang="zh-CN" altLang="zh-CN" sz="1800">
              <a:solidFill>
                <a:schemeClr val="tx1"/>
              </a:solidFill>
              <a:latin typeface="Times New Roman" panose="02020603050405020304" pitchFamily="18" charset="0"/>
              <a:ea typeface="宋体" panose="02010600030101010101" pitchFamily="2" charset="-122"/>
            </a:endParaRPr>
          </a:p>
        </p:txBody>
      </p:sp>
      <p:sp>
        <p:nvSpPr>
          <p:cNvPr id="45104" name="Rectangle 47">
            <a:extLst>
              <a:ext uri="{FF2B5EF4-FFF2-40B4-BE49-F238E27FC236}">
                <a16:creationId xmlns:a16="http://schemas.microsoft.com/office/drawing/2014/main" id="{868C73D4-4537-0A7F-5D70-FDEEF35E6C48}"/>
              </a:ext>
            </a:extLst>
          </p:cNvPr>
          <p:cNvSpPr>
            <a:spLocks noChangeArrowheads="1"/>
          </p:cNvSpPr>
          <p:nvPr/>
        </p:nvSpPr>
        <p:spPr bwMode="auto">
          <a:xfrm>
            <a:off x="3657600" y="2667000"/>
            <a:ext cx="304800" cy="228600"/>
          </a:xfrm>
          <a:prstGeom prst="rect">
            <a:avLst/>
          </a:prstGeom>
          <a:noFill/>
          <a:ln w="9525">
            <a:solidFill>
              <a:srgbClr val="8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algn="ctr" eaLnBrk="1" hangingPunct="1">
              <a:lnSpc>
                <a:spcPct val="100000"/>
              </a:lnSpc>
              <a:spcBef>
                <a:spcPct val="0"/>
              </a:spcBef>
              <a:buClrTx/>
              <a:buSzTx/>
              <a:buFontTx/>
              <a:buNone/>
            </a:pPr>
            <a:r>
              <a:rPr kumimoji="1" lang="en-US" altLang="zh-CN" sz="1800">
                <a:solidFill>
                  <a:schemeClr val="tx1"/>
                </a:solidFill>
                <a:latin typeface="Times New Roman" panose="02020603050405020304" pitchFamily="18" charset="0"/>
                <a:ea typeface="宋体" panose="02010600030101010101" pitchFamily="2" charset="-122"/>
              </a:rPr>
              <a:t>10</a:t>
            </a:r>
          </a:p>
        </p:txBody>
      </p:sp>
      <p:sp>
        <p:nvSpPr>
          <p:cNvPr id="45105" name="Rectangle 48">
            <a:extLst>
              <a:ext uri="{FF2B5EF4-FFF2-40B4-BE49-F238E27FC236}">
                <a16:creationId xmlns:a16="http://schemas.microsoft.com/office/drawing/2014/main" id="{6D92E390-C624-5C49-8620-8E60435E28AD}"/>
              </a:ext>
            </a:extLst>
          </p:cNvPr>
          <p:cNvSpPr>
            <a:spLocks noChangeArrowheads="1"/>
          </p:cNvSpPr>
          <p:nvPr/>
        </p:nvSpPr>
        <p:spPr bwMode="auto">
          <a:xfrm>
            <a:off x="3657600" y="3124200"/>
            <a:ext cx="304800" cy="228600"/>
          </a:xfrm>
          <a:prstGeom prst="rect">
            <a:avLst/>
          </a:prstGeom>
          <a:noFill/>
          <a:ln w="9525">
            <a:solidFill>
              <a:srgbClr val="8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algn="ctr" eaLnBrk="1" hangingPunct="1">
              <a:lnSpc>
                <a:spcPct val="100000"/>
              </a:lnSpc>
              <a:spcBef>
                <a:spcPct val="0"/>
              </a:spcBef>
              <a:buClrTx/>
              <a:buSzTx/>
              <a:buFontTx/>
              <a:buNone/>
            </a:pPr>
            <a:endParaRPr kumimoji="1" lang="zh-CN" altLang="zh-CN" sz="1800">
              <a:solidFill>
                <a:schemeClr val="tx1"/>
              </a:solidFill>
              <a:latin typeface="Times New Roman" panose="02020603050405020304" pitchFamily="18" charset="0"/>
              <a:ea typeface="宋体" panose="02010600030101010101" pitchFamily="2" charset="-122"/>
            </a:endParaRPr>
          </a:p>
        </p:txBody>
      </p:sp>
      <p:sp>
        <p:nvSpPr>
          <p:cNvPr id="45106" name="Rectangle 49">
            <a:extLst>
              <a:ext uri="{FF2B5EF4-FFF2-40B4-BE49-F238E27FC236}">
                <a16:creationId xmlns:a16="http://schemas.microsoft.com/office/drawing/2014/main" id="{EF0F0F23-30F8-3A1F-EAEE-79B9645064D3}"/>
              </a:ext>
            </a:extLst>
          </p:cNvPr>
          <p:cNvSpPr>
            <a:spLocks noChangeArrowheads="1"/>
          </p:cNvSpPr>
          <p:nvPr/>
        </p:nvSpPr>
        <p:spPr bwMode="auto">
          <a:xfrm>
            <a:off x="3657600" y="3581400"/>
            <a:ext cx="304800" cy="228600"/>
          </a:xfrm>
          <a:prstGeom prst="rect">
            <a:avLst/>
          </a:prstGeom>
          <a:noFill/>
          <a:ln w="9525">
            <a:solidFill>
              <a:srgbClr val="8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algn="ctr" eaLnBrk="1" hangingPunct="1">
              <a:lnSpc>
                <a:spcPct val="100000"/>
              </a:lnSpc>
              <a:spcBef>
                <a:spcPct val="0"/>
              </a:spcBef>
              <a:buClrTx/>
              <a:buSzTx/>
              <a:buFontTx/>
              <a:buNone/>
            </a:pPr>
            <a:r>
              <a:rPr kumimoji="1" lang="en-US" altLang="zh-CN" sz="1800">
                <a:solidFill>
                  <a:schemeClr val="tx1"/>
                </a:solidFill>
                <a:latin typeface="Times New Roman" panose="02020603050405020304" pitchFamily="18" charset="0"/>
                <a:ea typeface="宋体" panose="02010600030101010101" pitchFamily="2" charset="-122"/>
              </a:rPr>
              <a:t>16</a:t>
            </a:r>
          </a:p>
        </p:txBody>
      </p:sp>
      <p:sp>
        <p:nvSpPr>
          <p:cNvPr id="45107" name="Rectangle 50">
            <a:extLst>
              <a:ext uri="{FF2B5EF4-FFF2-40B4-BE49-F238E27FC236}">
                <a16:creationId xmlns:a16="http://schemas.microsoft.com/office/drawing/2014/main" id="{855AF79B-BA5A-8288-982E-F955FB4F0FEC}"/>
              </a:ext>
            </a:extLst>
          </p:cNvPr>
          <p:cNvSpPr>
            <a:spLocks noChangeArrowheads="1"/>
          </p:cNvSpPr>
          <p:nvPr/>
        </p:nvSpPr>
        <p:spPr bwMode="auto">
          <a:xfrm>
            <a:off x="3657600" y="4038600"/>
            <a:ext cx="304800" cy="228600"/>
          </a:xfrm>
          <a:prstGeom prst="rect">
            <a:avLst/>
          </a:prstGeom>
          <a:noFill/>
          <a:ln w="9525">
            <a:solidFill>
              <a:srgbClr val="8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algn="ctr" eaLnBrk="1" hangingPunct="1">
              <a:lnSpc>
                <a:spcPct val="100000"/>
              </a:lnSpc>
              <a:spcBef>
                <a:spcPct val="0"/>
              </a:spcBef>
              <a:buClrTx/>
              <a:buSzTx/>
              <a:buFontTx/>
              <a:buNone/>
            </a:pPr>
            <a:endParaRPr kumimoji="1" lang="zh-CN" altLang="zh-CN" sz="1800">
              <a:solidFill>
                <a:schemeClr val="tx1"/>
              </a:solidFill>
              <a:latin typeface="Times New Roman" panose="02020603050405020304" pitchFamily="18" charset="0"/>
              <a:ea typeface="宋体" panose="02010600030101010101" pitchFamily="2" charset="-122"/>
            </a:endParaRPr>
          </a:p>
        </p:txBody>
      </p:sp>
      <p:sp>
        <p:nvSpPr>
          <p:cNvPr id="45108" name="Rectangle 51">
            <a:extLst>
              <a:ext uri="{FF2B5EF4-FFF2-40B4-BE49-F238E27FC236}">
                <a16:creationId xmlns:a16="http://schemas.microsoft.com/office/drawing/2014/main" id="{6FF61B3B-7973-86EB-0E64-8F26D2B97149}"/>
              </a:ext>
            </a:extLst>
          </p:cNvPr>
          <p:cNvSpPr>
            <a:spLocks noChangeArrowheads="1"/>
          </p:cNvSpPr>
          <p:nvPr/>
        </p:nvSpPr>
        <p:spPr bwMode="auto">
          <a:xfrm>
            <a:off x="3657600" y="4495800"/>
            <a:ext cx="304800" cy="228600"/>
          </a:xfrm>
          <a:prstGeom prst="rect">
            <a:avLst/>
          </a:prstGeom>
          <a:noFill/>
          <a:ln w="9525">
            <a:solidFill>
              <a:srgbClr val="8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algn="ctr" eaLnBrk="1" hangingPunct="1">
              <a:lnSpc>
                <a:spcPct val="100000"/>
              </a:lnSpc>
              <a:spcBef>
                <a:spcPct val="0"/>
              </a:spcBef>
              <a:buClrTx/>
              <a:buSzTx/>
              <a:buFontTx/>
              <a:buNone/>
            </a:pPr>
            <a:endParaRPr kumimoji="1" lang="zh-CN" altLang="zh-CN" sz="1800">
              <a:solidFill>
                <a:schemeClr val="tx1"/>
              </a:solidFill>
              <a:latin typeface="Times New Roman" panose="02020603050405020304" pitchFamily="18" charset="0"/>
              <a:ea typeface="宋体" panose="02010600030101010101" pitchFamily="2" charset="-122"/>
            </a:endParaRPr>
          </a:p>
        </p:txBody>
      </p:sp>
      <p:sp>
        <p:nvSpPr>
          <p:cNvPr id="45109" name="Rectangle 52">
            <a:extLst>
              <a:ext uri="{FF2B5EF4-FFF2-40B4-BE49-F238E27FC236}">
                <a16:creationId xmlns:a16="http://schemas.microsoft.com/office/drawing/2014/main" id="{E586CC84-6615-9030-CD6D-A5D6D1234163}"/>
              </a:ext>
            </a:extLst>
          </p:cNvPr>
          <p:cNvSpPr>
            <a:spLocks noChangeArrowheads="1"/>
          </p:cNvSpPr>
          <p:nvPr/>
        </p:nvSpPr>
        <p:spPr bwMode="auto">
          <a:xfrm>
            <a:off x="3657600" y="4953000"/>
            <a:ext cx="304800" cy="228600"/>
          </a:xfrm>
          <a:prstGeom prst="rect">
            <a:avLst/>
          </a:prstGeom>
          <a:noFill/>
          <a:ln w="9525">
            <a:solidFill>
              <a:srgbClr val="8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algn="ctr" eaLnBrk="1" hangingPunct="1">
              <a:lnSpc>
                <a:spcPct val="100000"/>
              </a:lnSpc>
              <a:spcBef>
                <a:spcPct val="0"/>
              </a:spcBef>
              <a:buClrTx/>
              <a:buSzTx/>
              <a:buFontTx/>
              <a:buNone/>
            </a:pPr>
            <a:endParaRPr kumimoji="1" lang="zh-CN" altLang="zh-CN" sz="1800">
              <a:solidFill>
                <a:schemeClr val="tx1"/>
              </a:solidFill>
              <a:latin typeface="Times New Roman" panose="02020603050405020304" pitchFamily="18" charset="0"/>
              <a:ea typeface="宋体" panose="02010600030101010101" pitchFamily="2" charset="-122"/>
            </a:endParaRPr>
          </a:p>
        </p:txBody>
      </p:sp>
      <p:sp>
        <p:nvSpPr>
          <p:cNvPr id="45110" name="Rectangle 53">
            <a:extLst>
              <a:ext uri="{FF2B5EF4-FFF2-40B4-BE49-F238E27FC236}">
                <a16:creationId xmlns:a16="http://schemas.microsoft.com/office/drawing/2014/main" id="{83D7067D-A31B-1A69-50C7-FBCAD4C41211}"/>
              </a:ext>
            </a:extLst>
          </p:cNvPr>
          <p:cNvSpPr>
            <a:spLocks noChangeArrowheads="1"/>
          </p:cNvSpPr>
          <p:nvPr/>
        </p:nvSpPr>
        <p:spPr bwMode="auto">
          <a:xfrm>
            <a:off x="3657600" y="5410200"/>
            <a:ext cx="304800" cy="228600"/>
          </a:xfrm>
          <a:prstGeom prst="rect">
            <a:avLst/>
          </a:prstGeom>
          <a:noFill/>
          <a:ln w="9525">
            <a:solidFill>
              <a:srgbClr val="8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algn="ctr" eaLnBrk="1" hangingPunct="1">
              <a:lnSpc>
                <a:spcPct val="100000"/>
              </a:lnSpc>
              <a:spcBef>
                <a:spcPct val="0"/>
              </a:spcBef>
              <a:buClrTx/>
              <a:buSzTx/>
              <a:buFontTx/>
              <a:buNone/>
            </a:pPr>
            <a:r>
              <a:rPr kumimoji="1" lang="en-US" altLang="zh-CN" sz="1800">
                <a:solidFill>
                  <a:schemeClr val="tx1"/>
                </a:solidFill>
                <a:latin typeface="Times New Roman" panose="02020603050405020304" pitchFamily="18" charset="0"/>
                <a:ea typeface="宋体" panose="02010600030101010101" pitchFamily="2" charset="-122"/>
              </a:rPr>
              <a:t>-1</a:t>
            </a:r>
          </a:p>
        </p:txBody>
      </p:sp>
      <p:sp>
        <p:nvSpPr>
          <p:cNvPr id="45111" name="Rectangle 54">
            <a:extLst>
              <a:ext uri="{FF2B5EF4-FFF2-40B4-BE49-F238E27FC236}">
                <a16:creationId xmlns:a16="http://schemas.microsoft.com/office/drawing/2014/main" id="{2A02E368-AE4C-101D-A038-CA8B656EF1F3}"/>
              </a:ext>
            </a:extLst>
          </p:cNvPr>
          <p:cNvSpPr>
            <a:spLocks noChangeArrowheads="1"/>
          </p:cNvSpPr>
          <p:nvPr/>
        </p:nvSpPr>
        <p:spPr bwMode="auto">
          <a:xfrm>
            <a:off x="3657600" y="5867400"/>
            <a:ext cx="304800" cy="228600"/>
          </a:xfrm>
          <a:prstGeom prst="rect">
            <a:avLst/>
          </a:prstGeom>
          <a:noFill/>
          <a:ln w="9525">
            <a:solidFill>
              <a:srgbClr val="8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algn="ctr" eaLnBrk="1" hangingPunct="1">
              <a:lnSpc>
                <a:spcPct val="100000"/>
              </a:lnSpc>
              <a:spcBef>
                <a:spcPct val="0"/>
              </a:spcBef>
              <a:buClrTx/>
              <a:buSzTx/>
              <a:buFontTx/>
              <a:buNone/>
            </a:pPr>
            <a:endParaRPr kumimoji="1" lang="zh-CN" altLang="zh-CN" sz="1800">
              <a:solidFill>
                <a:schemeClr val="tx1"/>
              </a:solidFill>
              <a:latin typeface="Times New Roman" panose="02020603050405020304" pitchFamily="18" charset="0"/>
              <a:ea typeface="宋体" panose="02010600030101010101" pitchFamily="2" charset="-122"/>
            </a:endParaRPr>
          </a:p>
        </p:txBody>
      </p:sp>
      <p:sp>
        <p:nvSpPr>
          <p:cNvPr id="45112" name="Rectangle 55">
            <a:extLst>
              <a:ext uri="{FF2B5EF4-FFF2-40B4-BE49-F238E27FC236}">
                <a16:creationId xmlns:a16="http://schemas.microsoft.com/office/drawing/2014/main" id="{38FC305B-16C8-6FC1-90CB-5E6325548DBE}"/>
              </a:ext>
            </a:extLst>
          </p:cNvPr>
          <p:cNvSpPr>
            <a:spLocks noChangeArrowheads="1"/>
          </p:cNvSpPr>
          <p:nvPr/>
        </p:nvSpPr>
        <p:spPr bwMode="auto">
          <a:xfrm>
            <a:off x="4267200" y="2667000"/>
            <a:ext cx="304800" cy="228600"/>
          </a:xfrm>
          <a:prstGeom prst="rect">
            <a:avLst/>
          </a:prstGeom>
          <a:noFill/>
          <a:ln w="9525">
            <a:solidFill>
              <a:srgbClr val="8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algn="ctr" eaLnBrk="1" hangingPunct="1">
              <a:lnSpc>
                <a:spcPct val="100000"/>
              </a:lnSpc>
              <a:spcBef>
                <a:spcPct val="0"/>
              </a:spcBef>
              <a:buClrTx/>
              <a:buSzTx/>
              <a:buFontTx/>
              <a:buNone/>
            </a:pPr>
            <a:endParaRPr kumimoji="1" lang="zh-CN" altLang="zh-CN" sz="1800">
              <a:solidFill>
                <a:schemeClr val="tx1"/>
              </a:solidFill>
              <a:latin typeface="Times New Roman" panose="02020603050405020304" pitchFamily="18" charset="0"/>
              <a:ea typeface="宋体" panose="02010600030101010101" pitchFamily="2" charset="-122"/>
            </a:endParaRPr>
          </a:p>
        </p:txBody>
      </p:sp>
      <p:sp>
        <p:nvSpPr>
          <p:cNvPr id="45113" name="Rectangle 56">
            <a:extLst>
              <a:ext uri="{FF2B5EF4-FFF2-40B4-BE49-F238E27FC236}">
                <a16:creationId xmlns:a16="http://schemas.microsoft.com/office/drawing/2014/main" id="{F36330FC-864F-8776-7EBD-3CA77CDE47BA}"/>
              </a:ext>
            </a:extLst>
          </p:cNvPr>
          <p:cNvSpPr>
            <a:spLocks noChangeArrowheads="1"/>
          </p:cNvSpPr>
          <p:nvPr/>
        </p:nvSpPr>
        <p:spPr bwMode="auto">
          <a:xfrm>
            <a:off x="4267200" y="3124200"/>
            <a:ext cx="304800" cy="228600"/>
          </a:xfrm>
          <a:prstGeom prst="rect">
            <a:avLst/>
          </a:prstGeom>
          <a:noFill/>
          <a:ln w="9525">
            <a:solidFill>
              <a:srgbClr val="8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algn="ctr" eaLnBrk="1" hangingPunct="1">
              <a:lnSpc>
                <a:spcPct val="100000"/>
              </a:lnSpc>
              <a:spcBef>
                <a:spcPct val="0"/>
              </a:spcBef>
              <a:buClrTx/>
              <a:buSzTx/>
              <a:buFontTx/>
              <a:buNone/>
            </a:pPr>
            <a:endParaRPr kumimoji="1" lang="zh-CN" altLang="zh-CN" sz="1800">
              <a:solidFill>
                <a:schemeClr val="tx1"/>
              </a:solidFill>
              <a:latin typeface="Times New Roman" panose="02020603050405020304" pitchFamily="18" charset="0"/>
              <a:ea typeface="宋体" panose="02010600030101010101" pitchFamily="2" charset="-122"/>
            </a:endParaRPr>
          </a:p>
        </p:txBody>
      </p:sp>
      <p:sp>
        <p:nvSpPr>
          <p:cNvPr id="45114" name="Rectangle 57">
            <a:extLst>
              <a:ext uri="{FF2B5EF4-FFF2-40B4-BE49-F238E27FC236}">
                <a16:creationId xmlns:a16="http://schemas.microsoft.com/office/drawing/2014/main" id="{A89025A1-5422-D8F1-45C8-B8D16F6E4378}"/>
              </a:ext>
            </a:extLst>
          </p:cNvPr>
          <p:cNvSpPr>
            <a:spLocks noChangeArrowheads="1"/>
          </p:cNvSpPr>
          <p:nvPr/>
        </p:nvSpPr>
        <p:spPr bwMode="auto">
          <a:xfrm>
            <a:off x="4267200" y="3581400"/>
            <a:ext cx="304800" cy="228600"/>
          </a:xfrm>
          <a:prstGeom prst="rect">
            <a:avLst/>
          </a:prstGeom>
          <a:noFill/>
          <a:ln w="9525">
            <a:solidFill>
              <a:srgbClr val="8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algn="ctr" eaLnBrk="1" hangingPunct="1">
              <a:lnSpc>
                <a:spcPct val="100000"/>
              </a:lnSpc>
              <a:spcBef>
                <a:spcPct val="0"/>
              </a:spcBef>
              <a:buClrTx/>
              <a:buSzTx/>
              <a:buFontTx/>
              <a:buNone/>
            </a:pPr>
            <a:r>
              <a:rPr kumimoji="1" lang="en-US" altLang="zh-CN" sz="1800">
                <a:solidFill>
                  <a:schemeClr val="tx1"/>
                </a:solidFill>
                <a:latin typeface="Times New Roman" panose="02020603050405020304" pitchFamily="18" charset="0"/>
                <a:ea typeface="宋体" panose="02010600030101010101" pitchFamily="2" charset="-122"/>
              </a:rPr>
              <a:t>25</a:t>
            </a:r>
          </a:p>
        </p:txBody>
      </p:sp>
      <p:sp>
        <p:nvSpPr>
          <p:cNvPr id="45115" name="Rectangle 58">
            <a:extLst>
              <a:ext uri="{FF2B5EF4-FFF2-40B4-BE49-F238E27FC236}">
                <a16:creationId xmlns:a16="http://schemas.microsoft.com/office/drawing/2014/main" id="{15883688-CCBA-EAB6-D48E-1A9D9467B472}"/>
              </a:ext>
            </a:extLst>
          </p:cNvPr>
          <p:cNvSpPr>
            <a:spLocks noChangeArrowheads="1"/>
          </p:cNvSpPr>
          <p:nvPr/>
        </p:nvSpPr>
        <p:spPr bwMode="auto">
          <a:xfrm>
            <a:off x="4267200" y="4038600"/>
            <a:ext cx="304800" cy="228600"/>
          </a:xfrm>
          <a:prstGeom prst="rect">
            <a:avLst/>
          </a:prstGeom>
          <a:noFill/>
          <a:ln w="9525">
            <a:solidFill>
              <a:srgbClr val="8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algn="ctr" eaLnBrk="1" hangingPunct="1">
              <a:lnSpc>
                <a:spcPct val="100000"/>
              </a:lnSpc>
              <a:spcBef>
                <a:spcPct val="0"/>
              </a:spcBef>
              <a:buClrTx/>
              <a:buSzTx/>
              <a:buFontTx/>
              <a:buNone/>
            </a:pPr>
            <a:endParaRPr kumimoji="1" lang="zh-CN" altLang="zh-CN" sz="1800">
              <a:solidFill>
                <a:schemeClr val="tx1"/>
              </a:solidFill>
              <a:latin typeface="Times New Roman" panose="02020603050405020304" pitchFamily="18" charset="0"/>
              <a:ea typeface="宋体" panose="02010600030101010101" pitchFamily="2" charset="-122"/>
            </a:endParaRPr>
          </a:p>
        </p:txBody>
      </p:sp>
      <p:sp>
        <p:nvSpPr>
          <p:cNvPr id="45116" name="Rectangle 59">
            <a:extLst>
              <a:ext uri="{FF2B5EF4-FFF2-40B4-BE49-F238E27FC236}">
                <a16:creationId xmlns:a16="http://schemas.microsoft.com/office/drawing/2014/main" id="{DF26554A-2D84-38C2-8A9F-75BEE4917C45}"/>
              </a:ext>
            </a:extLst>
          </p:cNvPr>
          <p:cNvSpPr>
            <a:spLocks noChangeArrowheads="1"/>
          </p:cNvSpPr>
          <p:nvPr/>
        </p:nvSpPr>
        <p:spPr bwMode="auto">
          <a:xfrm>
            <a:off x="4267200" y="4495800"/>
            <a:ext cx="304800" cy="228600"/>
          </a:xfrm>
          <a:prstGeom prst="rect">
            <a:avLst/>
          </a:prstGeom>
          <a:noFill/>
          <a:ln w="9525">
            <a:solidFill>
              <a:srgbClr val="8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algn="ctr" eaLnBrk="1" hangingPunct="1">
              <a:lnSpc>
                <a:spcPct val="100000"/>
              </a:lnSpc>
              <a:spcBef>
                <a:spcPct val="0"/>
              </a:spcBef>
              <a:buClrTx/>
              <a:buSzTx/>
              <a:buFontTx/>
              <a:buNone/>
            </a:pPr>
            <a:endParaRPr kumimoji="1" lang="zh-CN" altLang="zh-CN" sz="1800">
              <a:solidFill>
                <a:schemeClr val="tx1"/>
              </a:solidFill>
              <a:latin typeface="Times New Roman" panose="02020603050405020304" pitchFamily="18" charset="0"/>
              <a:ea typeface="宋体" panose="02010600030101010101" pitchFamily="2" charset="-122"/>
            </a:endParaRPr>
          </a:p>
        </p:txBody>
      </p:sp>
      <p:sp>
        <p:nvSpPr>
          <p:cNvPr id="45117" name="Rectangle 60">
            <a:extLst>
              <a:ext uri="{FF2B5EF4-FFF2-40B4-BE49-F238E27FC236}">
                <a16:creationId xmlns:a16="http://schemas.microsoft.com/office/drawing/2014/main" id="{9BABA089-D25A-C4E2-F179-3A47521756B1}"/>
              </a:ext>
            </a:extLst>
          </p:cNvPr>
          <p:cNvSpPr>
            <a:spLocks noChangeArrowheads="1"/>
          </p:cNvSpPr>
          <p:nvPr/>
        </p:nvSpPr>
        <p:spPr bwMode="auto">
          <a:xfrm>
            <a:off x="4267200" y="4953000"/>
            <a:ext cx="304800" cy="228600"/>
          </a:xfrm>
          <a:prstGeom prst="rect">
            <a:avLst/>
          </a:prstGeom>
          <a:noFill/>
          <a:ln w="9525">
            <a:solidFill>
              <a:srgbClr val="8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algn="ctr" eaLnBrk="1" hangingPunct="1">
              <a:lnSpc>
                <a:spcPct val="100000"/>
              </a:lnSpc>
              <a:spcBef>
                <a:spcPct val="0"/>
              </a:spcBef>
              <a:buClrTx/>
              <a:buSzTx/>
              <a:buFontTx/>
              <a:buNone/>
            </a:pPr>
            <a:endParaRPr kumimoji="1" lang="zh-CN" altLang="zh-CN" sz="1800">
              <a:solidFill>
                <a:schemeClr val="tx1"/>
              </a:solidFill>
              <a:latin typeface="Times New Roman" panose="02020603050405020304" pitchFamily="18" charset="0"/>
              <a:ea typeface="宋体" panose="02010600030101010101" pitchFamily="2" charset="-122"/>
            </a:endParaRPr>
          </a:p>
        </p:txBody>
      </p:sp>
      <p:sp>
        <p:nvSpPr>
          <p:cNvPr id="45118" name="Rectangle 61">
            <a:extLst>
              <a:ext uri="{FF2B5EF4-FFF2-40B4-BE49-F238E27FC236}">
                <a16:creationId xmlns:a16="http://schemas.microsoft.com/office/drawing/2014/main" id="{7A4CB106-AF81-0431-3EE5-C8E7762436D7}"/>
              </a:ext>
            </a:extLst>
          </p:cNvPr>
          <p:cNvSpPr>
            <a:spLocks noChangeArrowheads="1"/>
          </p:cNvSpPr>
          <p:nvPr/>
        </p:nvSpPr>
        <p:spPr bwMode="auto">
          <a:xfrm>
            <a:off x="4267200" y="5410200"/>
            <a:ext cx="304800" cy="228600"/>
          </a:xfrm>
          <a:prstGeom prst="rect">
            <a:avLst/>
          </a:prstGeom>
          <a:noFill/>
          <a:ln w="9525">
            <a:solidFill>
              <a:srgbClr val="8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algn="ctr" eaLnBrk="1" hangingPunct="1">
              <a:lnSpc>
                <a:spcPct val="100000"/>
              </a:lnSpc>
              <a:spcBef>
                <a:spcPct val="0"/>
              </a:spcBef>
              <a:buClrTx/>
              <a:buSzTx/>
              <a:buFontTx/>
              <a:buNone/>
            </a:pPr>
            <a:endParaRPr kumimoji="1" lang="zh-CN" altLang="zh-CN" sz="1800">
              <a:solidFill>
                <a:schemeClr val="tx1"/>
              </a:solidFill>
              <a:latin typeface="Times New Roman" panose="02020603050405020304" pitchFamily="18" charset="0"/>
              <a:ea typeface="宋体" panose="02010600030101010101" pitchFamily="2" charset="-122"/>
            </a:endParaRPr>
          </a:p>
        </p:txBody>
      </p:sp>
      <p:sp>
        <p:nvSpPr>
          <p:cNvPr id="45119" name="Rectangle 62">
            <a:extLst>
              <a:ext uri="{FF2B5EF4-FFF2-40B4-BE49-F238E27FC236}">
                <a16:creationId xmlns:a16="http://schemas.microsoft.com/office/drawing/2014/main" id="{A7D2CC10-8964-2BEB-E103-D366113AD2F9}"/>
              </a:ext>
            </a:extLst>
          </p:cNvPr>
          <p:cNvSpPr>
            <a:spLocks noChangeArrowheads="1"/>
          </p:cNvSpPr>
          <p:nvPr/>
        </p:nvSpPr>
        <p:spPr bwMode="auto">
          <a:xfrm>
            <a:off x="4267200" y="5867400"/>
            <a:ext cx="304800" cy="228600"/>
          </a:xfrm>
          <a:prstGeom prst="rect">
            <a:avLst/>
          </a:prstGeom>
          <a:noFill/>
          <a:ln w="9525">
            <a:solidFill>
              <a:srgbClr val="8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algn="ctr" eaLnBrk="1" hangingPunct="1">
              <a:lnSpc>
                <a:spcPct val="100000"/>
              </a:lnSpc>
              <a:spcBef>
                <a:spcPct val="0"/>
              </a:spcBef>
              <a:buClrTx/>
              <a:buSzTx/>
              <a:buFontTx/>
              <a:buNone/>
            </a:pPr>
            <a:endParaRPr kumimoji="1" lang="zh-CN" altLang="zh-CN" sz="1800">
              <a:solidFill>
                <a:schemeClr val="tx1"/>
              </a:solidFill>
              <a:latin typeface="Times New Roman" panose="02020603050405020304" pitchFamily="18" charset="0"/>
              <a:ea typeface="宋体" panose="02010600030101010101" pitchFamily="2" charset="-122"/>
            </a:endParaRPr>
          </a:p>
        </p:txBody>
      </p:sp>
      <p:sp>
        <p:nvSpPr>
          <p:cNvPr id="45120" name="Rectangle 63">
            <a:extLst>
              <a:ext uri="{FF2B5EF4-FFF2-40B4-BE49-F238E27FC236}">
                <a16:creationId xmlns:a16="http://schemas.microsoft.com/office/drawing/2014/main" id="{D74F3082-2856-FF55-45EA-C44F8212598E}"/>
              </a:ext>
            </a:extLst>
          </p:cNvPr>
          <p:cNvSpPr>
            <a:spLocks noChangeArrowheads="1"/>
          </p:cNvSpPr>
          <p:nvPr/>
        </p:nvSpPr>
        <p:spPr bwMode="auto">
          <a:xfrm>
            <a:off x="4953000" y="2667000"/>
            <a:ext cx="304800" cy="228600"/>
          </a:xfrm>
          <a:prstGeom prst="rect">
            <a:avLst/>
          </a:prstGeom>
          <a:noFill/>
          <a:ln w="9525">
            <a:solidFill>
              <a:srgbClr val="8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algn="ctr" eaLnBrk="1" hangingPunct="1">
              <a:lnSpc>
                <a:spcPct val="100000"/>
              </a:lnSpc>
              <a:spcBef>
                <a:spcPct val="0"/>
              </a:spcBef>
              <a:buClrTx/>
              <a:buSzTx/>
              <a:buFontTx/>
              <a:buNone/>
            </a:pPr>
            <a:endParaRPr kumimoji="1" lang="zh-CN" altLang="zh-CN" sz="1800">
              <a:solidFill>
                <a:schemeClr val="tx1"/>
              </a:solidFill>
              <a:latin typeface="Times New Roman" panose="02020603050405020304" pitchFamily="18" charset="0"/>
              <a:ea typeface="宋体" panose="02010600030101010101" pitchFamily="2" charset="-122"/>
            </a:endParaRPr>
          </a:p>
        </p:txBody>
      </p:sp>
      <p:sp>
        <p:nvSpPr>
          <p:cNvPr id="45121" name="Rectangle 64">
            <a:extLst>
              <a:ext uri="{FF2B5EF4-FFF2-40B4-BE49-F238E27FC236}">
                <a16:creationId xmlns:a16="http://schemas.microsoft.com/office/drawing/2014/main" id="{17473B1E-FB02-6908-721D-341F830F3DE7}"/>
              </a:ext>
            </a:extLst>
          </p:cNvPr>
          <p:cNvSpPr>
            <a:spLocks noChangeArrowheads="1"/>
          </p:cNvSpPr>
          <p:nvPr/>
        </p:nvSpPr>
        <p:spPr bwMode="auto">
          <a:xfrm>
            <a:off x="4953000" y="3124200"/>
            <a:ext cx="304800" cy="228600"/>
          </a:xfrm>
          <a:prstGeom prst="rect">
            <a:avLst/>
          </a:prstGeom>
          <a:noFill/>
          <a:ln w="9525">
            <a:solidFill>
              <a:srgbClr val="8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algn="ctr" eaLnBrk="1" hangingPunct="1">
              <a:lnSpc>
                <a:spcPct val="100000"/>
              </a:lnSpc>
              <a:spcBef>
                <a:spcPct val="0"/>
              </a:spcBef>
              <a:buClrTx/>
              <a:buSzTx/>
              <a:buFontTx/>
              <a:buNone/>
            </a:pPr>
            <a:endParaRPr kumimoji="1" lang="zh-CN" altLang="zh-CN" sz="1800">
              <a:solidFill>
                <a:schemeClr val="tx1"/>
              </a:solidFill>
              <a:latin typeface="Times New Roman" panose="02020603050405020304" pitchFamily="18" charset="0"/>
              <a:ea typeface="宋体" panose="02010600030101010101" pitchFamily="2" charset="-122"/>
            </a:endParaRPr>
          </a:p>
        </p:txBody>
      </p:sp>
      <p:sp>
        <p:nvSpPr>
          <p:cNvPr id="45122" name="Rectangle 65">
            <a:extLst>
              <a:ext uri="{FF2B5EF4-FFF2-40B4-BE49-F238E27FC236}">
                <a16:creationId xmlns:a16="http://schemas.microsoft.com/office/drawing/2014/main" id="{FA3E4519-0A61-66E1-5B31-AE4F2203E09A}"/>
              </a:ext>
            </a:extLst>
          </p:cNvPr>
          <p:cNvSpPr>
            <a:spLocks noChangeArrowheads="1"/>
          </p:cNvSpPr>
          <p:nvPr/>
        </p:nvSpPr>
        <p:spPr bwMode="auto">
          <a:xfrm>
            <a:off x="4953000" y="3581400"/>
            <a:ext cx="304800" cy="228600"/>
          </a:xfrm>
          <a:prstGeom prst="rect">
            <a:avLst/>
          </a:prstGeom>
          <a:noFill/>
          <a:ln w="9525">
            <a:solidFill>
              <a:srgbClr val="8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algn="ctr" eaLnBrk="1" hangingPunct="1">
              <a:lnSpc>
                <a:spcPct val="100000"/>
              </a:lnSpc>
              <a:spcBef>
                <a:spcPct val="0"/>
              </a:spcBef>
              <a:buClrTx/>
              <a:buSzTx/>
              <a:buFontTx/>
              <a:buNone/>
            </a:pPr>
            <a:endParaRPr kumimoji="1" lang="zh-CN" altLang="zh-CN" sz="1800">
              <a:solidFill>
                <a:schemeClr val="tx1"/>
              </a:solidFill>
              <a:latin typeface="Times New Roman" panose="02020603050405020304" pitchFamily="18" charset="0"/>
              <a:ea typeface="宋体" panose="02010600030101010101" pitchFamily="2" charset="-122"/>
            </a:endParaRPr>
          </a:p>
        </p:txBody>
      </p:sp>
      <p:sp>
        <p:nvSpPr>
          <p:cNvPr id="45123" name="Rectangle 66">
            <a:extLst>
              <a:ext uri="{FF2B5EF4-FFF2-40B4-BE49-F238E27FC236}">
                <a16:creationId xmlns:a16="http://schemas.microsoft.com/office/drawing/2014/main" id="{278712BE-BDB1-F9C3-07AD-65C8E93CF318}"/>
              </a:ext>
            </a:extLst>
          </p:cNvPr>
          <p:cNvSpPr>
            <a:spLocks noChangeArrowheads="1"/>
          </p:cNvSpPr>
          <p:nvPr/>
        </p:nvSpPr>
        <p:spPr bwMode="auto">
          <a:xfrm>
            <a:off x="4953000" y="4038600"/>
            <a:ext cx="304800" cy="228600"/>
          </a:xfrm>
          <a:prstGeom prst="rect">
            <a:avLst/>
          </a:prstGeom>
          <a:noFill/>
          <a:ln w="9525">
            <a:solidFill>
              <a:srgbClr val="8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algn="ctr" eaLnBrk="1" hangingPunct="1">
              <a:lnSpc>
                <a:spcPct val="100000"/>
              </a:lnSpc>
              <a:spcBef>
                <a:spcPct val="0"/>
              </a:spcBef>
              <a:buClrTx/>
              <a:buSzTx/>
              <a:buFontTx/>
              <a:buNone/>
            </a:pPr>
            <a:endParaRPr kumimoji="1" lang="zh-CN" altLang="zh-CN" sz="1800">
              <a:solidFill>
                <a:schemeClr val="tx1"/>
              </a:solidFill>
              <a:latin typeface="Times New Roman" panose="02020603050405020304" pitchFamily="18" charset="0"/>
              <a:ea typeface="宋体" panose="02010600030101010101" pitchFamily="2" charset="-122"/>
            </a:endParaRPr>
          </a:p>
        </p:txBody>
      </p:sp>
      <p:sp>
        <p:nvSpPr>
          <p:cNvPr id="45124" name="Rectangle 67">
            <a:extLst>
              <a:ext uri="{FF2B5EF4-FFF2-40B4-BE49-F238E27FC236}">
                <a16:creationId xmlns:a16="http://schemas.microsoft.com/office/drawing/2014/main" id="{B2F2B73E-F8E5-3EE1-D671-9F89C2BB3E71}"/>
              </a:ext>
            </a:extLst>
          </p:cNvPr>
          <p:cNvSpPr>
            <a:spLocks noChangeArrowheads="1"/>
          </p:cNvSpPr>
          <p:nvPr/>
        </p:nvSpPr>
        <p:spPr bwMode="auto">
          <a:xfrm>
            <a:off x="4953000" y="4495800"/>
            <a:ext cx="304800" cy="228600"/>
          </a:xfrm>
          <a:prstGeom prst="rect">
            <a:avLst/>
          </a:prstGeom>
          <a:noFill/>
          <a:ln w="9525">
            <a:solidFill>
              <a:srgbClr val="8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algn="ctr" eaLnBrk="1" hangingPunct="1">
              <a:lnSpc>
                <a:spcPct val="100000"/>
              </a:lnSpc>
              <a:spcBef>
                <a:spcPct val="0"/>
              </a:spcBef>
              <a:buClrTx/>
              <a:buSzTx/>
              <a:buFontTx/>
              <a:buNone/>
            </a:pPr>
            <a:endParaRPr kumimoji="1" lang="zh-CN" altLang="zh-CN" sz="1800">
              <a:solidFill>
                <a:schemeClr val="tx1"/>
              </a:solidFill>
              <a:latin typeface="Times New Roman" panose="02020603050405020304" pitchFamily="18" charset="0"/>
              <a:ea typeface="宋体" panose="02010600030101010101" pitchFamily="2" charset="-122"/>
            </a:endParaRPr>
          </a:p>
        </p:txBody>
      </p:sp>
      <p:sp>
        <p:nvSpPr>
          <p:cNvPr id="45125" name="Rectangle 68">
            <a:extLst>
              <a:ext uri="{FF2B5EF4-FFF2-40B4-BE49-F238E27FC236}">
                <a16:creationId xmlns:a16="http://schemas.microsoft.com/office/drawing/2014/main" id="{2D261F98-4398-A1C1-CFD5-6BF4E03C4C8E}"/>
              </a:ext>
            </a:extLst>
          </p:cNvPr>
          <p:cNvSpPr>
            <a:spLocks noChangeArrowheads="1"/>
          </p:cNvSpPr>
          <p:nvPr/>
        </p:nvSpPr>
        <p:spPr bwMode="auto">
          <a:xfrm>
            <a:off x="4953000" y="4953000"/>
            <a:ext cx="304800" cy="228600"/>
          </a:xfrm>
          <a:prstGeom prst="rect">
            <a:avLst/>
          </a:prstGeom>
          <a:noFill/>
          <a:ln w="9525">
            <a:solidFill>
              <a:srgbClr val="8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algn="ctr" eaLnBrk="1" hangingPunct="1">
              <a:lnSpc>
                <a:spcPct val="100000"/>
              </a:lnSpc>
              <a:spcBef>
                <a:spcPct val="0"/>
              </a:spcBef>
              <a:buClrTx/>
              <a:buSzTx/>
              <a:buFontTx/>
              <a:buNone/>
            </a:pPr>
            <a:endParaRPr kumimoji="1" lang="zh-CN" altLang="zh-CN" sz="1800">
              <a:solidFill>
                <a:schemeClr val="tx1"/>
              </a:solidFill>
              <a:latin typeface="Times New Roman" panose="02020603050405020304" pitchFamily="18" charset="0"/>
              <a:ea typeface="宋体" panose="02010600030101010101" pitchFamily="2" charset="-122"/>
            </a:endParaRPr>
          </a:p>
        </p:txBody>
      </p:sp>
      <p:sp>
        <p:nvSpPr>
          <p:cNvPr id="45126" name="Rectangle 69">
            <a:extLst>
              <a:ext uri="{FF2B5EF4-FFF2-40B4-BE49-F238E27FC236}">
                <a16:creationId xmlns:a16="http://schemas.microsoft.com/office/drawing/2014/main" id="{16D84504-8757-ABA8-9588-81FC7C09D599}"/>
              </a:ext>
            </a:extLst>
          </p:cNvPr>
          <p:cNvSpPr>
            <a:spLocks noChangeArrowheads="1"/>
          </p:cNvSpPr>
          <p:nvPr/>
        </p:nvSpPr>
        <p:spPr bwMode="auto">
          <a:xfrm>
            <a:off x="4953000" y="5410200"/>
            <a:ext cx="304800" cy="228600"/>
          </a:xfrm>
          <a:prstGeom prst="rect">
            <a:avLst/>
          </a:prstGeom>
          <a:noFill/>
          <a:ln w="9525">
            <a:solidFill>
              <a:srgbClr val="8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algn="ctr" eaLnBrk="1" hangingPunct="1">
              <a:lnSpc>
                <a:spcPct val="100000"/>
              </a:lnSpc>
              <a:spcBef>
                <a:spcPct val="0"/>
              </a:spcBef>
              <a:buClrTx/>
              <a:buSzTx/>
              <a:buFontTx/>
              <a:buNone/>
            </a:pPr>
            <a:endParaRPr kumimoji="1" lang="zh-CN" altLang="zh-CN" sz="1800">
              <a:solidFill>
                <a:schemeClr val="tx1"/>
              </a:solidFill>
              <a:latin typeface="Times New Roman" panose="02020603050405020304" pitchFamily="18" charset="0"/>
              <a:ea typeface="宋体" panose="02010600030101010101" pitchFamily="2" charset="-122"/>
            </a:endParaRPr>
          </a:p>
        </p:txBody>
      </p:sp>
      <p:sp>
        <p:nvSpPr>
          <p:cNvPr id="45127" name="Rectangle 70">
            <a:extLst>
              <a:ext uri="{FF2B5EF4-FFF2-40B4-BE49-F238E27FC236}">
                <a16:creationId xmlns:a16="http://schemas.microsoft.com/office/drawing/2014/main" id="{F3793FB3-E94B-213B-FC73-CB37504E0CCF}"/>
              </a:ext>
            </a:extLst>
          </p:cNvPr>
          <p:cNvSpPr>
            <a:spLocks noChangeArrowheads="1"/>
          </p:cNvSpPr>
          <p:nvPr/>
        </p:nvSpPr>
        <p:spPr bwMode="auto">
          <a:xfrm>
            <a:off x="4953000" y="5867400"/>
            <a:ext cx="304800" cy="228600"/>
          </a:xfrm>
          <a:prstGeom prst="rect">
            <a:avLst/>
          </a:prstGeom>
          <a:noFill/>
          <a:ln w="9525">
            <a:solidFill>
              <a:srgbClr val="8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algn="ctr" eaLnBrk="1" hangingPunct="1">
              <a:lnSpc>
                <a:spcPct val="100000"/>
              </a:lnSpc>
              <a:spcBef>
                <a:spcPct val="0"/>
              </a:spcBef>
              <a:buClrTx/>
              <a:buSzTx/>
              <a:buFontTx/>
              <a:buNone/>
            </a:pPr>
            <a:endParaRPr kumimoji="1" lang="zh-CN" altLang="zh-CN" sz="1800">
              <a:solidFill>
                <a:schemeClr val="tx1"/>
              </a:solidFill>
              <a:latin typeface="Times New Roman" panose="02020603050405020304" pitchFamily="18" charset="0"/>
              <a:ea typeface="宋体" panose="02010600030101010101" pitchFamily="2" charset="-122"/>
            </a:endParaRPr>
          </a:p>
        </p:txBody>
      </p:sp>
      <p:sp>
        <p:nvSpPr>
          <p:cNvPr id="45128" name="Line 71">
            <a:extLst>
              <a:ext uri="{FF2B5EF4-FFF2-40B4-BE49-F238E27FC236}">
                <a16:creationId xmlns:a16="http://schemas.microsoft.com/office/drawing/2014/main" id="{F9F4DB4C-C313-A541-D235-83EC3F16E2AD}"/>
              </a:ext>
            </a:extLst>
          </p:cNvPr>
          <p:cNvSpPr>
            <a:spLocks noChangeShapeType="1"/>
          </p:cNvSpPr>
          <p:nvPr/>
        </p:nvSpPr>
        <p:spPr bwMode="auto">
          <a:xfrm>
            <a:off x="8305800" y="2971800"/>
            <a:ext cx="1588" cy="457200"/>
          </a:xfrm>
          <a:prstGeom prst="line">
            <a:avLst/>
          </a:prstGeom>
          <a:noFill/>
          <a:ln w="28575">
            <a:solidFill>
              <a:srgbClr val="8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5129" name="Line 72">
            <a:extLst>
              <a:ext uri="{FF2B5EF4-FFF2-40B4-BE49-F238E27FC236}">
                <a16:creationId xmlns:a16="http://schemas.microsoft.com/office/drawing/2014/main" id="{B86C43DF-20DD-4A39-CF9C-96EF2FDF1691}"/>
              </a:ext>
            </a:extLst>
          </p:cNvPr>
          <p:cNvSpPr>
            <a:spLocks noChangeShapeType="1"/>
          </p:cNvSpPr>
          <p:nvPr/>
        </p:nvSpPr>
        <p:spPr bwMode="auto">
          <a:xfrm>
            <a:off x="4105275" y="3429000"/>
            <a:ext cx="4191000" cy="1588"/>
          </a:xfrm>
          <a:prstGeom prst="line">
            <a:avLst/>
          </a:prstGeom>
          <a:noFill/>
          <a:ln w="28575">
            <a:solidFill>
              <a:srgbClr val="8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5130" name="Line 73">
            <a:extLst>
              <a:ext uri="{FF2B5EF4-FFF2-40B4-BE49-F238E27FC236}">
                <a16:creationId xmlns:a16="http://schemas.microsoft.com/office/drawing/2014/main" id="{6AF04450-6362-2D21-EF55-F218B4A425C6}"/>
              </a:ext>
            </a:extLst>
          </p:cNvPr>
          <p:cNvSpPr>
            <a:spLocks noChangeShapeType="1"/>
          </p:cNvSpPr>
          <p:nvPr/>
        </p:nvSpPr>
        <p:spPr bwMode="auto">
          <a:xfrm flipH="1">
            <a:off x="3810000" y="3429000"/>
            <a:ext cx="304800" cy="152400"/>
          </a:xfrm>
          <a:prstGeom prst="line">
            <a:avLst/>
          </a:prstGeom>
          <a:noFill/>
          <a:ln w="28575">
            <a:solidFill>
              <a:srgbClr val="8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5131" name="Line 74">
            <a:extLst>
              <a:ext uri="{FF2B5EF4-FFF2-40B4-BE49-F238E27FC236}">
                <a16:creationId xmlns:a16="http://schemas.microsoft.com/office/drawing/2014/main" id="{0D831BCF-6335-3719-9DD8-AC3C3EF27EE0}"/>
              </a:ext>
            </a:extLst>
          </p:cNvPr>
          <p:cNvSpPr>
            <a:spLocks noChangeShapeType="1"/>
          </p:cNvSpPr>
          <p:nvPr/>
        </p:nvSpPr>
        <p:spPr bwMode="auto">
          <a:xfrm flipH="1">
            <a:off x="3124200" y="3810000"/>
            <a:ext cx="685800" cy="685800"/>
          </a:xfrm>
          <a:prstGeom prst="line">
            <a:avLst/>
          </a:prstGeom>
          <a:noFill/>
          <a:ln w="28575">
            <a:solidFill>
              <a:srgbClr val="8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5132" name="Line 75">
            <a:extLst>
              <a:ext uri="{FF2B5EF4-FFF2-40B4-BE49-F238E27FC236}">
                <a16:creationId xmlns:a16="http://schemas.microsoft.com/office/drawing/2014/main" id="{682848B4-183B-1CED-718A-D7B64692D3BC}"/>
              </a:ext>
            </a:extLst>
          </p:cNvPr>
          <p:cNvSpPr>
            <a:spLocks noChangeShapeType="1"/>
          </p:cNvSpPr>
          <p:nvPr/>
        </p:nvSpPr>
        <p:spPr bwMode="auto">
          <a:xfrm flipV="1">
            <a:off x="3128963" y="2871788"/>
            <a:ext cx="762000" cy="1600200"/>
          </a:xfrm>
          <a:prstGeom prst="line">
            <a:avLst/>
          </a:prstGeom>
          <a:noFill/>
          <a:ln w="28575">
            <a:solidFill>
              <a:srgbClr val="8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5133" name="Freeform 76">
            <a:extLst>
              <a:ext uri="{FF2B5EF4-FFF2-40B4-BE49-F238E27FC236}">
                <a16:creationId xmlns:a16="http://schemas.microsoft.com/office/drawing/2014/main" id="{1EEDAFC5-5E41-8C2B-B1EC-75486239A923}"/>
              </a:ext>
            </a:extLst>
          </p:cNvPr>
          <p:cNvSpPr>
            <a:spLocks/>
          </p:cNvSpPr>
          <p:nvPr/>
        </p:nvSpPr>
        <p:spPr bwMode="auto">
          <a:xfrm>
            <a:off x="3962400" y="2819400"/>
            <a:ext cx="546100" cy="762000"/>
          </a:xfrm>
          <a:custGeom>
            <a:avLst/>
            <a:gdLst>
              <a:gd name="T0" fmla="*/ 0 w 344"/>
              <a:gd name="T1" fmla="*/ 0 h 480"/>
              <a:gd name="T2" fmla="*/ 2147483646 w 344"/>
              <a:gd name="T3" fmla="*/ 2147483646 h 480"/>
              <a:gd name="T4" fmla="*/ 2147483646 w 344"/>
              <a:gd name="T5" fmla="*/ 2147483646 h 480"/>
              <a:gd name="T6" fmla="*/ 0 60000 65536"/>
              <a:gd name="T7" fmla="*/ 0 60000 65536"/>
              <a:gd name="T8" fmla="*/ 0 60000 65536"/>
            </a:gdLst>
            <a:ahLst/>
            <a:cxnLst>
              <a:cxn ang="T6">
                <a:pos x="T0" y="T1"/>
              </a:cxn>
              <a:cxn ang="T7">
                <a:pos x="T2" y="T3"/>
              </a:cxn>
              <a:cxn ang="T8">
                <a:pos x="T4" y="T5"/>
              </a:cxn>
            </a:cxnLst>
            <a:rect l="0" t="0" r="r" b="b"/>
            <a:pathLst>
              <a:path w="344" h="480">
                <a:moveTo>
                  <a:pt x="0" y="0"/>
                </a:moveTo>
                <a:cubicBezTo>
                  <a:pt x="116" y="80"/>
                  <a:pt x="232" y="160"/>
                  <a:pt x="288" y="240"/>
                </a:cubicBezTo>
                <a:cubicBezTo>
                  <a:pt x="344" y="320"/>
                  <a:pt x="340" y="400"/>
                  <a:pt x="336" y="480"/>
                </a:cubicBezTo>
              </a:path>
            </a:pathLst>
          </a:custGeom>
          <a:noFill/>
          <a:ln w="28575" cmpd="sng">
            <a:solidFill>
              <a:srgbClr val="800000"/>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5134" name="Line 77">
            <a:extLst>
              <a:ext uri="{FF2B5EF4-FFF2-40B4-BE49-F238E27FC236}">
                <a16:creationId xmlns:a16="http://schemas.microsoft.com/office/drawing/2014/main" id="{1F2E01F7-F05A-9DEF-5143-B2BDEC3056DA}"/>
              </a:ext>
            </a:extLst>
          </p:cNvPr>
          <p:cNvSpPr>
            <a:spLocks noChangeShapeType="1"/>
          </p:cNvSpPr>
          <p:nvPr/>
        </p:nvSpPr>
        <p:spPr bwMode="auto">
          <a:xfrm flipH="1">
            <a:off x="3810000" y="3810000"/>
            <a:ext cx="609600" cy="1600200"/>
          </a:xfrm>
          <a:prstGeom prst="line">
            <a:avLst/>
          </a:prstGeom>
          <a:noFill/>
          <a:ln w="28575">
            <a:solidFill>
              <a:srgbClr val="8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5135" name="Line 78">
            <a:extLst>
              <a:ext uri="{FF2B5EF4-FFF2-40B4-BE49-F238E27FC236}">
                <a16:creationId xmlns:a16="http://schemas.microsoft.com/office/drawing/2014/main" id="{F83BB775-F97B-C576-2C2B-6AFBBABEB051}"/>
              </a:ext>
            </a:extLst>
          </p:cNvPr>
          <p:cNvSpPr>
            <a:spLocks noChangeShapeType="1"/>
          </p:cNvSpPr>
          <p:nvPr/>
        </p:nvSpPr>
        <p:spPr bwMode="auto">
          <a:xfrm>
            <a:off x="9448800" y="2971800"/>
            <a:ext cx="1588" cy="2286000"/>
          </a:xfrm>
          <a:prstGeom prst="line">
            <a:avLst/>
          </a:prstGeom>
          <a:noFill/>
          <a:ln w="28575">
            <a:solidFill>
              <a:srgbClr val="8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5136" name="Line 79">
            <a:extLst>
              <a:ext uri="{FF2B5EF4-FFF2-40B4-BE49-F238E27FC236}">
                <a16:creationId xmlns:a16="http://schemas.microsoft.com/office/drawing/2014/main" id="{A686C20C-DA0D-FCB6-B0E8-6E5AFCE341F7}"/>
              </a:ext>
            </a:extLst>
          </p:cNvPr>
          <p:cNvSpPr>
            <a:spLocks noChangeShapeType="1"/>
          </p:cNvSpPr>
          <p:nvPr/>
        </p:nvSpPr>
        <p:spPr bwMode="auto">
          <a:xfrm>
            <a:off x="4267200" y="5257800"/>
            <a:ext cx="5181600" cy="1588"/>
          </a:xfrm>
          <a:prstGeom prst="line">
            <a:avLst/>
          </a:prstGeom>
          <a:noFill/>
          <a:ln w="28575">
            <a:solidFill>
              <a:srgbClr val="8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5137" name="Line 80">
            <a:extLst>
              <a:ext uri="{FF2B5EF4-FFF2-40B4-BE49-F238E27FC236}">
                <a16:creationId xmlns:a16="http://schemas.microsoft.com/office/drawing/2014/main" id="{C483AC63-A109-677B-1A32-C80419175E61}"/>
              </a:ext>
            </a:extLst>
          </p:cNvPr>
          <p:cNvSpPr>
            <a:spLocks noChangeShapeType="1"/>
          </p:cNvSpPr>
          <p:nvPr/>
        </p:nvSpPr>
        <p:spPr bwMode="auto">
          <a:xfrm flipH="1">
            <a:off x="3962400" y="5257800"/>
            <a:ext cx="304800" cy="152400"/>
          </a:xfrm>
          <a:prstGeom prst="line">
            <a:avLst/>
          </a:prstGeom>
          <a:noFill/>
          <a:ln w="28575">
            <a:solidFill>
              <a:srgbClr val="8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5138" name="Text Box 81">
            <a:extLst>
              <a:ext uri="{FF2B5EF4-FFF2-40B4-BE49-F238E27FC236}">
                <a16:creationId xmlns:a16="http://schemas.microsoft.com/office/drawing/2014/main" id="{99FFE641-9EED-5CEC-84AE-B71EF1A68157}"/>
              </a:ext>
            </a:extLst>
          </p:cNvPr>
          <p:cNvSpPr txBox="1">
            <a:spLocks noChangeArrowheads="1"/>
          </p:cNvSpPr>
          <p:nvPr/>
        </p:nvSpPr>
        <p:spPr bwMode="auto">
          <a:xfrm>
            <a:off x="542925" y="736601"/>
            <a:ext cx="20478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eaLnBrk="1" hangingPunct="1">
              <a:lnSpc>
                <a:spcPct val="100000"/>
              </a:lnSpc>
              <a:spcBef>
                <a:spcPct val="0"/>
              </a:spcBef>
              <a:buClrTx/>
              <a:buSzTx/>
              <a:buFontTx/>
              <a:buNone/>
            </a:pPr>
            <a:r>
              <a:rPr kumimoji="1" lang="en-US" altLang="zh-CN" sz="2800" dirty="0">
                <a:latin typeface="楷体_GB2312" pitchFamily="49" charset="-122"/>
              </a:rPr>
              <a:t>1.</a:t>
            </a:r>
            <a:r>
              <a:rPr kumimoji="1" lang="zh-CN" altLang="en-US" sz="2800" dirty="0">
                <a:latin typeface="楷体_GB2312" pitchFamily="49" charset="-122"/>
              </a:rPr>
              <a:t>隐式链接</a:t>
            </a:r>
            <a:r>
              <a:rPr kumimoji="1" lang="zh-CN" altLang="en-US" sz="2400" dirty="0">
                <a:solidFill>
                  <a:schemeClr val="tx1"/>
                </a:solidFill>
                <a:latin typeface="Times New Roman" panose="02020603050405020304" pitchFamily="18" charset="0"/>
                <a:ea typeface="宋体" panose="02010600030101010101" pitchFamily="2" charset="-122"/>
              </a:rPr>
              <a:t> </a:t>
            </a:r>
          </a:p>
        </p:txBody>
      </p:sp>
      <p:sp>
        <p:nvSpPr>
          <p:cNvPr id="45139" name="Rectangle 82">
            <a:extLst>
              <a:ext uri="{FF2B5EF4-FFF2-40B4-BE49-F238E27FC236}">
                <a16:creationId xmlns:a16="http://schemas.microsoft.com/office/drawing/2014/main" id="{1ED325B9-B211-9407-1FFA-17C2BD6A20C5}"/>
              </a:ext>
            </a:extLst>
          </p:cNvPr>
          <p:cNvSpPr>
            <a:spLocks noChangeArrowheads="1"/>
          </p:cNvSpPr>
          <p:nvPr/>
        </p:nvSpPr>
        <p:spPr bwMode="auto">
          <a:xfrm>
            <a:off x="5057775" y="6492875"/>
            <a:ext cx="32480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eaLnBrk="1" hangingPunct="1">
              <a:lnSpc>
                <a:spcPct val="100000"/>
              </a:lnSpc>
              <a:spcBef>
                <a:spcPct val="0"/>
              </a:spcBef>
              <a:buClrTx/>
              <a:buSzTx/>
              <a:buFontTx/>
              <a:buNone/>
            </a:pPr>
            <a:r>
              <a:rPr kumimoji="1" lang="zh-CN" altLang="en-US" sz="2400" dirty="0">
                <a:latin typeface="Times New Roman" panose="02020603050405020304" pitchFamily="18" charset="0"/>
                <a:ea typeface="宋体" panose="02010600030101010101" pitchFamily="2" charset="-122"/>
              </a:rPr>
              <a:t>磁盘空间的链接式分配</a:t>
            </a:r>
          </a:p>
        </p:txBody>
      </p:sp>
      <p:sp>
        <p:nvSpPr>
          <p:cNvPr id="45140" name="Text Box 83">
            <a:extLst>
              <a:ext uri="{FF2B5EF4-FFF2-40B4-BE49-F238E27FC236}">
                <a16:creationId xmlns:a16="http://schemas.microsoft.com/office/drawing/2014/main" id="{F49CB74A-9A3B-1BE6-757D-942AD25AE714}"/>
              </a:ext>
            </a:extLst>
          </p:cNvPr>
          <p:cNvSpPr txBox="1">
            <a:spLocks noChangeArrowheads="1"/>
          </p:cNvSpPr>
          <p:nvPr/>
        </p:nvSpPr>
        <p:spPr bwMode="auto">
          <a:xfrm>
            <a:off x="6383338" y="3573464"/>
            <a:ext cx="24495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lgn="ctr">
                <a:solidFill>
                  <a:srgbClr val="008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eaLnBrk="1" hangingPunct="1">
              <a:lnSpc>
                <a:spcPct val="100000"/>
              </a:lnSpc>
              <a:spcBef>
                <a:spcPct val="50000"/>
              </a:spcBef>
              <a:buClrTx/>
              <a:buSzPct val="80000"/>
              <a:buFontTx/>
              <a:buNone/>
            </a:pPr>
            <a:r>
              <a:rPr kumimoji="1" lang="zh-CN" altLang="en-US" sz="2000">
                <a:solidFill>
                  <a:srgbClr val="CC0000"/>
                </a:solidFill>
                <a:latin typeface="Times New Roman" panose="02020603050405020304" pitchFamily="18" charset="0"/>
                <a:ea typeface="宋体" panose="02010600030101010101" pitchFamily="2" charset="-122"/>
              </a:rPr>
              <a:t>第一个盘块</a:t>
            </a:r>
          </a:p>
        </p:txBody>
      </p:sp>
      <p:sp>
        <p:nvSpPr>
          <p:cNvPr id="45141" name="Text Box 84">
            <a:extLst>
              <a:ext uri="{FF2B5EF4-FFF2-40B4-BE49-F238E27FC236}">
                <a16:creationId xmlns:a16="http://schemas.microsoft.com/office/drawing/2014/main" id="{C2674389-2230-A5E3-19AE-97DEEA24526E}"/>
              </a:ext>
            </a:extLst>
          </p:cNvPr>
          <p:cNvSpPr txBox="1">
            <a:spLocks noChangeArrowheads="1"/>
          </p:cNvSpPr>
          <p:nvPr/>
        </p:nvSpPr>
        <p:spPr bwMode="auto">
          <a:xfrm>
            <a:off x="6600826" y="5373689"/>
            <a:ext cx="244951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lgn="ctr">
                <a:solidFill>
                  <a:srgbClr val="008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eaLnBrk="1" hangingPunct="1">
              <a:lnSpc>
                <a:spcPct val="100000"/>
              </a:lnSpc>
              <a:spcBef>
                <a:spcPct val="50000"/>
              </a:spcBef>
              <a:buClrTx/>
              <a:buSzPct val="80000"/>
              <a:buFontTx/>
              <a:buNone/>
            </a:pPr>
            <a:r>
              <a:rPr kumimoji="1" lang="zh-CN" altLang="en-US" sz="2000">
                <a:solidFill>
                  <a:srgbClr val="CC0000"/>
                </a:solidFill>
                <a:latin typeface="Times New Roman" panose="02020603050405020304" pitchFamily="18" charset="0"/>
                <a:ea typeface="宋体" panose="02010600030101010101" pitchFamily="2" charset="-122"/>
              </a:rPr>
              <a:t>最后一个盘块</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灯片编号占位符 3">
            <a:extLst>
              <a:ext uri="{FF2B5EF4-FFF2-40B4-BE49-F238E27FC236}">
                <a16:creationId xmlns:a16="http://schemas.microsoft.com/office/drawing/2014/main" id="{EAC5DAB3-ABEF-DDF6-9143-CADEC579ECA1}"/>
              </a:ext>
            </a:extLst>
          </p:cNvPr>
          <p:cNvSpPr>
            <a:spLocks noGrp="1"/>
          </p:cNvSpPr>
          <p:nvPr>
            <p:ph type="sldNum" sz="quarter" idx="4294967295"/>
          </p:nvPr>
        </p:nvSpPr>
        <p:spPr>
          <a:xfrm>
            <a:off x="9448800" y="6356350"/>
            <a:ext cx="2743200" cy="365125"/>
          </a:xfrm>
          <a:noFill/>
        </p:spPr>
        <p:txBody>
          <a:bodyP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a:lnSpc>
                <a:spcPct val="100000"/>
              </a:lnSpc>
              <a:spcBef>
                <a:spcPct val="0"/>
              </a:spcBef>
              <a:buClrTx/>
              <a:buSzTx/>
              <a:buFontTx/>
              <a:buNone/>
            </a:pPr>
            <a:fld id="{D7DEB5A3-EBE5-440E-9BDA-A1E2EAD62C71}" type="slidenum">
              <a:rPr lang="en-US" altLang="zh-CN" sz="1400">
                <a:solidFill>
                  <a:schemeClr val="tx1"/>
                </a:solidFill>
                <a:ea typeface="宋体" panose="02010600030101010101" pitchFamily="2" charset="-122"/>
              </a:rPr>
              <a:pPr>
                <a:lnSpc>
                  <a:spcPct val="100000"/>
                </a:lnSpc>
                <a:spcBef>
                  <a:spcPct val="0"/>
                </a:spcBef>
                <a:buClrTx/>
                <a:buSzTx/>
                <a:buFontTx/>
                <a:buNone/>
              </a:pPr>
              <a:t>7</a:t>
            </a:fld>
            <a:endParaRPr lang="en-US" altLang="zh-CN" sz="1400">
              <a:solidFill>
                <a:schemeClr val="tx1"/>
              </a:solidFill>
              <a:ea typeface="宋体" panose="02010600030101010101" pitchFamily="2" charset="-122"/>
            </a:endParaRPr>
          </a:p>
        </p:txBody>
      </p:sp>
      <p:sp>
        <p:nvSpPr>
          <p:cNvPr id="46083" name="Text Box 2">
            <a:extLst>
              <a:ext uri="{FF2B5EF4-FFF2-40B4-BE49-F238E27FC236}">
                <a16:creationId xmlns:a16="http://schemas.microsoft.com/office/drawing/2014/main" id="{527D31A7-E3BE-1C46-80A9-2B589D3D2C09}"/>
              </a:ext>
            </a:extLst>
          </p:cNvPr>
          <p:cNvSpPr txBox="1">
            <a:spLocks noChangeArrowheads="1"/>
          </p:cNvSpPr>
          <p:nvPr/>
        </p:nvSpPr>
        <p:spPr bwMode="auto">
          <a:xfrm>
            <a:off x="1116013" y="333377"/>
            <a:ext cx="51911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eaLnBrk="1" hangingPunct="1">
              <a:lnSpc>
                <a:spcPct val="100000"/>
              </a:lnSpc>
              <a:spcBef>
                <a:spcPct val="0"/>
              </a:spcBef>
              <a:buClrTx/>
              <a:buSzTx/>
              <a:buFontTx/>
              <a:buNone/>
            </a:pPr>
            <a:r>
              <a:rPr kumimoji="1" lang="en-US" altLang="zh-CN" sz="2800" dirty="0">
                <a:latin typeface="楷体_GB2312" pitchFamily="49" charset="-122"/>
              </a:rPr>
              <a:t>2.</a:t>
            </a:r>
            <a:r>
              <a:rPr kumimoji="1" lang="zh-CN" altLang="en-US" sz="2800" dirty="0">
                <a:latin typeface="楷体_GB2312" pitchFamily="49" charset="-122"/>
              </a:rPr>
              <a:t>显式链接</a:t>
            </a:r>
            <a:r>
              <a:rPr kumimoji="1" lang="zh-CN" altLang="en-US" sz="2800" dirty="0">
                <a:solidFill>
                  <a:schemeClr val="tx1"/>
                </a:solidFill>
                <a:latin typeface="楷体_GB2312" pitchFamily="49" charset="-122"/>
              </a:rPr>
              <a:t> －</a:t>
            </a:r>
            <a:r>
              <a:rPr kumimoji="1" lang="zh-CN" altLang="en-US" sz="2800" dirty="0">
                <a:solidFill>
                  <a:srgbClr val="3366FF"/>
                </a:solidFill>
                <a:latin typeface="楷体_GB2312" pitchFamily="49" charset="-122"/>
              </a:rPr>
              <a:t>文件分配表</a:t>
            </a:r>
            <a:r>
              <a:rPr kumimoji="1" lang="en-US" altLang="zh-CN" sz="2800" dirty="0">
                <a:solidFill>
                  <a:srgbClr val="3366FF"/>
                </a:solidFill>
                <a:latin typeface="楷体_GB2312" pitchFamily="49" charset="-122"/>
              </a:rPr>
              <a:t>(FAT)</a:t>
            </a:r>
          </a:p>
        </p:txBody>
      </p:sp>
      <p:sp>
        <p:nvSpPr>
          <p:cNvPr id="46084" name="Rectangle 3">
            <a:extLst>
              <a:ext uri="{FF2B5EF4-FFF2-40B4-BE49-F238E27FC236}">
                <a16:creationId xmlns:a16="http://schemas.microsoft.com/office/drawing/2014/main" id="{FD17802D-9C66-D939-D40D-E94CCC4E76CF}"/>
              </a:ext>
            </a:extLst>
          </p:cNvPr>
          <p:cNvSpPr>
            <a:spLocks noChangeArrowheads="1"/>
          </p:cNvSpPr>
          <p:nvPr/>
        </p:nvSpPr>
        <p:spPr bwMode="auto">
          <a:xfrm>
            <a:off x="603251" y="1123952"/>
            <a:ext cx="8207375" cy="39608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eaLnBrk="1" hangingPunct="1">
              <a:buClr>
                <a:srgbClr val="0000FF"/>
              </a:buClr>
              <a:buSzPct val="115000"/>
            </a:pPr>
            <a:r>
              <a:rPr lang="zh-CN" altLang="en-US" sz="2400" dirty="0">
                <a:latin typeface="楷体_GB2312" pitchFamily="49" charset="-122"/>
              </a:rPr>
              <a:t>用于链接文件各物理块的</a:t>
            </a:r>
            <a:r>
              <a:rPr lang="zh-CN" altLang="en-US" sz="2400" dirty="0">
                <a:solidFill>
                  <a:srgbClr val="FF3399"/>
                </a:solidFill>
                <a:latin typeface="楷体_GB2312" pitchFamily="49" charset="-122"/>
              </a:rPr>
              <a:t>链接指针</a:t>
            </a:r>
            <a:r>
              <a:rPr lang="zh-CN" altLang="en-US" sz="2400" dirty="0">
                <a:latin typeface="楷体_GB2312" pitchFamily="49" charset="-122"/>
              </a:rPr>
              <a:t>，</a:t>
            </a:r>
            <a:r>
              <a:rPr lang="zh-CN" altLang="en-US" sz="2400" dirty="0">
                <a:solidFill>
                  <a:srgbClr val="008000"/>
                </a:solidFill>
                <a:latin typeface="楷体_GB2312" pitchFamily="49" charset="-122"/>
              </a:rPr>
              <a:t>显式地存放在内存的一张链接表中</a:t>
            </a:r>
            <a:r>
              <a:rPr lang="zh-CN" altLang="en-US" sz="2400" dirty="0">
                <a:latin typeface="楷体_GB2312" pitchFamily="49" charset="-122"/>
              </a:rPr>
              <a:t>。</a:t>
            </a:r>
          </a:p>
          <a:p>
            <a:pPr eaLnBrk="1" hangingPunct="1">
              <a:buClr>
                <a:srgbClr val="0000FF"/>
              </a:buClr>
              <a:buSzPct val="115000"/>
            </a:pPr>
            <a:r>
              <a:rPr lang="zh-CN" altLang="en-US" sz="2400" dirty="0">
                <a:latin typeface="楷体_GB2312" pitchFamily="49" charset="-122"/>
              </a:rPr>
              <a:t>该表在整个磁盘仅</a:t>
            </a:r>
            <a:r>
              <a:rPr lang="zh-CN" altLang="en-US" sz="2400" dirty="0">
                <a:solidFill>
                  <a:srgbClr val="008000"/>
                </a:solidFill>
                <a:latin typeface="楷体_GB2312" pitchFamily="49" charset="-122"/>
              </a:rPr>
              <a:t>设置一张</a:t>
            </a:r>
            <a:r>
              <a:rPr lang="zh-CN" altLang="en-US" sz="2400" dirty="0">
                <a:latin typeface="楷体_GB2312" pitchFamily="49" charset="-122"/>
              </a:rPr>
              <a:t>。</a:t>
            </a:r>
          </a:p>
          <a:p>
            <a:pPr eaLnBrk="1" hangingPunct="1">
              <a:buClr>
                <a:srgbClr val="0000FF"/>
              </a:buClr>
              <a:buSzPct val="115000"/>
            </a:pPr>
            <a:r>
              <a:rPr lang="zh-CN" altLang="en-US" sz="2400" dirty="0">
                <a:latin typeface="楷体_GB2312" pitchFamily="49" charset="-122"/>
              </a:rPr>
              <a:t>表序号为整个磁盘的物理块号（</a:t>
            </a:r>
            <a:r>
              <a:rPr lang="en-US" altLang="zh-CN" sz="2400" dirty="0">
                <a:latin typeface="楷体_GB2312" pitchFamily="49" charset="-122"/>
              </a:rPr>
              <a:t>0---(n-1)</a:t>
            </a:r>
            <a:r>
              <a:rPr lang="zh-CN" altLang="en-US" sz="2400" dirty="0">
                <a:latin typeface="楷体_GB2312" pitchFamily="49" charset="-122"/>
              </a:rPr>
              <a:t>）</a:t>
            </a:r>
          </a:p>
          <a:p>
            <a:pPr eaLnBrk="1" hangingPunct="1">
              <a:buClr>
                <a:srgbClr val="0000FF"/>
              </a:buClr>
              <a:buSzPct val="115000"/>
            </a:pPr>
            <a:r>
              <a:rPr lang="zh-CN" altLang="en-US" sz="2400" dirty="0">
                <a:latin typeface="楷体_GB2312" pitchFamily="49" charset="-122"/>
              </a:rPr>
              <a:t>表项存入链接指针，即</a:t>
            </a:r>
            <a:r>
              <a:rPr lang="zh-CN" altLang="en-US" sz="2400" dirty="0">
                <a:solidFill>
                  <a:srgbClr val="008000"/>
                </a:solidFill>
                <a:latin typeface="楷体_GB2312" pitchFamily="49" charset="-122"/>
              </a:rPr>
              <a:t>下一个块号</a:t>
            </a:r>
            <a:r>
              <a:rPr lang="zh-CN" altLang="en-US" sz="2400" dirty="0">
                <a:latin typeface="楷体_GB2312" pitchFamily="49" charset="-122"/>
              </a:rPr>
              <a:t>。</a:t>
            </a:r>
          </a:p>
          <a:p>
            <a:pPr eaLnBrk="1" hangingPunct="1">
              <a:buClr>
                <a:srgbClr val="0000FF"/>
              </a:buClr>
              <a:buSzPct val="115000"/>
            </a:pPr>
            <a:r>
              <a:rPr lang="zh-CN" altLang="en-US" sz="2400" dirty="0">
                <a:latin typeface="楷体_GB2312" pitchFamily="49" charset="-122"/>
              </a:rPr>
              <a:t>文件的首块号存入相应文件的</a:t>
            </a:r>
            <a:r>
              <a:rPr lang="en-US" altLang="zh-CN" sz="2400" dirty="0">
                <a:latin typeface="楷体_GB2312" pitchFamily="49" charset="-122"/>
              </a:rPr>
              <a:t>FCB</a:t>
            </a:r>
            <a:r>
              <a:rPr lang="zh-CN" altLang="en-US" sz="2400" dirty="0">
                <a:latin typeface="楷体_GB2312" pitchFamily="49" charset="-122"/>
              </a:rPr>
              <a:t>中。</a:t>
            </a:r>
          </a:p>
          <a:p>
            <a:pPr eaLnBrk="1" hangingPunct="1">
              <a:buClr>
                <a:srgbClr val="0000FF"/>
              </a:buClr>
              <a:buSzPct val="115000"/>
            </a:pPr>
            <a:r>
              <a:rPr lang="zh-CN" altLang="en-US" sz="2400" dirty="0">
                <a:latin typeface="楷体_GB2312" pitchFamily="49" charset="-122"/>
              </a:rPr>
              <a:t>查找在内存的</a:t>
            </a:r>
            <a:r>
              <a:rPr lang="en-US" altLang="zh-CN" sz="2400" dirty="0">
                <a:latin typeface="楷体_GB2312" pitchFamily="49" charset="-122"/>
              </a:rPr>
              <a:t>FAT</a:t>
            </a:r>
            <a:r>
              <a:rPr lang="zh-CN" altLang="en-US" sz="2400" dirty="0">
                <a:latin typeface="楷体_GB2312" pitchFamily="49" charset="-122"/>
              </a:rPr>
              <a:t>中，故</a:t>
            </a:r>
            <a:r>
              <a:rPr lang="zh-CN" altLang="en-US" sz="2400" dirty="0">
                <a:solidFill>
                  <a:srgbClr val="FF3399"/>
                </a:solidFill>
                <a:latin typeface="楷体_GB2312" pitchFamily="49" charset="-122"/>
              </a:rPr>
              <a:t>提高了检索速度</a:t>
            </a:r>
            <a:r>
              <a:rPr lang="zh-CN" altLang="en-US" sz="2400" dirty="0">
                <a:latin typeface="楷体_GB2312" pitchFamily="49" charset="-122"/>
              </a:rPr>
              <a:t>，同时又</a:t>
            </a:r>
            <a:r>
              <a:rPr lang="zh-CN" altLang="en-US" sz="2400" dirty="0">
                <a:solidFill>
                  <a:srgbClr val="FF3399"/>
                </a:solidFill>
                <a:latin typeface="楷体_GB2312" pitchFamily="49" charset="-122"/>
              </a:rPr>
              <a:t>减少磁盘的访问次数</a:t>
            </a:r>
            <a:r>
              <a:rPr lang="zh-CN" altLang="en-US" sz="2400" dirty="0">
                <a:latin typeface="楷体_GB2312" pitchFamily="49" charset="-122"/>
              </a:rPr>
              <a:t>。</a:t>
            </a:r>
          </a:p>
          <a:p>
            <a:pPr eaLnBrk="1" hangingPunct="1">
              <a:buClr>
                <a:srgbClr val="0000FF"/>
              </a:buClr>
              <a:buSzPct val="115000"/>
            </a:pPr>
            <a:r>
              <a:rPr lang="zh-CN" altLang="en-US" sz="2400" dirty="0">
                <a:latin typeface="楷体_GB2312" pitchFamily="49" charset="-122"/>
              </a:rPr>
              <a:t>被</a:t>
            </a:r>
            <a:r>
              <a:rPr lang="en-US" altLang="zh-CN" sz="2400" dirty="0">
                <a:latin typeface="楷体_GB2312" pitchFamily="49" charset="-122"/>
              </a:rPr>
              <a:t>MS-DOS</a:t>
            </a:r>
            <a:r>
              <a:rPr lang="zh-CN" altLang="en-US" sz="2400" dirty="0">
                <a:latin typeface="楷体_GB2312" pitchFamily="49" charset="-122"/>
              </a:rPr>
              <a:t>和</a:t>
            </a:r>
            <a:r>
              <a:rPr lang="en-US" altLang="zh-CN" sz="2400" dirty="0">
                <a:latin typeface="楷体_GB2312" pitchFamily="49" charset="-122"/>
              </a:rPr>
              <a:t>OS/2</a:t>
            </a:r>
            <a:r>
              <a:rPr lang="zh-CN" altLang="en-US" sz="2400" dirty="0">
                <a:latin typeface="楷体_GB2312" pitchFamily="49" charset="-122"/>
              </a:rPr>
              <a:t>等所采用。</a:t>
            </a:r>
          </a:p>
        </p:txBody>
      </p:sp>
      <p:pic>
        <p:nvPicPr>
          <p:cNvPr id="46085" name="Picture 4">
            <a:extLst>
              <a:ext uri="{FF2B5EF4-FFF2-40B4-BE49-F238E27FC236}">
                <a16:creationId xmlns:a16="http://schemas.microsoft.com/office/drawing/2014/main" id="{66FBA545-7E00-C500-8EBF-4EE1AE6850C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41326" y="1631951"/>
            <a:ext cx="5005399" cy="20637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7107" name="Object 3">
            <a:extLst>
              <a:ext uri="{FF2B5EF4-FFF2-40B4-BE49-F238E27FC236}">
                <a16:creationId xmlns:a16="http://schemas.microsoft.com/office/drawing/2014/main" id="{AFB9CA7A-2A23-B476-BE3F-A14E64F62C59}"/>
              </a:ext>
            </a:extLst>
          </p:cNvPr>
          <p:cNvGraphicFramePr>
            <a:graphicFrameLocks noGrp="1" noChangeAspect="1"/>
          </p:cNvGraphicFramePr>
          <p:nvPr>
            <p:ph idx="4294967295"/>
            <p:extLst>
              <p:ext uri="{D42A27DB-BD31-4B8C-83A1-F6EECF244321}">
                <p14:modId xmlns:p14="http://schemas.microsoft.com/office/powerpoint/2010/main" val="1971210055"/>
              </p:ext>
            </p:extLst>
          </p:nvPr>
        </p:nvGraphicFramePr>
        <p:xfrm>
          <a:off x="2219325" y="1427163"/>
          <a:ext cx="6296025" cy="4143375"/>
        </p:xfrm>
        <a:graphic>
          <a:graphicData uri="http://schemas.openxmlformats.org/presentationml/2006/ole">
            <mc:AlternateContent xmlns:mc="http://schemas.openxmlformats.org/markup-compatibility/2006">
              <mc:Choice xmlns:v="urn:schemas-microsoft-com:vml" Requires="v">
                <p:oleObj name="位图图像" r:id="rId2" imgW="6295238" imgH="4142857" progId="Paint.Picture">
                  <p:embed/>
                </p:oleObj>
              </mc:Choice>
              <mc:Fallback>
                <p:oleObj name="位图图像" r:id="rId2" imgW="6295238" imgH="4142857" progId="Paint.Picture">
                  <p:embed/>
                  <p:pic>
                    <p:nvPicPr>
                      <p:cNvPr id="47107" name="Object 3">
                        <a:extLst>
                          <a:ext uri="{FF2B5EF4-FFF2-40B4-BE49-F238E27FC236}">
                            <a16:creationId xmlns:a16="http://schemas.microsoft.com/office/drawing/2014/main" id="{AFB9CA7A-2A23-B476-BE3F-A14E64F62C5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19325" y="1427163"/>
                        <a:ext cx="6296025" cy="41433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47106" name="灯片编号占位符 5">
            <a:extLst>
              <a:ext uri="{FF2B5EF4-FFF2-40B4-BE49-F238E27FC236}">
                <a16:creationId xmlns:a16="http://schemas.microsoft.com/office/drawing/2014/main" id="{E8DAAAAF-2BB8-7B83-0797-0AD641C1EB3D}"/>
              </a:ext>
            </a:extLst>
          </p:cNvPr>
          <p:cNvSpPr>
            <a:spLocks noGrp="1"/>
          </p:cNvSpPr>
          <p:nvPr>
            <p:ph type="sldNum" sz="quarter" idx="4294967295"/>
          </p:nvPr>
        </p:nvSpPr>
        <p:spPr>
          <a:xfrm>
            <a:off x="9448800" y="6356350"/>
            <a:ext cx="2743200" cy="365125"/>
          </a:xfrm>
          <a:noFill/>
        </p:spPr>
        <p:txBody>
          <a:bodyP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a:lnSpc>
                <a:spcPct val="100000"/>
              </a:lnSpc>
              <a:spcBef>
                <a:spcPct val="0"/>
              </a:spcBef>
              <a:buClrTx/>
              <a:buSzTx/>
              <a:buFontTx/>
              <a:buNone/>
            </a:pPr>
            <a:fld id="{6945EB9B-D976-4425-9E6A-1D1D5BEA9969}" type="slidenum">
              <a:rPr lang="en-US" altLang="zh-CN" sz="1400">
                <a:solidFill>
                  <a:schemeClr val="tx1"/>
                </a:solidFill>
                <a:ea typeface="宋体" panose="02010600030101010101" pitchFamily="2" charset="-122"/>
              </a:rPr>
              <a:pPr>
                <a:lnSpc>
                  <a:spcPct val="100000"/>
                </a:lnSpc>
                <a:spcBef>
                  <a:spcPct val="0"/>
                </a:spcBef>
                <a:buClrTx/>
                <a:buSzTx/>
                <a:buFontTx/>
                <a:buNone/>
              </a:pPr>
              <a:t>8</a:t>
            </a:fld>
            <a:endParaRPr lang="en-US" altLang="zh-CN" sz="1400">
              <a:solidFill>
                <a:schemeClr val="tx1"/>
              </a:solidFill>
              <a:ea typeface="宋体" panose="02010600030101010101" pitchFamily="2"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rPr>
              <a:t>FAT</a:t>
            </a:r>
            <a:r>
              <a:rPr lang="zh-CN" altLang="en-US" sz="2800" b="1" dirty="0">
                <a:solidFill>
                  <a:schemeClr val="bg1"/>
                </a:solidFill>
              </a:rPr>
              <a:t>文件系统（</a:t>
            </a:r>
            <a:r>
              <a:rPr lang="en-US" altLang="zh-CN" sz="2800" b="1" dirty="0">
                <a:solidFill>
                  <a:schemeClr val="bg1"/>
                </a:solidFill>
              </a:rPr>
              <a:t>1</a:t>
            </a:r>
            <a:r>
              <a:rPr lang="zh-CN" altLang="en-US" sz="2800" b="1" dirty="0">
                <a:solidFill>
                  <a:schemeClr val="bg1"/>
                </a:solidFill>
              </a:rPr>
              <a:t>）</a:t>
            </a:r>
          </a:p>
        </p:txBody>
      </p:sp>
      <p:sp>
        <p:nvSpPr>
          <p:cNvPr id="5" name="文本框 4"/>
          <p:cNvSpPr txBox="1"/>
          <p:nvPr/>
        </p:nvSpPr>
        <p:spPr>
          <a:xfrm>
            <a:off x="822256" y="1274802"/>
            <a:ext cx="10416873" cy="522900"/>
          </a:xfrm>
          <a:prstGeom prst="rect">
            <a:avLst/>
          </a:prstGeom>
          <a:noFill/>
        </p:spPr>
        <p:txBody>
          <a:bodyPr wrap="square" rtlCol="0">
            <a:spAutoFit/>
          </a:bodyPr>
          <a:lstStyle/>
          <a:p>
            <a:pPr>
              <a:lnSpc>
                <a:spcPct val="123000"/>
              </a:lnSpc>
            </a:pPr>
            <a:r>
              <a:rPr lang="en-US" altLang="zh-CN" sz="2500" dirty="0">
                <a:solidFill>
                  <a:srgbClr val="FF0000"/>
                </a:solidFill>
              </a:rPr>
              <a:t>FAT</a:t>
            </a:r>
            <a:r>
              <a:rPr lang="zh-CN" altLang="en-US" sz="2500" dirty="0">
                <a:solidFill>
                  <a:srgbClr val="FF0000"/>
                </a:solidFill>
              </a:rPr>
              <a:t>文件系统</a:t>
            </a:r>
            <a:r>
              <a:rPr lang="zh-CN" altLang="en-US" sz="2500" dirty="0"/>
              <a:t>是</a:t>
            </a:r>
            <a:r>
              <a:rPr lang="zh-CN" altLang="en-US" sz="2500" dirty="0">
                <a:solidFill>
                  <a:srgbClr val="0000FF"/>
                </a:solidFill>
              </a:rPr>
              <a:t>微软最早在</a:t>
            </a:r>
            <a:r>
              <a:rPr lang="en-US" altLang="zh-CN" sz="2500" dirty="0">
                <a:solidFill>
                  <a:srgbClr val="0000FF"/>
                </a:solidFill>
              </a:rPr>
              <a:t>MS-DOS</a:t>
            </a:r>
            <a:r>
              <a:rPr lang="zh-CN" altLang="en-US" sz="2500" dirty="0">
                <a:solidFill>
                  <a:srgbClr val="0000FF"/>
                </a:solidFill>
              </a:rPr>
              <a:t>开始使用的文件系统</a:t>
            </a:r>
          </a:p>
        </p:txBody>
      </p:sp>
      <p:sp>
        <p:nvSpPr>
          <p:cNvPr id="6" name="文本框 5"/>
          <p:cNvSpPr txBox="1"/>
          <p:nvPr/>
        </p:nvSpPr>
        <p:spPr>
          <a:xfrm>
            <a:off x="822255" y="1947716"/>
            <a:ext cx="10416873" cy="522900"/>
          </a:xfrm>
          <a:prstGeom prst="rect">
            <a:avLst/>
          </a:prstGeom>
          <a:noFill/>
        </p:spPr>
        <p:txBody>
          <a:bodyPr wrap="square" rtlCol="0">
            <a:spAutoFit/>
          </a:bodyPr>
          <a:lstStyle/>
          <a:p>
            <a:pPr>
              <a:lnSpc>
                <a:spcPct val="123000"/>
              </a:lnSpc>
            </a:pPr>
            <a:r>
              <a:rPr lang="en-US" altLang="zh-CN" sz="2500" dirty="0"/>
              <a:t>FAT</a:t>
            </a:r>
            <a:r>
              <a:rPr lang="zh-CN" altLang="en-US" sz="2500" dirty="0"/>
              <a:t>（</a:t>
            </a:r>
            <a:r>
              <a:rPr lang="en-US" altLang="zh-CN" sz="2500" dirty="0"/>
              <a:t>File Allocation Table</a:t>
            </a:r>
            <a:r>
              <a:rPr lang="zh-CN" altLang="en-US" sz="2500" dirty="0"/>
              <a:t>）</a:t>
            </a:r>
          </a:p>
        </p:txBody>
      </p:sp>
      <p:sp>
        <p:nvSpPr>
          <p:cNvPr id="7" name="内容占位符 2"/>
          <p:cNvSpPr txBox="1"/>
          <p:nvPr/>
        </p:nvSpPr>
        <p:spPr>
          <a:xfrm>
            <a:off x="822255" y="2620631"/>
            <a:ext cx="1984953" cy="671210"/>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265" lvl="1" indent="-533400">
              <a:lnSpc>
                <a:spcPct val="132000"/>
              </a:lnSpc>
              <a:spcBef>
                <a:spcPts val="370"/>
              </a:spcBef>
              <a:buClr>
                <a:srgbClr val="E71101"/>
              </a:buClr>
              <a:buSzPct val="100000"/>
              <a:buFont typeface="Wingdings" panose="05000000000000000000" pitchFamily="2" charset="2"/>
              <a:buChar char="n"/>
              <a:defRPr/>
            </a:pPr>
            <a:r>
              <a:rPr lang="da-DK" altLang="zh-CN" sz="2400" dirty="0"/>
              <a:t>FAT12</a:t>
            </a:r>
          </a:p>
        </p:txBody>
      </p:sp>
      <p:pic>
        <p:nvPicPr>
          <p:cNvPr id="8"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97989" y="3540044"/>
            <a:ext cx="8626545" cy="172589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内容占位符 2"/>
          <p:cNvSpPr txBox="1"/>
          <p:nvPr/>
        </p:nvSpPr>
        <p:spPr>
          <a:xfrm>
            <a:off x="3085944" y="2620630"/>
            <a:ext cx="1984953" cy="671211"/>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265" lvl="1" indent="-533400">
              <a:lnSpc>
                <a:spcPct val="132000"/>
              </a:lnSpc>
              <a:spcBef>
                <a:spcPts val="370"/>
              </a:spcBef>
              <a:buClr>
                <a:srgbClr val="E71101"/>
              </a:buClr>
              <a:buSzPct val="100000"/>
              <a:buFont typeface="Wingdings" panose="05000000000000000000" pitchFamily="2" charset="2"/>
              <a:buChar char="n"/>
              <a:defRPr/>
            </a:pPr>
            <a:r>
              <a:rPr lang="da-DK" altLang="zh-CN" sz="2400" dirty="0"/>
              <a:t>FAT16</a:t>
            </a:r>
          </a:p>
        </p:txBody>
      </p:sp>
      <p:sp>
        <p:nvSpPr>
          <p:cNvPr id="10" name="内容占位符 2"/>
          <p:cNvSpPr txBox="1"/>
          <p:nvPr/>
        </p:nvSpPr>
        <p:spPr>
          <a:xfrm>
            <a:off x="5302815" y="2618771"/>
            <a:ext cx="1661748" cy="597986"/>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265" lvl="1" indent="-533400">
              <a:lnSpc>
                <a:spcPct val="132000"/>
              </a:lnSpc>
              <a:spcBef>
                <a:spcPts val="370"/>
              </a:spcBef>
              <a:buClr>
                <a:srgbClr val="E71101"/>
              </a:buClr>
              <a:buSzPct val="100000"/>
              <a:buFont typeface="Wingdings" panose="05000000000000000000" pitchFamily="2" charset="2"/>
              <a:buChar char="n"/>
              <a:defRPr/>
            </a:pPr>
            <a:r>
              <a:rPr lang="da-DK" altLang="zh-CN" sz="2400" dirty="0"/>
              <a:t>FAT32</a:t>
            </a:r>
          </a:p>
        </p:txBody>
      </p:sp>
      <p:sp>
        <p:nvSpPr>
          <p:cNvPr id="11" name="内容占位符 2"/>
          <p:cNvSpPr txBox="1"/>
          <p:nvPr/>
        </p:nvSpPr>
        <p:spPr>
          <a:xfrm>
            <a:off x="7341657" y="2620630"/>
            <a:ext cx="2936199" cy="522900"/>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265" lvl="1" indent="-533400">
              <a:lnSpc>
                <a:spcPct val="132000"/>
              </a:lnSpc>
              <a:spcBef>
                <a:spcPts val="370"/>
              </a:spcBef>
              <a:buClr>
                <a:srgbClr val="E71101"/>
              </a:buClr>
              <a:buSzPct val="100000"/>
              <a:buFont typeface="Wingdings" panose="05000000000000000000" pitchFamily="2" charset="2"/>
              <a:buChar char="n"/>
              <a:defRPr/>
            </a:pPr>
            <a:r>
              <a:rPr lang="da-DK" altLang="zh-CN" sz="2400" dirty="0"/>
              <a:t>FAT64</a:t>
            </a:r>
            <a:r>
              <a:rPr lang="zh-CN" altLang="da-DK" sz="2400" dirty="0"/>
              <a:t>（</a:t>
            </a:r>
            <a:r>
              <a:rPr lang="da-DK" altLang="zh-CN" sz="2400" dirty="0"/>
              <a:t>exFAT</a:t>
            </a:r>
            <a:r>
              <a:rPr lang="zh-CN" altLang="da-DK" sz="2400" dirty="0"/>
              <a: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rPr>
              <a:t>FAT</a:t>
            </a:r>
            <a:r>
              <a:rPr lang="zh-CN" altLang="en-US" sz="2800" b="1" dirty="0">
                <a:solidFill>
                  <a:schemeClr val="bg1"/>
                </a:solidFill>
              </a:rPr>
              <a:t>文件系统（</a:t>
            </a:r>
            <a:r>
              <a:rPr lang="en-US" altLang="zh-CN" sz="2800" b="1" dirty="0">
                <a:solidFill>
                  <a:schemeClr val="bg1"/>
                </a:solidFill>
              </a:rPr>
              <a:t>2</a:t>
            </a:r>
            <a:r>
              <a:rPr lang="zh-CN" altLang="en-US" sz="2800" b="1" dirty="0">
                <a:solidFill>
                  <a:schemeClr val="bg1"/>
                </a:solidFill>
              </a:rPr>
              <a:t>）</a:t>
            </a:r>
          </a:p>
        </p:txBody>
      </p:sp>
      <p:sp>
        <p:nvSpPr>
          <p:cNvPr id="5" name="文本框 4"/>
          <p:cNvSpPr txBox="1"/>
          <p:nvPr/>
        </p:nvSpPr>
        <p:spPr>
          <a:xfrm>
            <a:off x="822256" y="1274802"/>
            <a:ext cx="10416873" cy="522900"/>
          </a:xfrm>
          <a:prstGeom prst="rect">
            <a:avLst/>
          </a:prstGeom>
          <a:noFill/>
        </p:spPr>
        <p:txBody>
          <a:bodyPr wrap="square" rtlCol="0">
            <a:spAutoFit/>
          </a:bodyPr>
          <a:lstStyle/>
          <a:p>
            <a:pPr>
              <a:lnSpc>
                <a:spcPct val="123000"/>
              </a:lnSpc>
            </a:pPr>
            <a:r>
              <a:rPr lang="zh-CN" altLang="en-US" sz="2500" dirty="0"/>
              <a:t>以盘块为单位的</a:t>
            </a:r>
            <a:r>
              <a:rPr lang="en-US" altLang="zh-CN" sz="2500" dirty="0">
                <a:solidFill>
                  <a:srgbClr val="FF0000"/>
                </a:solidFill>
              </a:rPr>
              <a:t>FAT</a:t>
            </a:r>
            <a:r>
              <a:rPr lang="zh-CN" altLang="en-US" sz="2500" dirty="0">
                <a:solidFill>
                  <a:srgbClr val="FF0000"/>
                </a:solidFill>
              </a:rPr>
              <a:t>文件系统</a:t>
            </a:r>
          </a:p>
        </p:txBody>
      </p:sp>
      <p:sp>
        <p:nvSpPr>
          <p:cNvPr id="7" name="内容占位符 2"/>
          <p:cNvSpPr txBox="1"/>
          <p:nvPr/>
        </p:nvSpPr>
        <p:spPr>
          <a:xfrm>
            <a:off x="822255" y="1785383"/>
            <a:ext cx="10973505" cy="671210"/>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265" lvl="1" indent="-533400">
              <a:lnSpc>
                <a:spcPct val="132000"/>
              </a:lnSpc>
              <a:spcBef>
                <a:spcPts val="370"/>
              </a:spcBef>
              <a:buClr>
                <a:srgbClr val="E71101"/>
              </a:buClr>
              <a:buSzPct val="100000"/>
              <a:buFont typeface="Wingdings" panose="05000000000000000000" pitchFamily="2" charset="2"/>
              <a:buChar char="Ø"/>
              <a:defRPr/>
            </a:pPr>
            <a:r>
              <a:rPr lang="en-US" altLang="zh-CN" sz="2400" dirty="0"/>
              <a:t>FAT12</a:t>
            </a:r>
            <a:r>
              <a:rPr lang="zh-CN" altLang="en-US" sz="2400" dirty="0"/>
              <a:t>以盘块为基本分配单位，每个分区有两张相同的</a:t>
            </a:r>
            <a:r>
              <a:rPr lang="en-US" altLang="zh-CN" sz="2400" dirty="0"/>
              <a:t>FAT</a:t>
            </a:r>
            <a:r>
              <a:rPr lang="zh-CN" altLang="en-US" sz="2400" dirty="0"/>
              <a:t>表，</a:t>
            </a:r>
            <a:r>
              <a:rPr lang="en-US" altLang="zh-CN" sz="2400" dirty="0"/>
              <a:t>FAT1</a:t>
            </a:r>
            <a:r>
              <a:rPr lang="zh-CN" altLang="en-US" sz="2400" dirty="0"/>
              <a:t>和</a:t>
            </a:r>
            <a:r>
              <a:rPr lang="en-US" altLang="zh-CN" sz="2400" dirty="0"/>
              <a:t>FAT2</a:t>
            </a:r>
          </a:p>
          <a:p>
            <a:pPr marL="342265" lvl="1" indent="-533400">
              <a:lnSpc>
                <a:spcPct val="132000"/>
              </a:lnSpc>
              <a:spcBef>
                <a:spcPts val="370"/>
              </a:spcBef>
              <a:buClr>
                <a:srgbClr val="E71101"/>
              </a:buClr>
              <a:buSzPct val="100000"/>
              <a:buFont typeface="Wingdings" panose="05000000000000000000" pitchFamily="2" charset="2"/>
              <a:buChar char="Ø"/>
              <a:defRPr/>
            </a:pPr>
            <a:r>
              <a:rPr lang="zh-CN" altLang="en-US" sz="2400" dirty="0"/>
              <a:t>例如，对</a:t>
            </a:r>
            <a:r>
              <a:rPr lang="en-US" altLang="zh-CN" sz="2400" dirty="0"/>
              <a:t>1.2MB</a:t>
            </a:r>
            <a:r>
              <a:rPr lang="zh-CN" altLang="en-US" sz="2400" dirty="0"/>
              <a:t>的软盘，每个盘块大小为</a:t>
            </a:r>
            <a:r>
              <a:rPr lang="en-US" altLang="zh-CN" sz="2400" dirty="0"/>
              <a:t>512B</a:t>
            </a:r>
            <a:endParaRPr lang="da-DK" altLang="zh-CN" sz="2400" dirty="0"/>
          </a:p>
        </p:txBody>
      </p:sp>
      <p:sp>
        <p:nvSpPr>
          <p:cNvPr id="9" name="内容占位符 2"/>
          <p:cNvSpPr txBox="1"/>
          <p:nvPr/>
        </p:nvSpPr>
        <p:spPr>
          <a:xfrm>
            <a:off x="1366872" y="2979493"/>
            <a:ext cx="6030624" cy="1745676"/>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265" lvl="1" indent="-533400">
              <a:lnSpc>
                <a:spcPct val="132000"/>
              </a:lnSpc>
              <a:spcBef>
                <a:spcPts val="370"/>
              </a:spcBef>
              <a:buClr>
                <a:srgbClr val="E71101"/>
              </a:buClr>
              <a:buSzPct val="100000"/>
              <a:buFont typeface="Wingdings" panose="05000000000000000000" pitchFamily="2" charset="2"/>
              <a:buChar char="n"/>
              <a:defRPr/>
            </a:pPr>
            <a:r>
              <a:rPr lang="en-US" altLang="zh-CN" sz="2400" dirty="0"/>
              <a:t>FAT</a:t>
            </a:r>
            <a:r>
              <a:rPr lang="zh-CN" altLang="en-US" sz="2400" dirty="0"/>
              <a:t>共有</a:t>
            </a:r>
            <a:r>
              <a:rPr lang="en-US" altLang="zh-CN" sz="2400" dirty="0"/>
              <a:t>2.4K</a:t>
            </a:r>
            <a:r>
              <a:rPr lang="zh-CN" altLang="en-US" sz="2400" dirty="0"/>
              <a:t>个表项（</a:t>
            </a:r>
            <a:r>
              <a:rPr lang="en-US" altLang="zh-CN" sz="2400" dirty="0"/>
              <a:t>1.2MB/512B</a:t>
            </a:r>
            <a:r>
              <a:rPr lang="zh-CN" altLang="en-US" sz="2400" dirty="0"/>
              <a:t>）</a:t>
            </a:r>
          </a:p>
          <a:p>
            <a:pPr marL="342265" lvl="1" indent="-533400">
              <a:lnSpc>
                <a:spcPct val="132000"/>
              </a:lnSpc>
              <a:spcBef>
                <a:spcPts val="370"/>
              </a:spcBef>
              <a:buClr>
                <a:srgbClr val="E71101"/>
              </a:buClr>
              <a:buSzPct val="100000"/>
              <a:buFont typeface="Wingdings" panose="05000000000000000000" pitchFamily="2" charset="2"/>
              <a:buChar char="n"/>
              <a:defRPr/>
            </a:pPr>
            <a:r>
              <a:rPr lang="zh-CN" altLang="en-US" sz="2400" dirty="0"/>
              <a:t>每个</a:t>
            </a:r>
            <a:r>
              <a:rPr lang="en-US" altLang="zh-CN" sz="2400" dirty="0"/>
              <a:t>FAT</a:t>
            </a:r>
            <a:r>
              <a:rPr lang="zh-CN" altLang="en-US" sz="2400" dirty="0"/>
              <a:t>表项占</a:t>
            </a:r>
            <a:r>
              <a:rPr lang="en-US" altLang="zh-CN" sz="2400" dirty="0"/>
              <a:t>12b</a:t>
            </a:r>
            <a:r>
              <a:rPr lang="zh-CN" altLang="en-US" sz="2400" dirty="0"/>
              <a:t>（</a:t>
            </a:r>
            <a:r>
              <a:rPr lang="en-US" altLang="zh-CN" sz="2400" dirty="0"/>
              <a:t>1.5B</a:t>
            </a:r>
            <a:r>
              <a:rPr lang="zh-CN" altLang="en-US" sz="2400" dirty="0"/>
              <a:t>）</a:t>
            </a:r>
          </a:p>
          <a:p>
            <a:pPr marL="342265" lvl="1" indent="-533400">
              <a:lnSpc>
                <a:spcPct val="132000"/>
              </a:lnSpc>
              <a:spcBef>
                <a:spcPts val="370"/>
              </a:spcBef>
              <a:buClr>
                <a:srgbClr val="E71101"/>
              </a:buClr>
              <a:buSzPct val="100000"/>
              <a:buFont typeface="Wingdings" panose="05000000000000000000" pitchFamily="2" charset="2"/>
              <a:buChar char="n"/>
              <a:defRPr/>
            </a:pPr>
            <a:r>
              <a:rPr lang="zh-CN" altLang="en-US" sz="2400" dirty="0"/>
              <a:t>因此</a:t>
            </a:r>
            <a:r>
              <a:rPr lang="en-US" altLang="zh-CN" sz="2400" dirty="0"/>
              <a:t>FAT</a:t>
            </a:r>
            <a:r>
              <a:rPr lang="zh-CN" altLang="en-US" sz="2400" dirty="0"/>
              <a:t>表占用</a:t>
            </a:r>
            <a:r>
              <a:rPr lang="en-US" altLang="zh-CN" sz="2400" dirty="0"/>
              <a:t>3.6KB(2.4K*1.5B)</a:t>
            </a:r>
          </a:p>
        </p:txBody>
      </p:sp>
      <p:pic>
        <p:nvPicPr>
          <p:cNvPr id="12" name="图片 216"/>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223760" y="2897166"/>
            <a:ext cx="4339741" cy="3473892"/>
          </a:xfrm>
          <a:prstGeom prst="rect">
            <a:avLst/>
          </a:prstGeom>
          <a:noFill/>
          <a:ln>
            <a:noFill/>
          </a:ln>
        </p:spPr>
      </p:pic>
      <p:cxnSp>
        <p:nvCxnSpPr>
          <p:cNvPr id="3" name="直接连接符 2"/>
          <p:cNvCxnSpPr/>
          <p:nvPr/>
        </p:nvCxnSpPr>
        <p:spPr>
          <a:xfrm>
            <a:off x="740664" y="5038344"/>
            <a:ext cx="592531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740664" y="5349240"/>
            <a:ext cx="592531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740664" y="5696712"/>
            <a:ext cx="592531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740664" y="5998464"/>
            <a:ext cx="5925312" cy="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rPr>
              <a:t>FAT</a:t>
            </a:r>
            <a:r>
              <a:rPr lang="zh-CN" altLang="en-US" sz="2800" b="1" dirty="0">
                <a:solidFill>
                  <a:schemeClr val="bg1"/>
                </a:solidFill>
              </a:rPr>
              <a:t>文件系统（</a:t>
            </a:r>
            <a:r>
              <a:rPr lang="en-US" altLang="zh-CN" sz="2800" b="1" dirty="0">
                <a:solidFill>
                  <a:schemeClr val="bg1"/>
                </a:solidFill>
              </a:rPr>
              <a:t>3</a:t>
            </a:r>
            <a:r>
              <a:rPr lang="zh-CN" altLang="en-US" sz="2800" b="1" dirty="0">
                <a:solidFill>
                  <a:schemeClr val="bg1"/>
                </a:solidFill>
              </a:rPr>
              <a:t>）</a:t>
            </a:r>
          </a:p>
        </p:txBody>
      </p:sp>
      <p:sp>
        <p:nvSpPr>
          <p:cNvPr id="5" name="文本框 4"/>
          <p:cNvSpPr txBox="1"/>
          <p:nvPr/>
        </p:nvSpPr>
        <p:spPr>
          <a:xfrm>
            <a:off x="822256" y="1274802"/>
            <a:ext cx="10416873" cy="522900"/>
          </a:xfrm>
          <a:prstGeom prst="rect">
            <a:avLst/>
          </a:prstGeom>
          <a:noFill/>
        </p:spPr>
        <p:txBody>
          <a:bodyPr wrap="square" rtlCol="0">
            <a:spAutoFit/>
          </a:bodyPr>
          <a:lstStyle/>
          <a:p>
            <a:pPr>
              <a:lnSpc>
                <a:spcPct val="123000"/>
              </a:lnSpc>
            </a:pPr>
            <a:r>
              <a:rPr lang="zh-CN" altLang="en-US" sz="2500" dirty="0"/>
              <a:t>以簇为单位的</a:t>
            </a:r>
            <a:r>
              <a:rPr lang="en-US" altLang="zh-CN" sz="2500" dirty="0"/>
              <a:t>FAT</a:t>
            </a:r>
            <a:r>
              <a:rPr lang="zh-CN" altLang="en-US" sz="2500" dirty="0"/>
              <a:t>文件系统</a:t>
            </a:r>
          </a:p>
        </p:txBody>
      </p:sp>
      <p:sp>
        <p:nvSpPr>
          <p:cNvPr id="7" name="内容占位符 2"/>
          <p:cNvSpPr txBox="1"/>
          <p:nvPr/>
        </p:nvSpPr>
        <p:spPr>
          <a:xfrm>
            <a:off x="822255" y="1785383"/>
            <a:ext cx="10973505" cy="5556450"/>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265" lvl="1" indent="-533400">
              <a:lnSpc>
                <a:spcPct val="123000"/>
              </a:lnSpc>
              <a:spcBef>
                <a:spcPts val="370"/>
              </a:spcBef>
              <a:buClr>
                <a:srgbClr val="E71101"/>
              </a:buClr>
              <a:buSzPct val="100000"/>
              <a:buFont typeface="Wingdings" panose="05000000000000000000" pitchFamily="2" charset="2"/>
              <a:buChar char="Ø"/>
              <a:defRPr/>
            </a:pPr>
            <a:r>
              <a:rPr lang="zh-CN" altLang="en-US" sz="2400" u="sng" dirty="0"/>
              <a:t>簇是一组相邻的扇区</a:t>
            </a:r>
            <a:r>
              <a:rPr lang="zh-CN" altLang="en-US" sz="2400" dirty="0"/>
              <a:t>，在</a:t>
            </a:r>
            <a:r>
              <a:rPr lang="en-US" altLang="zh-CN" sz="2400" dirty="0"/>
              <a:t>FAT</a:t>
            </a:r>
            <a:r>
              <a:rPr lang="zh-CN" altLang="en-US" sz="2400" dirty="0"/>
              <a:t>中被视作一个虚拟扇区</a:t>
            </a:r>
          </a:p>
          <a:p>
            <a:pPr marL="342265" lvl="1" indent="-533400">
              <a:lnSpc>
                <a:spcPct val="123000"/>
              </a:lnSpc>
              <a:spcBef>
                <a:spcPts val="370"/>
              </a:spcBef>
              <a:buClr>
                <a:srgbClr val="E71101"/>
              </a:buClr>
              <a:buSzPct val="100000"/>
              <a:buFont typeface="Wingdings" panose="05000000000000000000" pitchFamily="2" charset="2"/>
              <a:buChar char="Ø"/>
              <a:defRPr/>
            </a:pPr>
            <a:r>
              <a:rPr lang="zh-CN" altLang="en-US" sz="2400" dirty="0"/>
              <a:t>簇的大小一般是</a:t>
            </a:r>
            <a:r>
              <a:rPr lang="en-US" altLang="zh-CN" sz="2400" dirty="0"/>
              <a:t>2n</a:t>
            </a:r>
            <a:r>
              <a:rPr lang="zh-CN" altLang="en-US" sz="2400" dirty="0"/>
              <a:t>个盘块</a:t>
            </a:r>
            <a:r>
              <a:rPr lang="en-US" altLang="zh-CN" sz="2400" dirty="0"/>
              <a:t>(n=1,2,4,8,…)</a:t>
            </a:r>
          </a:p>
          <a:p>
            <a:pPr marL="342265" lvl="1" indent="-533400">
              <a:lnSpc>
                <a:spcPct val="123000"/>
              </a:lnSpc>
              <a:spcBef>
                <a:spcPts val="370"/>
              </a:spcBef>
              <a:buClr>
                <a:srgbClr val="E71101"/>
              </a:buClr>
              <a:buSzPct val="100000"/>
              <a:buFont typeface="Wingdings" panose="05000000000000000000" pitchFamily="2" charset="2"/>
              <a:buChar char="Ø"/>
              <a:defRPr/>
            </a:pPr>
            <a:r>
              <a:rPr lang="zh-CN" altLang="en-US" sz="2400" dirty="0"/>
              <a:t>一个簇应包含扇区的数量与磁盘容量大小直接相关</a:t>
            </a:r>
            <a:endParaRPr lang="en-US" altLang="zh-CN" sz="2400" dirty="0"/>
          </a:p>
          <a:p>
            <a:pPr marL="342265" lvl="1" indent="-533400">
              <a:lnSpc>
                <a:spcPct val="123000"/>
              </a:lnSpc>
              <a:spcBef>
                <a:spcPts val="370"/>
              </a:spcBef>
              <a:buClr>
                <a:srgbClr val="E71101"/>
              </a:buClr>
              <a:buSzPct val="100000"/>
              <a:buFont typeface="Wingdings" panose="05000000000000000000" pitchFamily="2" charset="2"/>
              <a:buChar char="Ø"/>
              <a:defRPr/>
            </a:pPr>
            <a:r>
              <a:rPr lang="en-US" altLang="zh-CN" sz="2400" dirty="0"/>
              <a:t>FAT16</a:t>
            </a:r>
            <a:r>
              <a:rPr lang="zh-CN" altLang="en-US" sz="2400" dirty="0"/>
              <a:t>支持一个簇有</a:t>
            </a:r>
            <a:r>
              <a:rPr lang="en-US" altLang="zh-CN" sz="2400" dirty="0"/>
              <a:t>64</a:t>
            </a:r>
            <a:r>
              <a:rPr lang="zh-CN" altLang="en-US" sz="2400" dirty="0"/>
              <a:t>个盘块，其</a:t>
            </a:r>
            <a:r>
              <a:rPr lang="en-US" altLang="zh-CN" sz="2400" dirty="0"/>
              <a:t>FAT</a:t>
            </a:r>
            <a:r>
              <a:rPr lang="zh-CN" altLang="en-US" sz="2400" dirty="0"/>
              <a:t>表的表项数最大为</a:t>
            </a:r>
            <a:r>
              <a:rPr lang="en-US" altLang="zh-CN" sz="2400" dirty="0"/>
              <a:t>2</a:t>
            </a:r>
            <a:r>
              <a:rPr lang="en-US" altLang="zh-CN" sz="2400" baseline="30000" dirty="0"/>
              <a:t>16</a:t>
            </a:r>
            <a:r>
              <a:rPr lang="zh-CN" altLang="en-US" sz="2400" dirty="0"/>
              <a:t>，则最大可以管理的分区空间为</a:t>
            </a:r>
            <a:r>
              <a:rPr lang="en-US" altLang="zh-CN" sz="2400" dirty="0"/>
              <a:t>2048MB(512*64*2</a:t>
            </a:r>
            <a:r>
              <a:rPr lang="en-US" altLang="zh-CN" sz="2400" baseline="30000" dirty="0"/>
              <a:t>16</a:t>
            </a:r>
            <a:r>
              <a:rPr lang="en-US" altLang="zh-CN" sz="2400" dirty="0"/>
              <a:t>)</a:t>
            </a:r>
          </a:p>
          <a:p>
            <a:pPr marL="342265" lvl="1" indent="-533400">
              <a:lnSpc>
                <a:spcPct val="123000"/>
              </a:lnSpc>
              <a:spcBef>
                <a:spcPts val="370"/>
              </a:spcBef>
              <a:buClr>
                <a:srgbClr val="E71101"/>
              </a:buClr>
              <a:buSzPct val="100000"/>
              <a:buFont typeface="Wingdings" panose="05000000000000000000" pitchFamily="2" charset="2"/>
              <a:buChar char="Ø"/>
              <a:defRPr/>
            </a:pPr>
            <a:r>
              <a:rPr lang="zh-CN" altLang="en-US" sz="2400" dirty="0">
                <a:solidFill>
                  <a:srgbClr val="0000FF"/>
                </a:solidFill>
              </a:rPr>
              <a:t>优点</a:t>
            </a:r>
            <a:r>
              <a:rPr lang="zh-CN" altLang="en-US" sz="2400" dirty="0"/>
              <a:t>：</a:t>
            </a:r>
          </a:p>
          <a:p>
            <a:pPr marL="799465" lvl="2" indent="-533400">
              <a:lnSpc>
                <a:spcPct val="123000"/>
              </a:lnSpc>
              <a:spcBef>
                <a:spcPts val="370"/>
              </a:spcBef>
              <a:buClr>
                <a:srgbClr val="E71101"/>
              </a:buClr>
              <a:buSzPct val="100000"/>
              <a:buFont typeface="Wingdings" panose="05000000000000000000" pitchFamily="2" charset="2"/>
              <a:buChar char="p"/>
              <a:defRPr/>
            </a:pPr>
            <a:r>
              <a:rPr lang="zh-CN" altLang="en-US" sz="2200" dirty="0"/>
              <a:t>可以减少</a:t>
            </a:r>
            <a:r>
              <a:rPr lang="en-US" altLang="zh-CN" sz="2200" dirty="0"/>
              <a:t>FAT</a:t>
            </a:r>
            <a:r>
              <a:rPr lang="zh-CN" altLang="en-US" sz="2200" dirty="0"/>
              <a:t>中的项数，使</a:t>
            </a:r>
            <a:r>
              <a:rPr lang="en-US" altLang="zh-CN" sz="2200" dirty="0"/>
              <a:t>FAT</a:t>
            </a:r>
            <a:r>
              <a:rPr lang="zh-CN" altLang="en-US" sz="2200" dirty="0"/>
              <a:t>占用更少的存储空间，并且可以减少访问</a:t>
            </a:r>
            <a:r>
              <a:rPr lang="en-US" altLang="zh-CN" sz="2200" dirty="0"/>
              <a:t>FAT</a:t>
            </a:r>
            <a:r>
              <a:rPr lang="zh-CN" altLang="en-US" sz="2200" dirty="0"/>
              <a:t>的存取开销</a:t>
            </a:r>
          </a:p>
          <a:p>
            <a:pPr marL="342265" lvl="1" indent="-533400">
              <a:lnSpc>
                <a:spcPct val="123000"/>
              </a:lnSpc>
              <a:spcBef>
                <a:spcPts val="370"/>
              </a:spcBef>
              <a:buClr>
                <a:srgbClr val="E71101"/>
              </a:buClr>
              <a:buSzPct val="100000"/>
              <a:buFont typeface="Wingdings" panose="05000000000000000000" pitchFamily="2" charset="2"/>
              <a:buChar char="Ø"/>
              <a:defRPr/>
            </a:pPr>
            <a:r>
              <a:rPr lang="zh-CN" altLang="en-US" sz="2400" dirty="0">
                <a:solidFill>
                  <a:srgbClr val="FF0000"/>
                </a:solidFill>
              </a:rPr>
              <a:t>缺点</a:t>
            </a:r>
            <a:r>
              <a:rPr lang="zh-CN" altLang="en-US" sz="2400" dirty="0"/>
              <a:t>：</a:t>
            </a:r>
          </a:p>
          <a:p>
            <a:pPr marL="799465" lvl="2" indent="-533400">
              <a:lnSpc>
                <a:spcPct val="123000"/>
              </a:lnSpc>
              <a:spcBef>
                <a:spcPts val="370"/>
              </a:spcBef>
              <a:buClr>
                <a:srgbClr val="E71101"/>
              </a:buClr>
              <a:buSzPct val="100000"/>
              <a:buFont typeface="Wingdings" panose="05000000000000000000" pitchFamily="2" charset="2"/>
              <a:buChar char="p"/>
              <a:defRPr/>
            </a:pPr>
            <a:r>
              <a:rPr lang="zh-CN" altLang="en-US" sz="2200" dirty="0"/>
              <a:t>簇的容量越大，簇内碎片越大</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rPr>
              <a:t>FAT 32</a:t>
            </a:r>
            <a:endParaRPr lang="zh-CN" altLang="en-US" sz="2800" b="1" dirty="0">
              <a:solidFill>
                <a:schemeClr val="bg1"/>
              </a:solidFill>
            </a:endParaRPr>
          </a:p>
        </p:txBody>
      </p:sp>
      <p:sp>
        <p:nvSpPr>
          <p:cNvPr id="5" name="文本框 4"/>
          <p:cNvSpPr txBox="1"/>
          <p:nvPr/>
        </p:nvSpPr>
        <p:spPr>
          <a:xfrm>
            <a:off x="1571348" y="1079493"/>
            <a:ext cx="9747680" cy="3350404"/>
          </a:xfrm>
          <a:prstGeom prst="rect">
            <a:avLst/>
          </a:prstGeom>
          <a:noFill/>
        </p:spPr>
        <p:txBody>
          <a:bodyPr wrap="square" rtlCol="0">
            <a:spAutoFit/>
          </a:bodyPr>
          <a:lstStyle/>
          <a:p>
            <a:pPr>
              <a:lnSpc>
                <a:spcPct val="150000"/>
              </a:lnSpc>
              <a:defRPr/>
            </a:pPr>
            <a:r>
              <a:rPr lang="zh-CN" altLang="en-US" sz="2400" dirty="0">
                <a:sym typeface="Wingdings" panose="05000000000000000000" pitchFamily="2" charset="2"/>
              </a:rPr>
              <a:t>两份</a:t>
            </a:r>
            <a:r>
              <a:rPr lang="en-US" altLang="zh-CN" sz="2400" dirty="0">
                <a:sym typeface="Wingdings" panose="05000000000000000000" pitchFamily="2" charset="2"/>
              </a:rPr>
              <a:t>FAT</a:t>
            </a:r>
            <a:r>
              <a:rPr lang="zh-CN" altLang="en-US" sz="2400" dirty="0">
                <a:sym typeface="Wingdings" panose="05000000000000000000" pitchFamily="2" charset="2"/>
              </a:rPr>
              <a:t>表；</a:t>
            </a:r>
            <a:endParaRPr lang="en-US" altLang="zh-CN" sz="2400" dirty="0">
              <a:sym typeface="Wingdings" panose="05000000000000000000" pitchFamily="2" charset="2"/>
            </a:endParaRPr>
          </a:p>
          <a:p>
            <a:pPr>
              <a:lnSpc>
                <a:spcPct val="150000"/>
              </a:lnSpc>
              <a:defRPr/>
            </a:pPr>
            <a:r>
              <a:rPr lang="zh-CN" altLang="en-US" sz="2400" dirty="0">
                <a:sym typeface="Wingdings" panose="05000000000000000000" pitchFamily="2" charset="2"/>
              </a:rPr>
              <a:t>每个簇</a:t>
            </a:r>
            <a:r>
              <a:rPr lang="en-US" altLang="zh-CN" sz="2400" dirty="0">
                <a:sym typeface="Wingdings" panose="05000000000000000000" pitchFamily="2" charset="2"/>
              </a:rPr>
              <a:t>(</a:t>
            </a:r>
            <a:r>
              <a:rPr lang="zh-CN" altLang="en-US" sz="2400" dirty="0">
                <a:sym typeface="Wingdings" panose="05000000000000000000" pitchFamily="2" charset="2"/>
              </a:rPr>
              <a:t>物理块</a:t>
            </a:r>
            <a:r>
              <a:rPr lang="en-US" altLang="zh-CN" sz="2400" dirty="0">
                <a:sym typeface="Wingdings" panose="05000000000000000000" pitchFamily="2" charset="2"/>
              </a:rPr>
              <a:t>)</a:t>
            </a:r>
            <a:r>
              <a:rPr lang="zh-CN" altLang="en-US" sz="2400" dirty="0">
                <a:sym typeface="Wingdings" panose="05000000000000000000" pitchFamily="2" charset="2"/>
              </a:rPr>
              <a:t>固定为</a:t>
            </a:r>
            <a:r>
              <a:rPr lang="en-US" altLang="zh-CN" sz="2400" dirty="0">
                <a:sym typeface="Wingdings" panose="05000000000000000000" pitchFamily="2" charset="2"/>
              </a:rPr>
              <a:t>4KB~32KB</a:t>
            </a:r>
            <a:r>
              <a:rPr lang="zh-CN" altLang="en-US" sz="2400" dirty="0">
                <a:sym typeface="Wingdings" panose="05000000000000000000" pitchFamily="2" charset="2"/>
              </a:rPr>
              <a:t>；</a:t>
            </a:r>
            <a:endParaRPr lang="en-US" altLang="zh-CN" sz="2400" dirty="0">
              <a:sym typeface="Wingdings" panose="05000000000000000000" pitchFamily="2" charset="2"/>
            </a:endParaRPr>
          </a:p>
          <a:p>
            <a:pPr>
              <a:lnSpc>
                <a:spcPct val="150000"/>
              </a:lnSpc>
              <a:defRPr/>
            </a:pPr>
            <a:r>
              <a:rPr lang="en-US" altLang="zh-CN" sz="2400" dirty="0">
                <a:sym typeface="Wingdings" panose="05000000000000000000" pitchFamily="2" charset="2"/>
              </a:rPr>
              <a:t>FAT</a:t>
            </a:r>
            <a:r>
              <a:rPr lang="zh-CN" altLang="en-US" sz="2400" dirty="0">
                <a:sym typeface="Wingdings" panose="05000000000000000000" pitchFamily="2" charset="2"/>
              </a:rPr>
              <a:t>表的表项占据</a:t>
            </a:r>
            <a:r>
              <a:rPr lang="en-US" altLang="zh-CN" sz="2400" dirty="0">
                <a:sym typeface="Wingdings" panose="05000000000000000000" pitchFamily="2" charset="2"/>
              </a:rPr>
              <a:t>32</a:t>
            </a:r>
            <a:r>
              <a:rPr lang="zh-CN" altLang="en-US" sz="2400" dirty="0">
                <a:sym typeface="Wingdings" panose="05000000000000000000" pitchFamily="2" charset="2"/>
              </a:rPr>
              <a:t>位；</a:t>
            </a:r>
            <a:endParaRPr lang="en-US" altLang="zh-CN" sz="2400" dirty="0">
              <a:sym typeface="Wingdings" panose="05000000000000000000" pitchFamily="2" charset="2"/>
            </a:endParaRPr>
          </a:p>
          <a:p>
            <a:pPr>
              <a:lnSpc>
                <a:spcPct val="150000"/>
              </a:lnSpc>
              <a:defRPr/>
            </a:pPr>
            <a:r>
              <a:rPr lang="en-US" altLang="zh-CN" sz="2400" dirty="0">
                <a:sym typeface="Wingdings" panose="05000000000000000000" pitchFamily="2" charset="2"/>
              </a:rPr>
              <a:t>FAT</a:t>
            </a:r>
            <a:r>
              <a:rPr lang="zh-CN" altLang="en-US" sz="2400" dirty="0">
                <a:sym typeface="Wingdings" panose="05000000000000000000" pitchFamily="2" charset="2"/>
              </a:rPr>
              <a:t>表最大表项数</a:t>
            </a:r>
            <a:r>
              <a:rPr lang="en-US" altLang="zh-CN" sz="2400" dirty="0">
                <a:sym typeface="Wingdings" panose="05000000000000000000" pitchFamily="2" charset="2"/>
              </a:rPr>
              <a:t>2</a:t>
            </a:r>
            <a:r>
              <a:rPr lang="en-US" altLang="zh-CN" sz="2400" baseline="30000" dirty="0">
                <a:sym typeface="Wingdings" panose="05000000000000000000" pitchFamily="2" charset="2"/>
              </a:rPr>
              <a:t>32</a:t>
            </a:r>
            <a:r>
              <a:rPr lang="zh-CN" altLang="en-US" sz="2400" dirty="0">
                <a:sym typeface="Wingdings" panose="05000000000000000000" pitchFamily="2" charset="2"/>
              </a:rPr>
              <a:t>项；</a:t>
            </a:r>
            <a:endParaRPr lang="en-US" altLang="zh-CN" sz="2400" dirty="0">
              <a:sym typeface="Wingdings" panose="05000000000000000000" pitchFamily="2" charset="2"/>
            </a:endParaRPr>
          </a:p>
          <a:p>
            <a:pPr>
              <a:lnSpc>
                <a:spcPct val="150000"/>
              </a:lnSpc>
              <a:defRPr/>
            </a:pPr>
            <a:r>
              <a:rPr lang="zh-CN" altLang="en-US" sz="2400" dirty="0">
                <a:sym typeface="Wingdings" panose="05000000000000000000" pitchFamily="2" charset="2"/>
              </a:rPr>
              <a:t>单个文件不能大于</a:t>
            </a:r>
            <a:r>
              <a:rPr lang="en-US" altLang="zh-CN" sz="2400" dirty="0"/>
              <a:t>4G</a:t>
            </a:r>
            <a:r>
              <a:rPr lang="zh-CN" altLang="en-US" sz="2400" dirty="0"/>
              <a:t>；</a:t>
            </a:r>
            <a:endParaRPr lang="en-US" altLang="zh-CN" sz="2400" dirty="0">
              <a:sym typeface="Wingdings" panose="05000000000000000000" pitchFamily="2" charset="2"/>
            </a:endParaRPr>
          </a:p>
          <a:p>
            <a:pPr>
              <a:lnSpc>
                <a:spcPct val="150000"/>
              </a:lnSpc>
              <a:defRPr/>
            </a:pPr>
            <a:r>
              <a:rPr lang="en-US" altLang="zh-CN" sz="2400" dirty="0">
                <a:sym typeface="Wingdings" panose="05000000000000000000" pitchFamily="2" charset="2"/>
              </a:rPr>
              <a:t>FAT32</a:t>
            </a:r>
            <a:r>
              <a:rPr lang="zh-CN" altLang="en-US" sz="2400" dirty="0">
                <a:sym typeface="Wingdings" panose="05000000000000000000" pitchFamily="2" charset="2"/>
              </a:rPr>
              <a:t>管理的</a:t>
            </a:r>
            <a:r>
              <a:rPr lang="zh-CN" altLang="en-US" sz="2400" dirty="0">
                <a:solidFill>
                  <a:srgbClr val="0000FF"/>
                </a:solidFill>
                <a:sym typeface="Wingdings" panose="05000000000000000000" pitchFamily="2" charset="2"/>
              </a:rPr>
              <a:t>单个最大磁盘空间</a:t>
            </a:r>
            <a:r>
              <a:rPr lang="zh-CN" altLang="en-US" sz="2400" dirty="0">
                <a:sym typeface="Wingdings" panose="05000000000000000000" pitchFamily="2" charset="2"/>
              </a:rPr>
              <a:t>：</a:t>
            </a:r>
            <a:r>
              <a:rPr lang="en-US" altLang="zh-CN" sz="2400" dirty="0">
                <a:solidFill>
                  <a:srgbClr val="FF0000"/>
                </a:solidFill>
                <a:sym typeface="Wingdings" panose="05000000000000000000" pitchFamily="2" charset="2"/>
              </a:rPr>
              <a:t>512B*2</a:t>
            </a:r>
            <a:r>
              <a:rPr lang="en-US" altLang="zh-CN" sz="2400" baseline="30000" dirty="0">
                <a:solidFill>
                  <a:srgbClr val="FF0000"/>
                </a:solidFill>
                <a:sym typeface="Wingdings" panose="05000000000000000000" pitchFamily="2" charset="2"/>
              </a:rPr>
              <a:t>32</a:t>
            </a:r>
            <a:r>
              <a:rPr lang="en-US" altLang="zh-CN" sz="2400" dirty="0">
                <a:solidFill>
                  <a:srgbClr val="FF0000"/>
                </a:solidFill>
                <a:sym typeface="Wingdings" panose="05000000000000000000" pitchFamily="2" charset="2"/>
              </a:rPr>
              <a:t>=2TB</a:t>
            </a:r>
            <a:r>
              <a:rPr lang="zh-CN" altLang="en-US" sz="2400" dirty="0">
                <a:sym typeface="Wingdings" panose="05000000000000000000" pitchFamily="2" charset="2"/>
              </a:rPr>
              <a:t>。</a:t>
            </a:r>
            <a:endParaRPr lang="en-US" altLang="zh-CN" sz="2400" dirty="0">
              <a:sym typeface="Wingdings" panose="05000000000000000000" pitchFamily="2" charset="2"/>
            </a:endParaRPr>
          </a:p>
        </p:txBody>
      </p:sp>
      <p:pic>
        <p:nvPicPr>
          <p:cNvPr id="6" name="Picture 4"/>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872971" y="4579388"/>
            <a:ext cx="10623611" cy="169712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 name="图片 7"/>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a:xfrm>
            <a:off x="872972" y="1145478"/>
            <a:ext cx="527050" cy="527050"/>
          </a:xfrm>
          <a:prstGeom prst="rect">
            <a:avLst/>
          </a:prstGeom>
          <a:ln>
            <a:noFill/>
          </a:ln>
          <a:effectLst>
            <a:softEdge rad="0"/>
          </a:effectLst>
        </p:spPr>
      </p:pic>
      <p:pic>
        <p:nvPicPr>
          <p:cNvPr id="9" name="图片 8"/>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a:xfrm>
            <a:off x="872972" y="1716051"/>
            <a:ext cx="527050" cy="527050"/>
          </a:xfrm>
          <a:prstGeom prst="rect">
            <a:avLst/>
          </a:prstGeom>
          <a:ln>
            <a:noFill/>
          </a:ln>
          <a:effectLst>
            <a:softEdge rad="0"/>
          </a:effectLst>
        </p:spPr>
      </p:pic>
      <p:pic>
        <p:nvPicPr>
          <p:cNvPr id="10" name="图片 9"/>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a:xfrm>
            <a:off x="872972" y="2286624"/>
            <a:ext cx="527050" cy="527050"/>
          </a:xfrm>
          <a:prstGeom prst="rect">
            <a:avLst/>
          </a:prstGeom>
          <a:ln>
            <a:noFill/>
          </a:ln>
          <a:effectLst>
            <a:softEdge rad="0"/>
          </a:effectLst>
        </p:spPr>
      </p:pic>
      <p:pic>
        <p:nvPicPr>
          <p:cNvPr id="11" name="图片 10"/>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a:xfrm>
            <a:off x="872972" y="2834592"/>
            <a:ext cx="527050" cy="527050"/>
          </a:xfrm>
          <a:prstGeom prst="rect">
            <a:avLst/>
          </a:prstGeom>
          <a:ln>
            <a:noFill/>
          </a:ln>
          <a:effectLst>
            <a:softEdge rad="0"/>
          </a:effectLst>
        </p:spPr>
      </p:pic>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a:xfrm>
            <a:off x="872972" y="3405165"/>
            <a:ext cx="527050" cy="527050"/>
          </a:xfrm>
          <a:prstGeom prst="rect">
            <a:avLst/>
          </a:prstGeom>
          <a:ln>
            <a:noFill/>
          </a:ln>
          <a:effectLst>
            <a:softEdge rad="0"/>
          </a:effectLst>
        </p:spPr>
      </p:pic>
      <p:pic>
        <p:nvPicPr>
          <p:cNvPr id="13" name="图片 12"/>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a:xfrm>
            <a:off x="872972" y="3975738"/>
            <a:ext cx="527050" cy="527050"/>
          </a:xfrm>
          <a:prstGeom prst="rect">
            <a:avLst/>
          </a:prstGeom>
          <a:ln>
            <a:noFill/>
          </a:ln>
          <a:effectLst>
            <a:softEdge rad="0"/>
          </a:effectLst>
        </p:spPr>
      </p:pic>
      <p:sp>
        <p:nvSpPr>
          <p:cNvPr id="2" name="矩形 1"/>
          <p:cNvSpPr/>
          <p:nvPr/>
        </p:nvSpPr>
        <p:spPr>
          <a:xfrm>
            <a:off x="3160450" y="4579388"/>
            <a:ext cx="3861787" cy="106825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灯片编号占位符 3">
            <a:extLst>
              <a:ext uri="{FF2B5EF4-FFF2-40B4-BE49-F238E27FC236}">
                <a16:creationId xmlns:a16="http://schemas.microsoft.com/office/drawing/2014/main" id="{74AAECB3-6B34-E984-E22D-8870795F7F2F}"/>
              </a:ext>
            </a:extLst>
          </p:cNvPr>
          <p:cNvSpPr>
            <a:spLocks noGrp="1"/>
          </p:cNvSpPr>
          <p:nvPr>
            <p:ph type="sldNum" sz="quarter" idx="4294967295"/>
          </p:nvPr>
        </p:nvSpPr>
        <p:spPr>
          <a:xfrm>
            <a:off x="9448800" y="6356350"/>
            <a:ext cx="2743200" cy="365125"/>
          </a:xfrm>
          <a:noFill/>
        </p:spPr>
        <p:txBody>
          <a:bodyP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a:lnSpc>
                <a:spcPct val="100000"/>
              </a:lnSpc>
              <a:spcBef>
                <a:spcPct val="0"/>
              </a:spcBef>
              <a:buClrTx/>
              <a:buSzTx/>
              <a:buFontTx/>
              <a:buNone/>
            </a:pPr>
            <a:fld id="{2C041BE0-F8B3-4A17-BB40-CFE105250918}" type="slidenum">
              <a:rPr lang="en-US" altLang="zh-CN" sz="1400">
                <a:solidFill>
                  <a:schemeClr val="tx1"/>
                </a:solidFill>
                <a:ea typeface="宋体" panose="02010600030101010101" pitchFamily="2" charset="-122"/>
              </a:rPr>
              <a:pPr>
                <a:lnSpc>
                  <a:spcPct val="100000"/>
                </a:lnSpc>
                <a:spcBef>
                  <a:spcPct val="0"/>
                </a:spcBef>
                <a:buClrTx/>
                <a:buSzTx/>
                <a:buFontTx/>
                <a:buNone/>
              </a:pPr>
              <a:t>13</a:t>
            </a:fld>
            <a:endParaRPr lang="en-US" altLang="zh-CN" sz="1400">
              <a:solidFill>
                <a:schemeClr val="tx1"/>
              </a:solidFill>
              <a:ea typeface="宋体" panose="02010600030101010101" pitchFamily="2" charset="-122"/>
            </a:endParaRPr>
          </a:p>
        </p:txBody>
      </p:sp>
      <p:sp>
        <p:nvSpPr>
          <p:cNvPr id="401410" name="Rectangle 2">
            <a:extLst>
              <a:ext uri="{FF2B5EF4-FFF2-40B4-BE49-F238E27FC236}">
                <a16:creationId xmlns:a16="http://schemas.microsoft.com/office/drawing/2014/main" id="{A15AD150-66DD-739B-1C42-EE8A00F5BFF6}"/>
              </a:ext>
            </a:extLst>
          </p:cNvPr>
          <p:cNvSpPr>
            <a:spLocks noChangeArrowheads="1"/>
          </p:cNvSpPr>
          <p:nvPr/>
        </p:nvSpPr>
        <p:spPr bwMode="auto">
          <a:xfrm>
            <a:off x="925512" y="958850"/>
            <a:ext cx="10256837" cy="15314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eaLnBrk="1" hangingPunct="1">
              <a:buClrTx/>
              <a:buSzTx/>
              <a:buFontTx/>
              <a:buNone/>
            </a:pPr>
            <a:r>
              <a:rPr kumimoji="1" lang="zh-CN" altLang="en-US" sz="2800" dirty="0">
                <a:solidFill>
                  <a:srgbClr val="000000"/>
                </a:solidFill>
                <a:latin typeface="Times New Roman" panose="02020603050405020304" pitchFamily="18" charset="0"/>
                <a:ea typeface="隶书" panose="02010509060101010101" pitchFamily="49" charset="-122"/>
              </a:rPr>
              <a:t>三</a:t>
            </a:r>
            <a:r>
              <a:rPr kumimoji="1" lang="zh-CN" altLang="en-US" sz="2800" dirty="0">
                <a:solidFill>
                  <a:srgbClr val="000000"/>
                </a:solidFill>
                <a:ea typeface="隶书" panose="02010509060101010101" pitchFamily="49" charset="-122"/>
              </a:rPr>
              <a:t>、</a:t>
            </a:r>
            <a:r>
              <a:rPr kumimoji="1" lang="zh-CN" altLang="en-US" sz="2800" dirty="0">
                <a:solidFill>
                  <a:srgbClr val="000000"/>
                </a:solidFill>
                <a:latin typeface="Times New Roman" panose="02020603050405020304" pitchFamily="18" charset="0"/>
                <a:ea typeface="隶书" panose="02010509060101010101" pitchFamily="49" charset="-122"/>
              </a:rPr>
              <a:t>索引组织方式</a:t>
            </a:r>
            <a:endParaRPr kumimoji="1" lang="en-US" altLang="zh-CN" sz="2800" dirty="0">
              <a:solidFill>
                <a:srgbClr val="000000"/>
              </a:solidFill>
              <a:latin typeface="Times New Roman" panose="02020603050405020304" pitchFamily="18" charset="0"/>
              <a:ea typeface="隶书" panose="02010509060101010101" pitchFamily="49" charset="-122"/>
            </a:endParaRPr>
          </a:p>
          <a:p>
            <a:pPr eaLnBrk="1" hangingPunct="1">
              <a:buClrTx/>
              <a:buSzTx/>
              <a:buFontTx/>
              <a:buNone/>
            </a:pPr>
            <a:r>
              <a:rPr kumimoji="1" lang="zh-CN" altLang="en-US" sz="2400" dirty="0"/>
              <a:t>将文件存放在外存的若干个物理块中，系统为每个文件建立一个</a:t>
            </a:r>
            <a:r>
              <a:rPr kumimoji="1" lang="zh-CN" altLang="en-US" sz="2400" dirty="0">
                <a:solidFill>
                  <a:srgbClr val="9900CC"/>
                </a:solidFill>
              </a:rPr>
              <a:t>索引表</a:t>
            </a:r>
            <a:r>
              <a:rPr kumimoji="1" lang="zh-CN" altLang="en-US" sz="2400" dirty="0"/>
              <a:t>，索引表中的每个表目存放文件信息所在的逻辑块号和与之对应的物理块号 </a:t>
            </a:r>
            <a:r>
              <a:rPr kumimoji="1" lang="zh-CN" altLang="en-US" sz="2400" dirty="0">
                <a:latin typeface="楷体_GB2312" pitchFamily="49" charset="-122"/>
              </a:rPr>
              <a:t>。 </a:t>
            </a:r>
            <a:endParaRPr kumimoji="1" lang="zh-CN" altLang="en-US" sz="2400" dirty="0">
              <a:latin typeface="Times New Roman" panose="02020603050405020304" pitchFamily="18" charset="0"/>
            </a:endParaRPr>
          </a:p>
        </p:txBody>
      </p:sp>
      <p:pic>
        <p:nvPicPr>
          <p:cNvPr id="50180" name="Picture 6" descr="8-6">
            <a:extLst>
              <a:ext uri="{FF2B5EF4-FFF2-40B4-BE49-F238E27FC236}">
                <a16:creationId xmlns:a16="http://schemas.microsoft.com/office/drawing/2014/main" id="{20A1E0E3-DC52-5C23-7496-7254DF3F563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00376" y="2708275"/>
            <a:ext cx="5629275" cy="360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0181" name="Rectangle 7">
            <a:extLst>
              <a:ext uri="{FF2B5EF4-FFF2-40B4-BE49-F238E27FC236}">
                <a16:creationId xmlns:a16="http://schemas.microsoft.com/office/drawing/2014/main" id="{77444D5D-5EEA-7E58-27C5-41F03AFF78BE}"/>
              </a:ext>
            </a:extLst>
          </p:cNvPr>
          <p:cNvSpPr>
            <a:spLocks noChangeArrowheads="1"/>
          </p:cNvSpPr>
          <p:nvPr/>
        </p:nvSpPr>
        <p:spPr bwMode="auto">
          <a:xfrm>
            <a:off x="6240464" y="5734050"/>
            <a:ext cx="2031325" cy="4973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008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eaLnBrk="1" hangingPunct="1">
              <a:spcBef>
                <a:spcPct val="0"/>
              </a:spcBef>
              <a:buClrTx/>
              <a:buSzTx/>
              <a:buFontTx/>
              <a:buNone/>
            </a:pPr>
            <a:r>
              <a:rPr lang="zh-CN" altLang="en-US" sz="2400">
                <a:solidFill>
                  <a:schemeClr val="tx1"/>
                </a:solidFill>
              </a:rPr>
              <a:t>索引分配方式</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01410">
                                            <p:txEl>
                                              <p:pRg st="0" end="0"/>
                                            </p:txEl>
                                          </p:spTgt>
                                        </p:tgtEl>
                                        <p:attrNameLst>
                                          <p:attrName>style.visibility</p:attrName>
                                        </p:attrNameLst>
                                      </p:cBhvr>
                                      <p:to>
                                        <p:strVal val="visible"/>
                                      </p:to>
                                    </p:set>
                                    <p:anim calcmode="lin" valueType="num">
                                      <p:cBhvr additive="base">
                                        <p:cTn id="7" dur="500" fill="hold"/>
                                        <p:tgtEl>
                                          <p:spTgt spid="401410">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401410">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401410">
                                            <p:txEl>
                                              <p:pRg st="1" end="1"/>
                                            </p:txEl>
                                          </p:spTgt>
                                        </p:tgtEl>
                                        <p:attrNameLst>
                                          <p:attrName>style.visibility</p:attrName>
                                        </p:attrNameLst>
                                      </p:cBhvr>
                                      <p:to>
                                        <p:strVal val="visible"/>
                                      </p:to>
                                    </p:set>
                                    <p:anim calcmode="lin" valueType="num">
                                      <p:cBhvr additive="base">
                                        <p:cTn id="13" dur="500" fill="hold"/>
                                        <p:tgtEl>
                                          <p:spTgt spid="401410">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401410">
                                            <p:txEl>
                                              <p:pRg st="1" end="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1410" grpId="0" build="p"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灯片编号占位符 3">
            <a:extLst>
              <a:ext uri="{FF2B5EF4-FFF2-40B4-BE49-F238E27FC236}">
                <a16:creationId xmlns:a16="http://schemas.microsoft.com/office/drawing/2014/main" id="{3775FEBE-031A-922B-3761-B5B7BABC3C04}"/>
              </a:ext>
            </a:extLst>
          </p:cNvPr>
          <p:cNvSpPr>
            <a:spLocks noGrp="1"/>
          </p:cNvSpPr>
          <p:nvPr>
            <p:ph type="sldNum" sz="quarter" idx="4294967295"/>
          </p:nvPr>
        </p:nvSpPr>
        <p:spPr>
          <a:xfrm>
            <a:off x="9448800" y="6356350"/>
            <a:ext cx="2743200" cy="365125"/>
          </a:xfrm>
          <a:noFill/>
        </p:spPr>
        <p:txBody>
          <a:bodyP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a:lnSpc>
                <a:spcPct val="100000"/>
              </a:lnSpc>
              <a:spcBef>
                <a:spcPct val="0"/>
              </a:spcBef>
              <a:buClrTx/>
              <a:buSzTx/>
              <a:buFontTx/>
              <a:buNone/>
            </a:pPr>
            <a:fld id="{F2D6BBBB-E960-4C14-8716-CC0B503693CA}" type="slidenum">
              <a:rPr lang="en-US" altLang="zh-CN" sz="1400">
                <a:solidFill>
                  <a:schemeClr val="tx1"/>
                </a:solidFill>
                <a:ea typeface="宋体" panose="02010600030101010101" pitchFamily="2" charset="-122"/>
              </a:rPr>
              <a:pPr>
                <a:lnSpc>
                  <a:spcPct val="100000"/>
                </a:lnSpc>
                <a:spcBef>
                  <a:spcPct val="0"/>
                </a:spcBef>
                <a:buClrTx/>
                <a:buSzTx/>
                <a:buFontTx/>
                <a:buNone/>
              </a:pPr>
              <a:t>14</a:t>
            </a:fld>
            <a:endParaRPr lang="en-US" altLang="zh-CN" sz="1400">
              <a:solidFill>
                <a:schemeClr val="tx1"/>
              </a:solidFill>
              <a:ea typeface="宋体" panose="02010600030101010101" pitchFamily="2" charset="-122"/>
            </a:endParaRPr>
          </a:p>
        </p:txBody>
      </p:sp>
      <p:sp>
        <p:nvSpPr>
          <p:cNvPr id="402435" name="Rectangle 3">
            <a:extLst>
              <a:ext uri="{FF2B5EF4-FFF2-40B4-BE49-F238E27FC236}">
                <a16:creationId xmlns:a16="http://schemas.microsoft.com/office/drawing/2014/main" id="{688B47EA-F982-02FE-8B06-1BBB93CE6924}"/>
              </a:ext>
            </a:extLst>
          </p:cNvPr>
          <p:cNvSpPr>
            <a:spLocks noChangeArrowheads="1"/>
          </p:cNvSpPr>
          <p:nvPr/>
        </p:nvSpPr>
        <p:spPr bwMode="auto">
          <a:xfrm>
            <a:off x="1195387" y="1158875"/>
            <a:ext cx="9348787" cy="1625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eaLnBrk="1" hangingPunct="1">
              <a:lnSpc>
                <a:spcPct val="140000"/>
              </a:lnSpc>
              <a:buClrTx/>
              <a:buSzTx/>
              <a:buFontTx/>
              <a:buNone/>
            </a:pPr>
            <a:r>
              <a:rPr kumimoji="1" lang="en-US" altLang="zh-CN" sz="2400" dirty="0">
                <a:latin typeface="楷体_GB2312" pitchFamily="49" charset="-122"/>
              </a:rPr>
              <a:t>    </a:t>
            </a:r>
            <a:r>
              <a:rPr kumimoji="1" lang="zh-CN" altLang="en-US" sz="2400" dirty="0">
                <a:latin typeface="楷体_GB2312" pitchFamily="49" charset="-122"/>
              </a:rPr>
              <a:t>在对索引文件进行检索时，先从</a:t>
            </a:r>
            <a:r>
              <a:rPr kumimoji="1" lang="en-US" altLang="zh-CN" sz="2400" dirty="0">
                <a:latin typeface="楷体_GB2312" pitchFamily="49" charset="-122"/>
              </a:rPr>
              <a:t>FCB</a:t>
            </a:r>
            <a:r>
              <a:rPr kumimoji="1" lang="zh-CN" altLang="en-US" sz="2400" dirty="0">
                <a:latin typeface="楷体_GB2312" pitchFamily="49" charset="-122"/>
              </a:rPr>
              <a:t>中读出索引表始址，然后从索引表中找到指定关键字所对应的索引项，根据其中的物理地址读出所要的记录。</a:t>
            </a:r>
            <a:endParaRPr kumimoji="1" lang="zh-CN" altLang="en-US" sz="2400" dirty="0">
              <a:latin typeface="Times New Roman" panose="02020603050405020304" pitchFamily="18" charset="0"/>
            </a:endParaRPr>
          </a:p>
        </p:txBody>
      </p:sp>
      <p:sp>
        <p:nvSpPr>
          <p:cNvPr id="402436" name="AutoShape 4">
            <a:extLst>
              <a:ext uri="{FF2B5EF4-FFF2-40B4-BE49-F238E27FC236}">
                <a16:creationId xmlns:a16="http://schemas.microsoft.com/office/drawing/2014/main" id="{EA7F3D08-4BBE-211C-457F-E4BF4E657E68}"/>
              </a:ext>
            </a:extLst>
          </p:cNvPr>
          <p:cNvSpPr>
            <a:spLocks noChangeArrowheads="1"/>
          </p:cNvSpPr>
          <p:nvPr/>
        </p:nvSpPr>
        <p:spPr bwMode="auto">
          <a:xfrm>
            <a:off x="6907213" y="292100"/>
            <a:ext cx="2286000" cy="609600"/>
          </a:xfrm>
          <a:prstGeom prst="wedgeRoundRectCallout">
            <a:avLst>
              <a:gd name="adj1" fmla="val -70764"/>
              <a:gd name="adj2" fmla="val 111199"/>
              <a:gd name="adj3" fmla="val 16667"/>
            </a:avLst>
          </a:prstGeom>
          <a:solidFill>
            <a:srgbClr val="80008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algn="ctr" eaLnBrk="1" hangingPunct="1">
              <a:lnSpc>
                <a:spcPct val="100000"/>
              </a:lnSpc>
              <a:spcBef>
                <a:spcPct val="0"/>
              </a:spcBef>
              <a:buClrTx/>
              <a:buSzTx/>
              <a:buFontTx/>
              <a:buNone/>
            </a:pPr>
            <a:r>
              <a:rPr kumimoji="1" lang="zh-CN" altLang="en-US" sz="1800" dirty="0">
                <a:solidFill>
                  <a:schemeClr val="bg1"/>
                </a:solidFill>
                <a:latin typeface="Times New Roman" panose="02020603050405020304" pitchFamily="18" charset="0"/>
              </a:rPr>
              <a:t>文件控制块，存放文件的属性</a:t>
            </a:r>
          </a:p>
        </p:txBody>
      </p:sp>
      <p:sp>
        <p:nvSpPr>
          <p:cNvPr id="402438" name="Rectangle 6">
            <a:extLst>
              <a:ext uri="{FF2B5EF4-FFF2-40B4-BE49-F238E27FC236}">
                <a16:creationId xmlns:a16="http://schemas.microsoft.com/office/drawing/2014/main" id="{BC13716E-D410-C6FA-DCD4-37FF85F635E8}"/>
              </a:ext>
            </a:extLst>
          </p:cNvPr>
          <p:cNvSpPr>
            <a:spLocks noChangeArrowheads="1"/>
          </p:cNvSpPr>
          <p:nvPr/>
        </p:nvSpPr>
        <p:spPr bwMode="auto">
          <a:xfrm>
            <a:off x="1304926" y="2871787"/>
            <a:ext cx="9348787" cy="1698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eaLnBrk="1" hangingPunct="1">
              <a:lnSpc>
                <a:spcPct val="140000"/>
              </a:lnSpc>
              <a:buClrTx/>
              <a:buSzTx/>
              <a:buFontTx/>
              <a:buNone/>
            </a:pPr>
            <a:r>
              <a:rPr kumimoji="1" lang="zh-CN" altLang="en-US" sz="2400" dirty="0">
                <a:solidFill>
                  <a:srgbClr val="990033"/>
                </a:solidFill>
                <a:latin typeface="楷体_GB2312" pitchFamily="49" charset="-122"/>
              </a:rPr>
              <a:t>优点：</a:t>
            </a:r>
            <a:r>
              <a:rPr kumimoji="1" lang="zh-CN" altLang="en-US" sz="2400" dirty="0">
                <a:latin typeface="楷体_GB2312" pitchFamily="49" charset="-122"/>
              </a:rPr>
              <a:t>便于随机存取，具有直接读写任意一个记录的能力，便于文件的增、删、改。</a:t>
            </a:r>
          </a:p>
          <a:p>
            <a:pPr eaLnBrk="1" hangingPunct="1">
              <a:lnSpc>
                <a:spcPct val="140000"/>
              </a:lnSpc>
              <a:buClrTx/>
              <a:buSzTx/>
              <a:buFontTx/>
              <a:buNone/>
            </a:pPr>
            <a:r>
              <a:rPr kumimoji="1" lang="zh-CN" altLang="en-US" sz="2400" dirty="0">
                <a:solidFill>
                  <a:srgbClr val="990033"/>
                </a:solidFill>
                <a:latin typeface="楷体_GB2312" pitchFamily="49" charset="-122"/>
              </a:rPr>
              <a:t>缺点：</a:t>
            </a:r>
            <a:r>
              <a:rPr kumimoji="1" lang="zh-CN" altLang="en-US" sz="2400" dirty="0">
                <a:latin typeface="楷体_GB2312" pitchFamily="49" charset="-122"/>
              </a:rPr>
              <a:t>增加了索引表的空间开销和查找时间</a:t>
            </a:r>
            <a:r>
              <a:rPr kumimoji="1" lang="zh-CN" altLang="en-US" sz="2400" dirty="0">
                <a:latin typeface="Times New Roman" panose="02020603050405020304" pitchFamily="18" charset="0"/>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02435">
                                            <p:txEl>
                                              <p:pRg st="0" end="0"/>
                                            </p:txEl>
                                          </p:spTgt>
                                        </p:tgtEl>
                                        <p:attrNameLst>
                                          <p:attrName>style.visibility</p:attrName>
                                        </p:attrNameLst>
                                      </p:cBhvr>
                                      <p:to>
                                        <p:strVal val="visible"/>
                                      </p:to>
                                    </p:set>
                                    <p:anim calcmode="lin" valueType="num">
                                      <p:cBhvr additive="base">
                                        <p:cTn id="7" dur="500" fill="hold"/>
                                        <p:tgtEl>
                                          <p:spTgt spid="40243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40243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2" fill="hold" grpId="0" nodeType="clickEffect">
                                  <p:stCondLst>
                                    <p:cond delay="0"/>
                                  </p:stCondLst>
                                  <p:childTnLst>
                                    <p:set>
                                      <p:cBhvr>
                                        <p:cTn id="12" dur="1" fill="hold">
                                          <p:stCondLst>
                                            <p:cond delay="0"/>
                                          </p:stCondLst>
                                        </p:cTn>
                                        <p:tgtEl>
                                          <p:spTgt spid="402436"/>
                                        </p:tgtEl>
                                        <p:attrNameLst>
                                          <p:attrName>style.visibility</p:attrName>
                                        </p:attrNameLst>
                                      </p:cBhvr>
                                      <p:to>
                                        <p:strVal val="visible"/>
                                      </p:to>
                                    </p:set>
                                    <p:animEffect transition="in" filter="wipe(right)">
                                      <p:cBhvr>
                                        <p:cTn id="13" dur="500"/>
                                        <p:tgtEl>
                                          <p:spTgt spid="402436"/>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402438">
                                            <p:txEl>
                                              <p:pRg st="0" end="0"/>
                                            </p:txEl>
                                          </p:spTgt>
                                        </p:tgtEl>
                                        <p:attrNameLst>
                                          <p:attrName>style.visibility</p:attrName>
                                        </p:attrNameLst>
                                      </p:cBhvr>
                                      <p:to>
                                        <p:strVal val="visible"/>
                                      </p:to>
                                    </p:set>
                                    <p:anim calcmode="lin" valueType="num">
                                      <p:cBhvr additive="base">
                                        <p:cTn id="18" dur="500" fill="hold"/>
                                        <p:tgtEl>
                                          <p:spTgt spid="402438">
                                            <p:txEl>
                                              <p:pRg st="0" end="0"/>
                                            </p:txEl>
                                          </p:spTgt>
                                        </p:tgtEl>
                                        <p:attrNameLst>
                                          <p:attrName>ppt_x</p:attrName>
                                        </p:attrNameLst>
                                      </p:cBhvr>
                                      <p:tavLst>
                                        <p:tav tm="0">
                                          <p:val>
                                            <p:strVal val="0-#ppt_w/2"/>
                                          </p:val>
                                        </p:tav>
                                        <p:tav tm="100000">
                                          <p:val>
                                            <p:strVal val="#ppt_x"/>
                                          </p:val>
                                        </p:tav>
                                      </p:tavLst>
                                    </p:anim>
                                    <p:anim calcmode="lin" valueType="num">
                                      <p:cBhvr additive="base">
                                        <p:cTn id="19" dur="500" fill="hold"/>
                                        <p:tgtEl>
                                          <p:spTgt spid="402438">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2" presetClass="entr" presetSubtype="8" fill="hold" grpId="0" nodeType="clickEffect">
                                  <p:stCondLst>
                                    <p:cond delay="0"/>
                                  </p:stCondLst>
                                  <p:childTnLst>
                                    <p:set>
                                      <p:cBhvr>
                                        <p:cTn id="23" dur="1" fill="hold">
                                          <p:stCondLst>
                                            <p:cond delay="0"/>
                                          </p:stCondLst>
                                        </p:cTn>
                                        <p:tgtEl>
                                          <p:spTgt spid="402438">
                                            <p:txEl>
                                              <p:pRg st="1" end="1"/>
                                            </p:txEl>
                                          </p:spTgt>
                                        </p:tgtEl>
                                        <p:attrNameLst>
                                          <p:attrName>style.visibility</p:attrName>
                                        </p:attrNameLst>
                                      </p:cBhvr>
                                      <p:to>
                                        <p:strVal val="visible"/>
                                      </p:to>
                                    </p:set>
                                    <p:anim calcmode="lin" valueType="num">
                                      <p:cBhvr additive="base">
                                        <p:cTn id="24" dur="500" fill="hold"/>
                                        <p:tgtEl>
                                          <p:spTgt spid="402438">
                                            <p:txEl>
                                              <p:pRg st="1" end="1"/>
                                            </p:txEl>
                                          </p:spTgt>
                                        </p:tgtEl>
                                        <p:attrNameLst>
                                          <p:attrName>ppt_x</p:attrName>
                                        </p:attrNameLst>
                                      </p:cBhvr>
                                      <p:tavLst>
                                        <p:tav tm="0">
                                          <p:val>
                                            <p:strVal val="0-#ppt_w/2"/>
                                          </p:val>
                                        </p:tav>
                                        <p:tav tm="100000">
                                          <p:val>
                                            <p:strVal val="#ppt_x"/>
                                          </p:val>
                                        </p:tav>
                                      </p:tavLst>
                                    </p:anim>
                                    <p:anim calcmode="lin" valueType="num">
                                      <p:cBhvr additive="base">
                                        <p:cTn id="25" dur="500" fill="hold"/>
                                        <p:tgtEl>
                                          <p:spTgt spid="402438">
                                            <p:txEl>
                                              <p:pRg st="1" end="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2435" grpId="0" build="p" autoUpdateAnimBg="0"/>
      <p:bldP spid="402436" grpId="0" animBg="1" autoUpdateAnimBg="0"/>
      <p:bldP spid="402438" grpId="0" build="p"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灯片编号占位符 3">
            <a:extLst>
              <a:ext uri="{FF2B5EF4-FFF2-40B4-BE49-F238E27FC236}">
                <a16:creationId xmlns:a16="http://schemas.microsoft.com/office/drawing/2014/main" id="{0D2E161E-3DE9-98C4-8BF2-B0FBDFD78583}"/>
              </a:ext>
            </a:extLst>
          </p:cNvPr>
          <p:cNvSpPr>
            <a:spLocks noGrp="1"/>
          </p:cNvSpPr>
          <p:nvPr>
            <p:ph type="sldNum" sz="quarter" idx="4294967295"/>
          </p:nvPr>
        </p:nvSpPr>
        <p:spPr>
          <a:xfrm>
            <a:off x="9448800" y="6356350"/>
            <a:ext cx="2743200" cy="365125"/>
          </a:xfrm>
          <a:noFill/>
        </p:spPr>
        <p:txBody>
          <a:bodyP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a:lnSpc>
                <a:spcPct val="100000"/>
              </a:lnSpc>
              <a:spcBef>
                <a:spcPct val="0"/>
              </a:spcBef>
              <a:buClrTx/>
              <a:buSzTx/>
              <a:buFontTx/>
              <a:buNone/>
            </a:pPr>
            <a:fld id="{AC5D9D59-E3EB-49B7-94A2-EFABD62F42F9}" type="slidenum">
              <a:rPr lang="en-US" altLang="zh-CN" sz="1400">
                <a:solidFill>
                  <a:schemeClr val="tx1"/>
                </a:solidFill>
                <a:ea typeface="宋体" panose="02010600030101010101" pitchFamily="2" charset="-122"/>
              </a:rPr>
              <a:pPr>
                <a:lnSpc>
                  <a:spcPct val="100000"/>
                </a:lnSpc>
                <a:spcBef>
                  <a:spcPct val="0"/>
                </a:spcBef>
                <a:buClrTx/>
                <a:buSzTx/>
                <a:buFontTx/>
                <a:buNone/>
              </a:pPr>
              <a:t>15</a:t>
            </a:fld>
            <a:endParaRPr lang="en-US" altLang="zh-CN" sz="1400">
              <a:solidFill>
                <a:schemeClr val="tx1"/>
              </a:solidFill>
              <a:ea typeface="宋体" panose="02010600030101010101" pitchFamily="2" charset="-122"/>
            </a:endParaRPr>
          </a:p>
        </p:txBody>
      </p:sp>
      <p:sp>
        <p:nvSpPr>
          <p:cNvPr id="506884" name="Rectangle 4">
            <a:extLst>
              <a:ext uri="{FF2B5EF4-FFF2-40B4-BE49-F238E27FC236}">
                <a16:creationId xmlns:a16="http://schemas.microsoft.com/office/drawing/2014/main" id="{28F508B1-60C2-556F-6C50-38B9909C5079}"/>
              </a:ext>
            </a:extLst>
          </p:cNvPr>
          <p:cNvSpPr>
            <a:spLocks noChangeArrowheads="1"/>
          </p:cNvSpPr>
          <p:nvPr/>
        </p:nvSpPr>
        <p:spPr bwMode="auto">
          <a:xfrm>
            <a:off x="885826" y="1685065"/>
            <a:ext cx="10306049" cy="28893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lnSpc>
                <a:spcPct val="120000"/>
              </a:lnSpc>
              <a:spcBef>
                <a:spcPct val="20000"/>
              </a:spcBef>
              <a:buClr>
                <a:schemeClr val="hlink"/>
              </a:buClr>
              <a:buSzPct val="70000"/>
              <a:buFont typeface="Wingdings" panose="05000000000000000000" pitchFamily="2" charset="2"/>
              <a:buChar char="v"/>
              <a:tabLst>
                <a:tab pos="466725" algn="l"/>
              </a:tabLst>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tabLst>
                <a:tab pos="466725" algn="l"/>
              </a:tabLst>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tabLst>
                <a:tab pos="466725" algn="l"/>
              </a:tabLst>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tabLst>
                <a:tab pos="466725" algn="l"/>
              </a:tabLst>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tabLst>
                <a:tab pos="466725" algn="l"/>
              </a:tabLst>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tabLst>
                <a:tab pos="466725" algn="l"/>
              </a:tabLst>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tabLst>
                <a:tab pos="466725" algn="l"/>
              </a:tabLst>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tabLst>
                <a:tab pos="466725" algn="l"/>
              </a:tabLst>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tabLst>
                <a:tab pos="466725" algn="l"/>
              </a:tabLst>
              <a:defRPr sz="2000">
                <a:solidFill>
                  <a:schemeClr val="tx1"/>
                </a:solidFill>
                <a:latin typeface="Arial" panose="020B0604020202020204" pitchFamily="34" charset="0"/>
                <a:ea typeface="隶书" panose="02010509060101010101" pitchFamily="49" charset="-122"/>
              </a:defRPr>
            </a:lvl9pPr>
          </a:lstStyle>
          <a:p>
            <a:pPr eaLnBrk="1" hangingPunct="1">
              <a:lnSpc>
                <a:spcPct val="150000"/>
              </a:lnSpc>
              <a:spcBef>
                <a:spcPct val="0"/>
              </a:spcBef>
              <a:buClrTx/>
              <a:buSzTx/>
              <a:buFontTx/>
              <a:buNone/>
            </a:pPr>
            <a:r>
              <a:rPr lang="zh-CN" altLang="en-US" sz="2800" dirty="0">
                <a:solidFill>
                  <a:srgbClr val="990000"/>
                </a:solidFill>
                <a:ea typeface="隶书" panose="02010509060101010101" pitchFamily="49" charset="-122"/>
              </a:rPr>
              <a:t>多重间接索引</a:t>
            </a:r>
          </a:p>
          <a:p>
            <a:pPr eaLnBrk="1" hangingPunct="1">
              <a:lnSpc>
                <a:spcPct val="150000"/>
              </a:lnSpc>
              <a:spcBef>
                <a:spcPct val="0"/>
              </a:spcBef>
              <a:buClrTx/>
              <a:buSzTx/>
              <a:buFontTx/>
              <a:buNone/>
            </a:pPr>
            <a:r>
              <a:rPr lang="zh-CN" altLang="en-US" sz="2400" dirty="0">
                <a:latin typeface="楷体_GB2312" pitchFamily="49" charset="-122"/>
              </a:rPr>
              <a:t>    将索引表本身作为一个文件，再为其建立一个索引表，这个索引表作为文件索引的索引，由此构成了多重间接索引。第一级索引表的表目指向第二级索引，第二级索引表的表目指向相应信息所在的物理块号。以此类推可逐级建立索引，进而构成多重间接索引。</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06884"/>
                                        </p:tgtEl>
                                        <p:attrNameLst>
                                          <p:attrName>style.visibility</p:attrName>
                                        </p:attrNameLst>
                                      </p:cBhvr>
                                      <p:to>
                                        <p:strVal val="visible"/>
                                      </p:to>
                                    </p:set>
                                    <p:anim calcmode="lin" valueType="num">
                                      <p:cBhvr additive="base">
                                        <p:cTn id="7" dur="500" fill="hold"/>
                                        <p:tgtEl>
                                          <p:spTgt spid="506884"/>
                                        </p:tgtEl>
                                        <p:attrNameLst>
                                          <p:attrName>ppt_x</p:attrName>
                                        </p:attrNameLst>
                                      </p:cBhvr>
                                      <p:tavLst>
                                        <p:tav tm="0">
                                          <p:val>
                                            <p:strVal val="0-#ppt_w/2"/>
                                          </p:val>
                                        </p:tav>
                                        <p:tav tm="100000">
                                          <p:val>
                                            <p:strVal val="#ppt_x"/>
                                          </p:val>
                                        </p:tav>
                                      </p:tavLst>
                                    </p:anim>
                                    <p:anim calcmode="lin" valueType="num">
                                      <p:cBhvr additive="base">
                                        <p:cTn id="8" dur="500" fill="hold"/>
                                        <p:tgtEl>
                                          <p:spTgt spid="50688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6884" grpId="0"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灯片编号占位符 5">
            <a:extLst>
              <a:ext uri="{FF2B5EF4-FFF2-40B4-BE49-F238E27FC236}">
                <a16:creationId xmlns:a16="http://schemas.microsoft.com/office/drawing/2014/main" id="{1E360752-118A-0318-71E5-D9E9DC3AF8C8}"/>
              </a:ext>
            </a:extLst>
          </p:cNvPr>
          <p:cNvSpPr>
            <a:spLocks noGrp="1"/>
          </p:cNvSpPr>
          <p:nvPr>
            <p:ph type="sldNum" sz="quarter" idx="4294967295"/>
          </p:nvPr>
        </p:nvSpPr>
        <p:spPr>
          <a:xfrm>
            <a:off x="9448800" y="6356350"/>
            <a:ext cx="2743200" cy="365125"/>
          </a:xfrm>
          <a:noFill/>
        </p:spPr>
        <p:txBody>
          <a:bodyP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a:lnSpc>
                <a:spcPct val="100000"/>
              </a:lnSpc>
              <a:spcBef>
                <a:spcPct val="0"/>
              </a:spcBef>
              <a:buClrTx/>
              <a:buSzTx/>
              <a:buFontTx/>
              <a:buNone/>
            </a:pPr>
            <a:fld id="{A06AEC97-F094-4FD5-9FB0-7B924555385E}" type="slidenum">
              <a:rPr lang="en-US" altLang="zh-CN" sz="1400">
                <a:solidFill>
                  <a:schemeClr val="tx1"/>
                </a:solidFill>
                <a:ea typeface="宋体" panose="02010600030101010101" pitchFamily="2" charset="-122"/>
              </a:rPr>
              <a:pPr>
                <a:lnSpc>
                  <a:spcPct val="100000"/>
                </a:lnSpc>
                <a:spcBef>
                  <a:spcPct val="0"/>
                </a:spcBef>
                <a:buClrTx/>
                <a:buSzTx/>
                <a:buFontTx/>
                <a:buNone/>
              </a:pPr>
              <a:t>16</a:t>
            </a:fld>
            <a:endParaRPr lang="en-US" altLang="zh-CN" sz="1400">
              <a:solidFill>
                <a:schemeClr val="tx1"/>
              </a:solidFill>
              <a:ea typeface="宋体" panose="02010600030101010101" pitchFamily="2" charset="-122"/>
            </a:endParaRPr>
          </a:p>
        </p:txBody>
      </p:sp>
      <p:sp>
        <p:nvSpPr>
          <p:cNvPr id="53251" name="Rectangle 3">
            <a:extLst>
              <a:ext uri="{FF2B5EF4-FFF2-40B4-BE49-F238E27FC236}">
                <a16:creationId xmlns:a16="http://schemas.microsoft.com/office/drawing/2014/main" id="{555542FF-99CC-1BF4-E35B-F2A6C505E7A8}"/>
              </a:ext>
            </a:extLst>
          </p:cNvPr>
          <p:cNvSpPr>
            <a:spLocks noChangeArrowheads="1"/>
          </p:cNvSpPr>
          <p:nvPr/>
        </p:nvSpPr>
        <p:spPr bwMode="auto">
          <a:xfrm>
            <a:off x="1524001" y="1490939"/>
            <a:ext cx="184731" cy="4947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eaLnBrk="1" hangingPunct="1">
              <a:spcBef>
                <a:spcPct val="0"/>
              </a:spcBef>
              <a:buClrTx/>
              <a:buSzTx/>
              <a:buFontTx/>
              <a:buNone/>
            </a:pPr>
            <a:endParaRPr lang="zh-CN" altLang="en-US" sz="2400">
              <a:solidFill>
                <a:schemeClr val="tx1"/>
              </a:solidFill>
            </a:endParaRPr>
          </a:p>
        </p:txBody>
      </p:sp>
      <p:graphicFrame>
        <p:nvGraphicFramePr>
          <p:cNvPr id="53252" name="Object 4">
            <a:extLst>
              <a:ext uri="{FF2B5EF4-FFF2-40B4-BE49-F238E27FC236}">
                <a16:creationId xmlns:a16="http://schemas.microsoft.com/office/drawing/2014/main" id="{9548CC0A-FF19-019E-CE4B-1BE548E34ED2}"/>
              </a:ext>
            </a:extLst>
          </p:cNvPr>
          <p:cNvGraphicFramePr>
            <a:graphicFrameLocks noChangeAspect="1"/>
          </p:cNvGraphicFramePr>
          <p:nvPr>
            <p:extLst>
              <p:ext uri="{D42A27DB-BD31-4B8C-83A1-F6EECF244321}">
                <p14:modId xmlns:p14="http://schemas.microsoft.com/office/powerpoint/2010/main" val="3941244001"/>
              </p:ext>
            </p:extLst>
          </p:nvPr>
        </p:nvGraphicFramePr>
        <p:xfrm>
          <a:off x="1883569" y="880270"/>
          <a:ext cx="7848600" cy="5256212"/>
        </p:xfrm>
        <a:graphic>
          <a:graphicData uri="http://schemas.openxmlformats.org/presentationml/2006/ole">
            <mc:AlternateContent xmlns:mc="http://schemas.openxmlformats.org/markup-compatibility/2006">
              <mc:Choice xmlns:v="urn:schemas-microsoft-com:vml" Requires="v">
                <p:oleObj name="Visio" r:id="rId2" imgW="3375660" imgH="3375660" progId="Visio.Drawing.6">
                  <p:embed/>
                </p:oleObj>
              </mc:Choice>
              <mc:Fallback>
                <p:oleObj name="Visio" r:id="rId2" imgW="3375660" imgH="3375660" progId="Visio.Drawing.6">
                  <p:embed/>
                  <p:pic>
                    <p:nvPicPr>
                      <p:cNvPr id="53252" name="Object 4">
                        <a:extLst>
                          <a:ext uri="{FF2B5EF4-FFF2-40B4-BE49-F238E27FC236}">
                            <a16:creationId xmlns:a16="http://schemas.microsoft.com/office/drawing/2014/main" id="{9548CC0A-FF19-019E-CE4B-1BE548E34ED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83569" y="880270"/>
                        <a:ext cx="7848600" cy="5256212"/>
                      </a:xfrm>
                      <a:prstGeom prst="rect">
                        <a:avLst/>
                      </a:prstGeom>
                      <a:noFill/>
                      <a:ln>
                        <a:noFill/>
                      </a:ln>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3253" name="Rectangle 5">
            <a:extLst>
              <a:ext uri="{FF2B5EF4-FFF2-40B4-BE49-F238E27FC236}">
                <a16:creationId xmlns:a16="http://schemas.microsoft.com/office/drawing/2014/main" id="{FECB9F3E-0336-F266-61CF-5D9DEA39227D}"/>
              </a:ext>
            </a:extLst>
          </p:cNvPr>
          <p:cNvSpPr>
            <a:spLocks noChangeArrowheads="1"/>
          </p:cNvSpPr>
          <p:nvPr/>
        </p:nvSpPr>
        <p:spPr bwMode="auto">
          <a:xfrm>
            <a:off x="4635500" y="6202362"/>
            <a:ext cx="2693988" cy="519113"/>
          </a:xfrm>
          <a:prstGeom prst="rect">
            <a:avLst/>
          </a:prstGeom>
          <a:solidFill>
            <a:srgbClr val="33CCCC"/>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algn="ctr" eaLnBrk="1" hangingPunct="1">
              <a:lnSpc>
                <a:spcPct val="100000"/>
              </a:lnSpc>
              <a:spcBef>
                <a:spcPct val="0"/>
              </a:spcBef>
              <a:buClrTx/>
              <a:buSzTx/>
              <a:buFontTx/>
              <a:buNone/>
            </a:pPr>
            <a:r>
              <a:rPr kumimoji="1" lang="zh-CN" altLang="en-US" sz="2800" dirty="0">
                <a:latin typeface="Times New Roman" panose="02020603050405020304" pitchFamily="18" charset="0"/>
                <a:ea typeface="宋体" panose="02010600030101010101" pitchFamily="2" charset="-122"/>
              </a:rPr>
              <a:t>两级索引分配</a:t>
            </a:r>
          </a:p>
        </p:txBody>
      </p:sp>
      <p:sp>
        <p:nvSpPr>
          <p:cNvPr id="53254" name="Rectangle 6">
            <a:extLst>
              <a:ext uri="{FF2B5EF4-FFF2-40B4-BE49-F238E27FC236}">
                <a16:creationId xmlns:a16="http://schemas.microsoft.com/office/drawing/2014/main" id="{34E01255-4750-F495-236C-1EA7A642FF16}"/>
              </a:ext>
            </a:extLst>
          </p:cNvPr>
          <p:cNvSpPr>
            <a:spLocks noChangeArrowheads="1"/>
          </p:cNvSpPr>
          <p:nvPr/>
        </p:nvSpPr>
        <p:spPr bwMode="auto">
          <a:xfrm>
            <a:off x="5016500" y="3933826"/>
            <a:ext cx="15827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lgn="ctr">
                <a:solidFill>
                  <a:srgbClr val="008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eaLnBrk="1" hangingPunct="1">
              <a:lnSpc>
                <a:spcPct val="100000"/>
              </a:lnSpc>
              <a:buClrTx/>
              <a:buSzPct val="80000"/>
              <a:buFontTx/>
              <a:buNone/>
            </a:pPr>
            <a:r>
              <a:rPr kumimoji="1" lang="zh-CN" altLang="en-US" sz="2000">
                <a:solidFill>
                  <a:srgbClr val="FF3399"/>
                </a:solidFill>
                <a:latin typeface="Times New Roman" panose="02020603050405020304" pitchFamily="18" charset="0"/>
              </a:rPr>
              <a:t>二级索引块</a:t>
            </a:r>
          </a:p>
        </p:txBody>
      </p:sp>
      <p:sp>
        <p:nvSpPr>
          <p:cNvPr id="53255" name="Text Box 8">
            <a:extLst>
              <a:ext uri="{FF2B5EF4-FFF2-40B4-BE49-F238E27FC236}">
                <a16:creationId xmlns:a16="http://schemas.microsoft.com/office/drawing/2014/main" id="{2A26C464-E045-4732-952A-09CA0502ABAC}"/>
              </a:ext>
            </a:extLst>
          </p:cNvPr>
          <p:cNvSpPr txBox="1">
            <a:spLocks noChangeArrowheads="1"/>
          </p:cNvSpPr>
          <p:nvPr/>
        </p:nvSpPr>
        <p:spPr bwMode="auto">
          <a:xfrm>
            <a:off x="974726" y="558799"/>
            <a:ext cx="338296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lgn="ctr">
                <a:solidFill>
                  <a:srgbClr val="008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eaLnBrk="1" hangingPunct="1">
              <a:lnSpc>
                <a:spcPct val="100000"/>
              </a:lnSpc>
              <a:spcBef>
                <a:spcPct val="50000"/>
              </a:spcBef>
              <a:buClrTx/>
              <a:buSzPct val="80000"/>
              <a:buFontTx/>
              <a:buNone/>
            </a:pPr>
            <a:r>
              <a:rPr kumimoji="1" lang="zh-CN" altLang="en-US" sz="2800" dirty="0">
                <a:solidFill>
                  <a:srgbClr val="CC0000"/>
                </a:solidFill>
                <a:latin typeface="Times New Roman" panose="02020603050405020304" pitchFamily="18" charset="0"/>
              </a:rPr>
              <a:t>二级索引结构</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灯片编号占位符 5">
            <a:extLst>
              <a:ext uri="{FF2B5EF4-FFF2-40B4-BE49-F238E27FC236}">
                <a16:creationId xmlns:a16="http://schemas.microsoft.com/office/drawing/2014/main" id="{1A13A6A7-CDEF-B7F0-BDEE-F773AD03D946}"/>
              </a:ext>
            </a:extLst>
          </p:cNvPr>
          <p:cNvSpPr>
            <a:spLocks noGrp="1"/>
          </p:cNvSpPr>
          <p:nvPr>
            <p:ph type="sldNum" sz="quarter" idx="4294967295"/>
          </p:nvPr>
        </p:nvSpPr>
        <p:spPr>
          <a:xfrm>
            <a:off x="9448800" y="6356350"/>
            <a:ext cx="2743200" cy="365125"/>
          </a:xfrm>
          <a:noFill/>
        </p:spPr>
        <p:txBody>
          <a:bodyP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a:lnSpc>
                <a:spcPct val="100000"/>
              </a:lnSpc>
              <a:spcBef>
                <a:spcPct val="0"/>
              </a:spcBef>
              <a:buClrTx/>
              <a:buSzTx/>
              <a:buFontTx/>
              <a:buNone/>
            </a:pPr>
            <a:fld id="{C7FA8447-CFFF-4ACC-88C3-E6FA89E83599}" type="slidenum">
              <a:rPr lang="en-US" altLang="zh-CN" sz="1400">
                <a:solidFill>
                  <a:schemeClr val="tx1"/>
                </a:solidFill>
                <a:ea typeface="宋体" panose="02010600030101010101" pitchFamily="2" charset="-122"/>
              </a:rPr>
              <a:pPr>
                <a:lnSpc>
                  <a:spcPct val="100000"/>
                </a:lnSpc>
                <a:spcBef>
                  <a:spcPct val="0"/>
                </a:spcBef>
                <a:buClrTx/>
                <a:buSzTx/>
                <a:buFontTx/>
                <a:buNone/>
              </a:pPr>
              <a:t>17</a:t>
            </a:fld>
            <a:endParaRPr lang="en-US" altLang="zh-CN" sz="1400">
              <a:solidFill>
                <a:schemeClr val="tx1"/>
              </a:solidFill>
              <a:ea typeface="宋体" panose="02010600030101010101" pitchFamily="2" charset="-122"/>
            </a:endParaRPr>
          </a:p>
        </p:txBody>
      </p:sp>
      <p:sp>
        <p:nvSpPr>
          <p:cNvPr id="54275" name="Rectangle 3">
            <a:extLst>
              <a:ext uri="{FF2B5EF4-FFF2-40B4-BE49-F238E27FC236}">
                <a16:creationId xmlns:a16="http://schemas.microsoft.com/office/drawing/2014/main" id="{C855F55F-2880-894A-2FAB-42D23E59F906}"/>
              </a:ext>
            </a:extLst>
          </p:cNvPr>
          <p:cNvSpPr>
            <a:spLocks noChangeArrowheads="1"/>
          </p:cNvSpPr>
          <p:nvPr/>
        </p:nvSpPr>
        <p:spPr bwMode="auto">
          <a:xfrm>
            <a:off x="1524001" y="1490939"/>
            <a:ext cx="184731" cy="4947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eaLnBrk="1" hangingPunct="1">
              <a:spcBef>
                <a:spcPct val="0"/>
              </a:spcBef>
              <a:buClrTx/>
              <a:buSzTx/>
              <a:buFontTx/>
              <a:buNone/>
            </a:pPr>
            <a:endParaRPr lang="zh-CN" altLang="en-US" sz="2400">
              <a:solidFill>
                <a:schemeClr val="tx1"/>
              </a:solidFill>
            </a:endParaRPr>
          </a:p>
        </p:txBody>
      </p:sp>
      <p:sp>
        <p:nvSpPr>
          <p:cNvPr id="54276" name="Rectangle 4">
            <a:extLst>
              <a:ext uri="{FF2B5EF4-FFF2-40B4-BE49-F238E27FC236}">
                <a16:creationId xmlns:a16="http://schemas.microsoft.com/office/drawing/2014/main" id="{4E22F3AC-4E8C-2D80-2618-063BE3EFF310}"/>
              </a:ext>
            </a:extLst>
          </p:cNvPr>
          <p:cNvSpPr>
            <a:spLocks noChangeArrowheads="1"/>
          </p:cNvSpPr>
          <p:nvPr/>
        </p:nvSpPr>
        <p:spPr bwMode="auto">
          <a:xfrm>
            <a:off x="4130676" y="6356350"/>
            <a:ext cx="3217863" cy="457200"/>
          </a:xfrm>
          <a:prstGeom prst="rect">
            <a:avLst/>
          </a:prstGeom>
          <a:solidFill>
            <a:srgbClr val="33CCCC"/>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algn="ctr" eaLnBrk="1" hangingPunct="1">
              <a:lnSpc>
                <a:spcPct val="100000"/>
              </a:lnSpc>
              <a:spcBef>
                <a:spcPct val="0"/>
              </a:spcBef>
              <a:buClrTx/>
              <a:buSzTx/>
              <a:buFontTx/>
              <a:buNone/>
            </a:pPr>
            <a:r>
              <a:rPr kumimoji="1" lang="zh-CN" altLang="en-US" sz="2400" dirty="0">
                <a:latin typeface="Times New Roman" panose="02020603050405020304" pitchFamily="18" charset="0"/>
                <a:ea typeface="宋体" panose="02010600030101010101" pitchFamily="2" charset="-122"/>
              </a:rPr>
              <a:t>图 </a:t>
            </a:r>
            <a:r>
              <a:rPr kumimoji="1" lang="en-US" altLang="zh-CN" sz="2400" dirty="0">
                <a:latin typeface="Times New Roman" panose="02020603050405020304" pitchFamily="18" charset="0"/>
                <a:ea typeface="宋体" panose="02010600030101010101" pitchFamily="2" charset="-122"/>
              </a:rPr>
              <a:t>6-14</a:t>
            </a:r>
            <a:r>
              <a:rPr kumimoji="1" lang="zh-CN" altLang="en-US" sz="2400" dirty="0">
                <a:latin typeface="Times New Roman" panose="02020603050405020304" pitchFamily="18" charset="0"/>
                <a:ea typeface="宋体" panose="02010600030101010101" pitchFamily="2" charset="-122"/>
              </a:rPr>
              <a:t>混合</a:t>
            </a:r>
            <a:r>
              <a:rPr kumimoji="1" lang="zh-CN" altLang="en-US" sz="2400" b="1" dirty="0">
                <a:latin typeface="Times New Roman" panose="02020603050405020304" pitchFamily="18" charset="0"/>
                <a:ea typeface="宋体" panose="02010600030101010101" pitchFamily="2" charset="-122"/>
              </a:rPr>
              <a:t>索</a:t>
            </a:r>
            <a:r>
              <a:rPr kumimoji="1" lang="zh-CN" altLang="en-US" sz="2400" dirty="0">
                <a:latin typeface="Times New Roman" panose="02020603050405020304" pitchFamily="18" charset="0"/>
                <a:ea typeface="宋体" panose="02010600030101010101" pitchFamily="2" charset="-122"/>
              </a:rPr>
              <a:t>引分配</a:t>
            </a:r>
          </a:p>
        </p:txBody>
      </p:sp>
      <p:pic>
        <p:nvPicPr>
          <p:cNvPr id="54277" name="Picture 5">
            <a:extLst>
              <a:ext uri="{FF2B5EF4-FFF2-40B4-BE49-F238E27FC236}">
                <a16:creationId xmlns:a16="http://schemas.microsoft.com/office/drawing/2014/main" id="{EF268065-B8DA-CAA0-DDB0-1EFFF28EBD3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97151" y="1125538"/>
            <a:ext cx="7732713"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4278" name="Text Box 6">
            <a:extLst>
              <a:ext uri="{FF2B5EF4-FFF2-40B4-BE49-F238E27FC236}">
                <a16:creationId xmlns:a16="http://schemas.microsoft.com/office/drawing/2014/main" id="{AD7263F8-A2D8-6546-87C2-BE68D278F11F}"/>
              </a:ext>
            </a:extLst>
          </p:cNvPr>
          <p:cNvSpPr txBox="1">
            <a:spLocks noChangeArrowheads="1"/>
          </p:cNvSpPr>
          <p:nvPr/>
        </p:nvSpPr>
        <p:spPr bwMode="auto">
          <a:xfrm flipH="1">
            <a:off x="2117765" y="1125539"/>
            <a:ext cx="553998" cy="1366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lgn="ctr">
                <a:solidFill>
                  <a:srgbClr val="008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spAutoFit/>
          </a:bodyPr>
          <a:lstStyle>
            <a:lvl1pPr marL="342900" indent="-342900">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eaLnBrk="1" hangingPunct="1">
              <a:lnSpc>
                <a:spcPct val="100000"/>
              </a:lnSpc>
              <a:spcBef>
                <a:spcPct val="50000"/>
              </a:spcBef>
              <a:buClrTx/>
              <a:buSzPct val="80000"/>
              <a:buFontTx/>
              <a:buNone/>
            </a:pPr>
            <a:r>
              <a:rPr kumimoji="1" lang="zh-CN" altLang="en-US" sz="2400">
                <a:solidFill>
                  <a:srgbClr val="CC0000"/>
                </a:solidFill>
                <a:latin typeface="Times New Roman" panose="02020603050405020304" pitchFamily="18" charset="0"/>
              </a:rPr>
              <a:t>索引节点</a:t>
            </a:r>
          </a:p>
        </p:txBody>
      </p:sp>
      <p:sp>
        <p:nvSpPr>
          <p:cNvPr id="54279" name="AutoShape 7">
            <a:extLst>
              <a:ext uri="{FF2B5EF4-FFF2-40B4-BE49-F238E27FC236}">
                <a16:creationId xmlns:a16="http://schemas.microsoft.com/office/drawing/2014/main" id="{D2D42BF9-D736-AFC0-26B4-B5334835CA6A}"/>
              </a:ext>
            </a:extLst>
          </p:cNvPr>
          <p:cNvSpPr>
            <a:spLocks/>
          </p:cNvSpPr>
          <p:nvPr/>
        </p:nvSpPr>
        <p:spPr bwMode="auto">
          <a:xfrm>
            <a:off x="2566989" y="3068638"/>
            <a:ext cx="73025" cy="1439862"/>
          </a:xfrm>
          <a:prstGeom prst="leftBrace">
            <a:avLst>
              <a:gd name="adj1" fmla="val 164312"/>
              <a:gd name="adj2" fmla="val 50000"/>
            </a:avLst>
          </a:prstGeom>
          <a:noFill/>
          <a:ln w="28575">
            <a:solidFill>
              <a:srgbClr val="008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eaLnBrk="1" hangingPunct="1">
              <a:spcBef>
                <a:spcPct val="0"/>
              </a:spcBef>
              <a:buClrTx/>
              <a:buSzTx/>
              <a:buFontTx/>
              <a:buNone/>
            </a:pPr>
            <a:endParaRPr lang="zh-CN" altLang="en-US" sz="2400">
              <a:solidFill>
                <a:schemeClr val="tx1"/>
              </a:solidFill>
            </a:endParaRPr>
          </a:p>
        </p:txBody>
      </p:sp>
      <p:sp>
        <p:nvSpPr>
          <p:cNvPr id="54280" name="Text Box 8">
            <a:extLst>
              <a:ext uri="{FF2B5EF4-FFF2-40B4-BE49-F238E27FC236}">
                <a16:creationId xmlns:a16="http://schemas.microsoft.com/office/drawing/2014/main" id="{C276D0B4-0FF1-B329-D936-4B9B63C97CD1}"/>
              </a:ext>
            </a:extLst>
          </p:cNvPr>
          <p:cNvSpPr txBox="1">
            <a:spLocks noChangeArrowheads="1"/>
          </p:cNvSpPr>
          <p:nvPr/>
        </p:nvSpPr>
        <p:spPr bwMode="auto">
          <a:xfrm>
            <a:off x="2074902" y="3081339"/>
            <a:ext cx="553998" cy="1582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lgn="ctr">
                <a:solidFill>
                  <a:srgbClr val="008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spAutoFit/>
          </a:bodyPr>
          <a:lstStyle>
            <a:lvl1pPr marL="342900" indent="-342900">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eaLnBrk="1" hangingPunct="1">
              <a:lnSpc>
                <a:spcPct val="100000"/>
              </a:lnSpc>
              <a:spcBef>
                <a:spcPct val="50000"/>
              </a:spcBef>
              <a:buClrTx/>
              <a:buSzPct val="80000"/>
              <a:buFontTx/>
              <a:buNone/>
            </a:pPr>
            <a:r>
              <a:rPr kumimoji="1" lang="zh-CN" altLang="en-US" sz="2400">
                <a:solidFill>
                  <a:srgbClr val="CC0000"/>
                </a:solidFill>
                <a:latin typeface="Times New Roman" panose="02020603050405020304" pitchFamily="18" charset="0"/>
              </a:rPr>
              <a:t>直接地址</a:t>
            </a:r>
          </a:p>
        </p:txBody>
      </p:sp>
      <p:sp>
        <p:nvSpPr>
          <p:cNvPr id="54281" name="Text Box 11">
            <a:extLst>
              <a:ext uri="{FF2B5EF4-FFF2-40B4-BE49-F238E27FC236}">
                <a16:creationId xmlns:a16="http://schemas.microsoft.com/office/drawing/2014/main" id="{5CBA6C09-2676-A175-69E9-29D3207CC2D7}"/>
              </a:ext>
            </a:extLst>
          </p:cNvPr>
          <p:cNvSpPr txBox="1">
            <a:spLocks noChangeArrowheads="1"/>
          </p:cNvSpPr>
          <p:nvPr/>
        </p:nvSpPr>
        <p:spPr bwMode="auto">
          <a:xfrm>
            <a:off x="7535863" y="5949951"/>
            <a:ext cx="2089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lgn="ctr">
                <a:solidFill>
                  <a:srgbClr val="008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eaLnBrk="1" hangingPunct="1">
              <a:lnSpc>
                <a:spcPct val="100000"/>
              </a:lnSpc>
              <a:spcBef>
                <a:spcPct val="50000"/>
              </a:spcBef>
              <a:buClrTx/>
              <a:buSzPct val="80000"/>
              <a:buFontTx/>
              <a:buNone/>
            </a:pPr>
            <a:r>
              <a:rPr kumimoji="1" lang="zh-CN" altLang="en-US" sz="2000">
                <a:solidFill>
                  <a:srgbClr val="CC0000"/>
                </a:solidFill>
                <a:latin typeface="Times New Roman" panose="02020603050405020304" pitchFamily="18" charset="0"/>
              </a:rPr>
              <a:t>二次间接索引</a:t>
            </a:r>
          </a:p>
        </p:txBody>
      </p:sp>
      <p:sp>
        <p:nvSpPr>
          <p:cNvPr id="54282" name="AutoShape 13">
            <a:extLst>
              <a:ext uri="{FF2B5EF4-FFF2-40B4-BE49-F238E27FC236}">
                <a16:creationId xmlns:a16="http://schemas.microsoft.com/office/drawing/2014/main" id="{DE30284B-C06C-3B08-869A-AE8C1DA996D4}"/>
              </a:ext>
            </a:extLst>
          </p:cNvPr>
          <p:cNvSpPr>
            <a:spLocks/>
          </p:cNvSpPr>
          <p:nvPr/>
        </p:nvSpPr>
        <p:spPr bwMode="auto">
          <a:xfrm>
            <a:off x="7243763" y="2205038"/>
            <a:ext cx="215900" cy="1655762"/>
          </a:xfrm>
          <a:prstGeom prst="rightBrace">
            <a:avLst>
              <a:gd name="adj1" fmla="val 63909"/>
              <a:gd name="adj2" fmla="val 50000"/>
            </a:avLst>
          </a:prstGeom>
          <a:noFill/>
          <a:ln w="28575">
            <a:solidFill>
              <a:srgbClr val="008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eaLnBrk="1" hangingPunct="1">
              <a:spcBef>
                <a:spcPct val="0"/>
              </a:spcBef>
              <a:buClrTx/>
              <a:buSzTx/>
              <a:buFontTx/>
              <a:buNone/>
            </a:pPr>
            <a:endParaRPr lang="zh-CN" altLang="en-US" sz="2400">
              <a:solidFill>
                <a:schemeClr val="tx1"/>
              </a:solidFill>
            </a:endParaRPr>
          </a:p>
        </p:txBody>
      </p:sp>
      <p:sp>
        <p:nvSpPr>
          <p:cNvPr id="54283" name="Text Box 14">
            <a:extLst>
              <a:ext uri="{FF2B5EF4-FFF2-40B4-BE49-F238E27FC236}">
                <a16:creationId xmlns:a16="http://schemas.microsoft.com/office/drawing/2014/main" id="{A826A8FE-FAC3-67CE-D2A5-DF4277652386}"/>
              </a:ext>
            </a:extLst>
          </p:cNvPr>
          <p:cNvSpPr txBox="1">
            <a:spLocks noChangeArrowheads="1"/>
          </p:cNvSpPr>
          <p:nvPr/>
        </p:nvSpPr>
        <p:spPr bwMode="auto">
          <a:xfrm>
            <a:off x="7535864" y="2781301"/>
            <a:ext cx="24479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lgn="ctr">
                <a:solidFill>
                  <a:srgbClr val="008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eaLnBrk="1" hangingPunct="1">
              <a:lnSpc>
                <a:spcPct val="100000"/>
              </a:lnSpc>
              <a:spcBef>
                <a:spcPct val="50000"/>
              </a:spcBef>
              <a:buClrTx/>
              <a:buSzPct val="80000"/>
              <a:buFontTx/>
              <a:buNone/>
            </a:pPr>
            <a:r>
              <a:rPr kumimoji="1" lang="zh-CN" altLang="en-US" sz="2000">
                <a:solidFill>
                  <a:srgbClr val="CC0000"/>
                </a:solidFill>
                <a:latin typeface="Times New Roman" panose="02020603050405020304" pitchFamily="18" charset="0"/>
                <a:ea typeface="宋体" panose="02010600030101010101" pitchFamily="2" charset="-122"/>
              </a:rPr>
              <a:t>共</a:t>
            </a:r>
            <a:r>
              <a:rPr kumimoji="1" lang="en-US" altLang="zh-CN" sz="2000">
                <a:solidFill>
                  <a:srgbClr val="CC0000"/>
                </a:solidFill>
                <a:latin typeface="Times New Roman" panose="02020603050405020304" pitchFamily="18" charset="0"/>
                <a:ea typeface="宋体" panose="02010600030101010101" pitchFamily="2" charset="-122"/>
              </a:rPr>
              <a:t>10</a:t>
            </a:r>
            <a:r>
              <a:rPr kumimoji="1" lang="zh-CN" altLang="en-US" sz="2000">
                <a:solidFill>
                  <a:srgbClr val="CC0000"/>
                </a:solidFill>
                <a:latin typeface="Times New Roman" panose="02020603050405020304" pitchFamily="18" charset="0"/>
                <a:ea typeface="宋体" panose="02010600030101010101" pitchFamily="2" charset="-122"/>
              </a:rPr>
              <a:t>个块</a:t>
            </a:r>
          </a:p>
        </p:txBody>
      </p:sp>
      <p:sp>
        <p:nvSpPr>
          <p:cNvPr id="54284" name="AutoShape 15">
            <a:extLst>
              <a:ext uri="{FF2B5EF4-FFF2-40B4-BE49-F238E27FC236}">
                <a16:creationId xmlns:a16="http://schemas.microsoft.com/office/drawing/2014/main" id="{7A3910E1-978F-FCE9-B2C1-99EF71DEBE5E}"/>
              </a:ext>
            </a:extLst>
          </p:cNvPr>
          <p:cNvSpPr>
            <a:spLocks/>
          </p:cNvSpPr>
          <p:nvPr/>
        </p:nvSpPr>
        <p:spPr bwMode="auto">
          <a:xfrm>
            <a:off x="7319964" y="4292601"/>
            <a:ext cx="71437" cy="576263"/>
          </a:xfrm>
          <a:prstGeom prst="rightBrace">
            <a:avLst>
              <a:gd name="adj1" fmla="val 67223"/>
              <a:gd name="adj2" fmla="val 50000"/>
            </a:avLst>
          </a:prstGeom>
          <a:noFill/>
          <a:ln w="28575">
            <a:solidFill>
              <a:srgbClr val="008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eaLnBrk="1" hangingPunct="1">
              <a:spcBef>
                <a:spcPct val="0"/>
              </a:spcBef>
              <a:buClrTx/>
              <a:buSzTx/>
              <a:buFontTx/>
              <a:buNone/>
            </a:pPr>
            <a:endParaRPr lang="zh-CN" altLang="en-US" sz="2400">
              <a:solidFill>
                <a:schemeClr val="tx1"/>
              </a:solidFill>
            </a:endParaRPr>
          </a:p>
        </p:txBody>
      </p:sp>
      <p:sp>
        <p:nvSpPr>
          <p:cNvPr id="54285" name="Text Box 16">
            <a:extLst>
              <a:ext uri="{FF2B5EF4-FFF2-40B4-BE49-F238E27FC236}">
                <a16:creationId xmlns:a16="http://schemas.microsoft.com/office/drawing/2014/main" id="{5D3DEAE4-0A0C-47C3-D615-C2E04658A7AC}"/>
              </a:ext>
            </a:extLst>
          </p:cNvPr>
          <p:cNvSpPr txBox="1">
            <a:spLocks noChangeArrowheads="1"/>
          </p:cNvSpPr>
          <p:nvPr/>
        </p:nvSpPr>
        <p:spPr bwMode="auto">
          <a:xfrm>
            <a:off x="7391401" y="4365626"/>
            <a:ext cx="143986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lgn="ctr">
                <a:solidFill>
                  <a:srgbClr val="008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eaLnBrk="1" hangingPunct="1">
              <a:lnSpc>
                <a:spcPct val="100000"/>
              </a:lnSpc>
              <a:spcBef>
                <a:spcPct val="50000"/>
              </a:spcBef>
              <a:buClrTx/>
              <a:buSzPct val="80000"/>
              <a:buFontTx/>
              <a:buNone/>
            </a:pPr>
            <a:r>
              <a:rPr kumimoji="1" lang="zh-CN" altLang="en-US" sz="2000">
                <a:solidFill>
                  <a:srgbClr val="CC0000"/>
                </a:solidFill>
                <a:latin typeface="Times New Roman" panose="02020603050405020304" pitchFamily="18" charset="0"/>
                <a:ea typeface="宋体" panose="02010600030101010101" pitchFamily="2" charset="-122"/>
              </a:rPr>
              <a:t>共</a:t>
            </a:r>
            <a:r>
              <a:rPr kumimoji="1" lang="en-US" altLang="zh-CN" sz="2000">
                <a:solidFill>
                  <a:srgbClr val="CC0000"/>
                </a:solidFill>
                <a:latin typeface="Times New Roman" panose="02020603050405020304" pitchFamily="18" charset="0"/>
                <a:ea typeface="宋体" panose="02010600030101010101" pitchFamily="2" charset="-122"/>
              </a:rPr>
              <a:t>256</a:t>
            </a:r>
            <a:r>
              <a:rPr kumimoji="1" lang="zh-CN" altLang="en-US" sz="2000">
                <a:solidFill>
                  <a:srgbClr val="CC0000"/>
                </a:solidFill>
                <a:latin typeface="Times New Roman" panose="02020603050405020304" pitchFamily="18" charset="0"/>
                <a:ea typeface="宋体" panose="02010600030101010101" pitchFamily="2" charset="-122"/>
              </a:rPr>
              <a:t>块</a:t>
            </a:r>
          </a:p>
        </p:txBody>
      </p:sp>
      <p:sp>
        <p:nvSpPr>
          <p:cNvPr id="54286" name="Rectangle 19">
            <a:extLst>
              <a:ext uri="{FF2B5EF4-FFF2-40B4-BE49-F238E27FC236}">
                <a16:creationId xmlns:a16="http://schemas.microsoft.com/office/drawing/2014/main" id="{7FF911E5-C51A-F950-4D2E-E88322B92124}"/>
              </a:ext>
            </a:extLst>
          </p:cNvPr>
          <p:cNvSpPr>
            <a:spLocks noChangeArrowheads="1"/>
          </p:cNvSpPr>
          <p:nvPr/>
        </p:nvSpPr>
        <p:spPr bwMode="auto">
          <a:xfrm>
            <a:off x="1236664" y="289720"/>
            <a:ext cx="515937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eaLnBrk="1" hangingPunct="1">
              <a:lnSpc>
                <a:spcPct val="100000"/>
              </a:lnSpc>
              <a:spcBef>
                <a:spcPct val="0"/>
              </a:spcBef>
              <a:buClrTx/>
              <a:buSzTx/>
              <a:buFontTx/>
              <a:buNone/>
            </a:pPr>
            <a:r>
              <a:rPr lang="en-US" altLang="zh-CN" sz="2800" dirty="0">
                <a:solidFill>
                  <a:schemeClr val="tx2"/>
                </a:solidFill>
                <a:latin typeface="楷体_GB2312" pitchFamily="49" charset="-122"/>
              </a:rPr>
              <a:t>UNIX</a:t>
            </a:r>
            <a:r>
              <a:rPr lang="zh-CN" altLang="en-US" sz="2800" dirty="0">
                <a:solidFill>
                  <a:schemeClr val="tx2"/>
                </a:solidFill>
                <a:latin typeface="楷体_GB2312" pitchFamily="49" charset="-122"/>
              </a:rPr>
              <a:t>操作系统的混合索引结构</a:t>
            </a:r>
          </a:p>
        </p:txBody>
      </p:sp>
      <p:sp>
        <p:nvSpPr>
          <p:cNvPr id="54287" name="Rectangle 20">
            <a:extLst>
              <a:ext uri="{FF2B5EF4-FFF2-40B4-BE49-F238E27FC236}">
                <a16:creationId xmlns:a16="http://schemas.microsoft.com/office/drawing/2014/main" id="{84A11CE5-998E-91F4-530F-A6A0569D0243}"/>
              </a:ext>
            </a:extLst>
          </p:cNvPr>
          <p:cNvSpPr>
            <a:spLocks noChangeArrowheads="1"/>
          </p:cNvSpPr>
          <p:nvPr/>
        </p:nvSpPr>
        <p:spPr bwMode="auto">
          <a:xfrm>
            <a:off x="7608888" y="981076"/>
            <a:ext cx="2374900" cy="936625"/>
          </a:xfrm>
          <a:prstGeom prst="rect">
            <a:avLst/>
          </a:prstGeom>
          <a:noFill/>
          <a:ln w="28575" algn="ctr">
            <a:solidFill>
              <a:srgbClr val="008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eaLnBrk="1" hangingPunct="1">
              <a:lnSpc>
                <a:spcPct val="100000"/>
              </a:lnSpc>
              <a:buClrTx/>
              <a:buSzPct val="80000"/>
              <a:buFontTx/>
              <a:buNone/>
            </a:pPr>
            <a:r>
              <a:rPr kumimoji="1" lang="zh-CN" altLang="en-US" sz="2000">
                <a:solidFill>
                  <a:srgbClr val="CC0000"/>
                </a:solidFill>
                <a:latin typeface="楷体_GB2312" pitchFamily="49" charset="-122"/>
              </a:rPr>
              <a:t>盘块大小：</a:t>
            </a:r>
            <a:r>
              <a:rPr kumimoji="1" lang="en-US" altLang="zh-CN" sz="2000">
                <a:solidFill>
                  <a:srgbClr val="CC0000"/>
                </a:solidFill>
                <a:latin typeface="楷体_GB2312" pitchFamily="49" charset="-122"/>
              </a:rPr>
              <a:t>1KB</a:t>
            </a:r>
          </a:p>
          <a:p>
            <a:pPr eaLnBrk="1" hangingPunct="1">
              <a:lnSpc>
                <a:spcPct val="100000"/>
              </a:lnSpc>
              <a:buClrTx/>
              <a:buSzPct val="80000"/>
              <a:buFontTx/>
              <a:buNone/>
            </a:pPr>
            <a:r>
              <a:rPr kumimoji="1" lang="zh-CN" altLang="en-US" sz="2000">
                <a:solidFill>
                  <a:srgbClr val="CC0000"/>
                </a:solidFill>
                <a:latin typeface="楷体_GB2312" pitchFamily="49" charset="-122"/>
              </a:rPr>
              <a:t>盘块号占：</a:t>
            </a:r>
            <a:r>
              <a:rPr kumimoji="1" lang="en-US" altLang="zh-CN" sz="2000">
                <a:solidFill>
                  <a:srgbClr val="CC0000"/>
                </a:solidFill>
                <a:latin typeface="楷体_GB2312" pitchFamily="49" charset="-122"/>
              </a:rPr>
              <a:t>4B</a:t>
            </a:r>
          </a:p>
        </p:txBody>
      </p:sp>
      <p:sp>
        <p:nvSpPr>
          <p:cNvPr id="54288" name="Text Box 21">
            <a:extLst>
              <a:ext uri="{FF2B5EF4-FFF2-40B4-BE49-F238E27FC236}">
                <a16:creationId xmlns:a16="http://schemas.microsoft.com/office/drawing/2014/main" id="{FACC0658-58DF-ACEA-DAE4-6C32DA5D449A}"/>
              </a:ext>
            </a:extLst>
          </p:cNvPr>
          <p:cNvSpPr txBox="1">
            <a:spLocks noChangeArrowheads="1"/>
          </p:cNvSpPr>
          <p:nvPr/>
        </p:nvSpPr>
        <p:spPr bwMode="auto">
          <a:xfrm>
            <a:off x="4800600" y="5229226"/>
            <a:ext cx="2089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lgn="ctr">
                <a:solidFill>
                  <a:srgbClr val="008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eaLnBrk="1" hangingPunct="1">
              <a:lnSpc>
                <a:spcPct val="100000"/>
              </a:lnSpc>
              <a:spcBef>
                <a:spcPct val="50000"/>
              </a:spcBef>
              <a:buClrTx/>
              <a:buSzPct val="80000"/>
              <a:buFontTx/>
              <a:buNone/>
            </a:pPr>
            <a:r>
              <a:rPr kumimoji="1" lang="zh-CN" altLang="en-US" sz="2000">
                <a:solidFill>
                  <a:srgbClr val="CC0000"/>
                </a:solidFill>
                <a:latin typeface="Times New Roman" panose="02020603050405020304" pitchFamily="18" charset="0"/>
              </a:rPr>
              <a:t>三次间接索引</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内容占位符 2">
            <a:extLst>
              <a:ext uri="{FF2B5EF4-FFF2-40B4-BE49-F238E27FC236}">
                <a16:creationId xmlns:a16="http://schemas.microsoft.com/office/drawing/2014/main" id="{82B9445B-8548-EC5B-44CA-1F49A06940AB}"/>
              </a:ext>
            </a:extLst>
          </p:cNvPr>
          <p:cNvSpPr>
            <a:spLocks noGrp="1"/>
          </p:cNvSpPr>
          <p:nvPr>
            <p:ph idx="4294967295"/>
          </p:nvPr>
        </p:nvSpPr>
        <p:spPr>
          <a:xfrm>
            <a:off x="757237" y="1438275"/>
            <a:ext cx="10677525" cy="4724400"/>
          </a:xfrm>
        </p:spPr>
        <p:txBody>
          <a:bodyPr>
            <a:noAutofit/>
          </a:bodyPr>
          <a:lstStyle/>
          <a:p>
            <a:pPr marL="0" indent="0">
              <a:lnSpc>
                <a:spcPct val="100000"/>
              </a:lnSpc>
              <a:buNone/>
            </a:pPr>
            <a:r>
              <a:rPr lang="en-US" altLang="zh-CN" sz="2400" dirty="0">
                <a:latin typeface="+mn-ea"/>
              </a:rPr>
              <a:t>1</a:t>
            </a:r>
            <a:r>
              <a:rPr lang="zh-CN" altLang="en-US" sz="2400" dirty="0">
                <a:latin typeface="+mn-ea"/>
              </a:rPr>
              <a:t>、</a:t>
            </a:r>
            <a:r>
              <a:rPr lang="en-US" altLang="zh-CN" sz="2400" dirty="0">
                <a:latin typeface="+mn-ea"/>
              </a:rPr>
              <a:t>UNIX</a:t>
            </a:r>
            <a:r>
              <a:rPr lang="zh-CN" altLang="en-US" sz="2400" dirty="0">
                <a:latin typeface="+mn-ea"/>
              </a:rPr>
              <a:t>文件系统采用多级索引结构</a:t>
            </a:r>
            <a:r>
              <a:rPr lang="en-US" altLang="zh-CN" sz="2400" dirty="0">
                <a:latin typeface="+mn-ea"/>
              </a:rPr>
              <a:t>,</a:t>
            </a:r>
            <a:r>
              <a:rPr lang="zh-CN" altLang="en-US" sz="2400" dirty="0">
                <a:latin typeface="+mn-ea"/>
              </a:rPr>
              <a:t>每个文件的索引表为</a:t>
            </a:r>
            <a:r>
              <a:rPr lang="en-US" altLang="zh-CN" sz="2400" dirty="0">
                <a:latin typeface="+mn-ea"/>
              </a:rPr>
              <a:t>13</a:t>
            </a:r>
            <a:r>
              <a:rPr lang="zh-CN" altLang="en-US" sz="2400" dirty="0">
                <a:latin typeface="+mn-ea"/>
              </a:rPr>
              <a:t>个索引项</a:t>
            </a:r>
            <a:r>
              <a:rPr lang="en-US" altLang="zh-CN" sz="2400" dirty="0">
                <a:latin typeface="+mn-ea"/>
              </a:rPr>
              <a:t>,</a:t>
            </a:r>
            <a:r>
              <a:rPr lang="zh-CN" altLang="en-US" sz="2400" dirty="0">
                <a:latin typeface="+mn-ea"/>
              </a:rPr>
              <a:t>每项</a:t>
            </a:r>
            <a:r>
              <a:rPr lang="en-US" altLang="zh-CN" sz="2400" dirty="0">
                <a:latin typeface="+mn-ea"/>
              </a:rPr>
              <a:t>2</a:t>
            </a:r>
            <a:r>
              <a:rPr lang="zh-CN" altLang="en-US" sz="2400" dirty="0">
                <a:latin typeface="+mn-ea"/>
              </a:rPr>
              <a:t>个字节</a:t>
            </a:r>
            <a:r>
              <a:rPr lang="en-US" altLang="zh-CN" sz="2400" dirty="0">
                <a:latin typeface="+mn-ea"/>
              </a:rPr>
              <a:t>.</a:t>
            </a:r>
            <a:br>
              <a:rPr lang="en-US" altLang="zh-CN" sz="2400" dirty="0">
                <a:latin typeface="+mn-ea"/>
              </a:rPr>
            </a:br>
            <a:r>
              <a:rPr lang="en-US" altLang="zh-CN" sz="2400" dirty="0">
                <a:latin typeface="+mn-ea"/>
              </a:rPr>
              <a:t>2</a:t>
            </a:r>
            <a:r>
              <a:rPr lang="zh-CN" altLang="en-US" sz="2400" dirty="0">
                <a:latin typeface="+mn-ea"/>
              </a:rPr>
              <a:t>、前</a:t>
            </a:r>
            <a:r>
              <a:rPr lang="en-US" altLang="zh-CN" sz="2400" dirty="0">
                <a:latin typeface="+mn-ea"/>
              </a:rPr>
              <a:t>10</a:t>
            </a:r>
            <a:r>
              <a:rPr lang="zh-CN" altLang="en-US" sz="2400" dirty="0">
                <a:latin typeface="+mn-ea"/>
              </a:rPr>
              <a:t>个索引项直接存放文件信息的物理块号（</a:t>
            </a:r>
            <a:r>
              <a:rPr lang="zh-CN" altLang="en-US" sz="2400" dirty="0">
                <a:latin typeface="+mn-ea"/>
                <a:hlinkClick r:id="rId2"/>
              </a:rPr>
              <a:t>直接寻址</a:t>
            </a:r>
            <a:r>
              <a:rPr lang="zh-CN" altLang="en-US" sz="2400" dirty="0">
                <a:latin typeface="+mn-ea"/>
              </a:rPr>
              <a:t>）</a:t>
            </a:r>
            <a:r>
              <a:rPr lang="en-US" altLang="zh-CN" sz="2400" dirty="0">
                <a:latin typeface="+mn-ea"/>
              </a:rPr>
              <a:t>,</a:t>
            </a:r>
            <a:r>
              <a:rPr lang="zh-CN" altLang="en-US" sz="2400" dirty="0">
                <a:latin typeface="+mn-ea"/>
              </a:rPr>
              <a:t>最多寻址</a:t>
            </a:r>
            <a:r>
              <a:rPr lang="en-US" altLang="zh-CN" sz="2400" dirty="0">
                <a:latin typeface="+mn-ea"/>
              </a:rPr>
              <a:t>10</a:t>
            </a:r>
            <a:r>
              <a:rPr lang="zh-CN" altLang="en-US" sz="2400" dirty="0">
                <a:latin typeface="+mn-ea"/>
              </a:rPr>
              <a:t>个物理块</a:t>
            </a:r>
            <a:r>
              <a:rPr lang="en-US" altLang="zh-CN" sz="2400" dirty="0">
                <a:latin typeface="+mn-ea"/>
              </a:rPr>
              <a:t>.</a:t>
            </a:r>
            <a:br>
              <a:rPr lang="en-US" altLang="zh-CN" sz="2400" dirty="0">
                <a:latin typeface="+mn-ea"/>
              </a:rPr>
            </a:br>
            <a:r>
              <a:rPr lang="en-US" altLang="zh-CN" sz="2400" dirty="0">
                <a:latin typeface="+mn-ea"/>
              </a:rPr>
              <a:t>3</a:t>
            </a:r>
            <a:r>
              <a:rPr lang="zh-CN" altLang="en-US" sz="2400" dirty="0">
                <a:latin typeface="+mn-ea"/>
              </a:rPr>
              <a:t>、如果文件大于</a:t>
            </a:r>
            <a:r>
              <a:rPr lang="en-US" altLang="zh-CN" sz="2400" dirty="0">
                <a:latin typeface="+mn-ea"/>
              </a:rPr>
              <a:t>10</a:t>
            </a:r>
            <a:r>
              <a:rPr lang="zh-CN" altLang="en-US" sz="2400" dirty="0">
                <a:latin typeface="+mn-ea"/>
              </a:rPr>
              <a:t>块</a:t>
            </a:r>
            <a:r>
              <a:rPr lang="en-US" altLang="zh-CN" sz="2400" dirty="0">
                <a:latin typeface="+mn-ea"/>
              </a:rPr>
              <a:t>,</a:t>
            </a:r>
            <a:r>
              <a:rPr lang="zh-CN" altLang="en-US" sz="2400" dirty="0">
                <a:latin typeface="+mn-ea"/>
              </a:rPr>
              <a:t>则利用第</a:t>
            </a:r>
            <a:r>
              <a:rPr lang="en-US" altLang="zh-CN" sz="2400" dirty="0">
                <a:latin typeface="+mn-ea"/>
              </a:rPr>
              <a:t>11</a:t>
            </a:r>
            <a:r>
              <a:rPr lang="zh-CN" altLang="en-US" sz="2400" dirty="0">
                <a:latin typeface="+mn-ea"/>
              </a:rPr>
              <a:t>项指向一个物理块</a:t>
            </a:r>
            <a:r>
              <a:rPr lang="en-US" altLang="zh-CN" sz="2400" dirty="0">
                <a:latin typeface="+mn-ea"/>
              </a:rPr>
              <a:t>,</a:t>
            </a:r>
            <a:r>
              <a:rPr lang="zh-CN" altLang="en-US" sz="2400" dirty="0">
                <a:latin typeface="+mn-ea"/>
              </a:rPr>
              <a:t>该块中最多可放</a:t>
            </a:r>
            <a:r>
              <a:rPr lang="en-US" altLang="zh-CN" sz="2400" dirty="0">
                <a:latin typeface="+mn-ea"/>
              </a:rPr>
              <a:t>256</a:t>
            </a:r>
            <a:r>
              <a:rPr lang="zh-CN" altLang="en-US" sz="2400" dirty="0">
                <a:latin typeface="+mn-ea"/>
              </a:rPr>
              <a:t>个文件物理块的块号（一次</a:t>
            </a:r>
            <a:r>
              <a:rPr lang="zh-CN" altLang="en-US" sz="2400" dirty="0">
                <a:latin typeface="+mn-ea"/>
                <a:hlinkClick r:id="rId3"/>
              </a:rPr>
              <a:t>间接寻址</a:t>
            </a:r>
            <a:r>
              <a:rPr lang="zh-CN" altLang="en-US" sz="2400" dirty="0">
                <a:latin typeface="+mn-ea"/>
              </a:rPr>
              <a:t>）</a:t>
            </a:r>
            <a:r>
              <a:rPr lang="en-US" altLang="zh-CN" sz="2400" dirty="0">
                <a:latin typeface="+mn-ea"/>
              </a:rPr>
              <a:t>.</a:t>
            </a:r>
            <a:br>
              <a:rPr lang="en-US" altLang="zh-CN" sz="2400" dirty="0">
                <a:latin typeface="+mn-ea"/>
              </a:rPr>
            </a:br>
            <a:r>
              <a:rPr lang="en-US" altLang="zh-CN" sz="2400" dirty="0">
                <a:latin typeface="+mn-ea"/>
              </a:rPr>
              <a:t>4</a:t>
            </a:r>
            <a:r>
              <a:rPr lang="zh-CN" altLang="en-US" sz="2400" dirty="0">
                <a:latin typeface="+mn-ea"/>
              </a:rPr>
              <a:t>、对于更大的文件可利用第</a:t>
            </a:r>
            <a:r>
              <a:rPr lang="en-US" altLang="zh-CN" sz="2400" dirty="0">
                <a:latin typeface="+mn-ea"/>
              </a:rPr>
              <a:t>12</a:t>
            </a:r>
            <a:r>
              <a:rPr lang="zh-CN" altLang="en-US" sz="2400" dirty="0">
                <a:latin typeface="+mn-ea"/>
              </a:rPr>
              <a:t>个索引项（二次</a:t>
            </a:r>
            <a:r>
              <a:rPr lang="zh-CN" altLang="en-US" sz="2400" dirty="0">
                <a:latin typeface="+mn-ea"/>
                <a:hlinkClick r:id="rId3"/>
              </a:rPr>
              <a:t>间接寻址</a:t>
            </a:r>
            <a:r>
              <a:rPr lang="zh-CN" altLang="en-US" sz="2400" dirty="0">
                <a:latin typeface="+mn-ea"/>
              </a:rPr>
              <a:t>）</a:t>
            </a:r>
            <a:r>
              <a:rPr lang="en-US" altLang="zh-CN" sz="2400" dirty="0">
                <a:latin typeface="+mn-ea"/>
              </a:rPr>
              <a:t>,</a:t>
            </a:r>
            <a:r>
              <a:rPr lang="zh-CN" altLang="en-US" sz="2400" dirty="0">
                <a:latin typeface="+mn-ea"/>
              </a:rPr>
              <a:t>最多可寻址</a:t>
            </a:r>
            <a:r>
              <a:rPr lang="en-US" altLang="zh-CN" sz="2400" dirty="0">
                <a:latin typeface="+mn-ea"/>
              </a:rPr>
              <a:t>256*256</a:t>
            </a:r>
            <a:r>
              <a:rPr lang="zh-CN" altLang="en-US" sz="2400" dirty="0">
                <a:latin typeface="+mn-ea"/>
              </a:rPr>
              <a:t>个物理块</a:t>
            </a:r>
            <a:r>
              <a:rPr lang="en-US" altLang="zh-CN" sz="2400" dirty="0">
                <a:latin typeface="+mn-ea"/>
              </a:rPr>
              <a:t>.</a:t>
            </a:r>
            <a:br>
              <a:rPr lang="en-US" altLang="zh-CN" sz="2400" dirty="0">
                <a:latin typeface="+mn-ea"/>
              </a:rPr>
            </a:br>
            <a:r>
              <a:rPr lang="en-US" altLang="zh-CN" sz="2400" dirty="0">
                <a:latin typeface="+mn-ea"/>
              </a:rPr>
              <a:t>5</a:t>
            </a:r>
            <a:r>
              <a:rPr lang="zh-CN" altLang="en-US" sz="2400" dirty="0">
                <a:latin typeface="+mn-ea"/>
              </a:rPr>
              <a:t>、再大的文件可以利用第</a:t>
            </a:r>
            <a:r>
              <a:rPr lang="en-US" altLang="zh-CN" sz="2400" dirty="0">
                <a:latin typeface="+mn-ea"/>
              </a:rPr>
              <a:t>13</a:t>
            </a:r>
            <a:r>
              <a:rPr lang="zh-CN" altLang="en-US" sz="2400" dirty="0">
                <a:latin typeface="+mn-ea"/>
              </a:rPr>
              <a:t>项作三次</a:t>
            </a:r>
            <a:r>
              <a:rPr lang="zh-CN" altLang="en-US" sz="2400" dirty="0">
                <a:latin typeface="+mn-ea"/>
                <a:hlinkClick r:id="rId3"/>
              </a:rPr>
              <a:t>间接寻址</a:t>
            </a:r>
            <a:r>
              <a:rPr lang="en-US" altLang="zh-CN" sz="2400" dirty="0">
                <a:latin typeface="+mn-ea"/>
              </a:rPr>
              <a:t>,</a:t>
            </a:r>
            <a:r>
              <a:rPr lang="zh-CN" altLang="en-US" sz="2400" dirty="0">
                <a:latin typeface="+mn-ea"/>
              </a:rPr>
              <a:t>采用三级索引结构</a:t>
            </a:r>
            <a:r>
              <a:rPr lang="en-US" altLang="zh-CN" sz="2400" dirty="0">
                <a:latin typeface="+mn-ea"/>
              </a:rPr>
              <a:t>,</a:t>
            </a:r>
            <a:r>
              <a:rPr lang="zh-CN" altLang="en-US" sz="2400" dirty="0">
                <a:latin typeface="+mn-ea"/>
              </a:rPr>
              <a:t>文件最大可达</a:t>
            </a:r>
            <a:r>
              <a:rPr lang="en-US" altLang="zh-CN" sz="2400" dirty="0">
                <a:latin typeface="+mn-ea"/>
              </a:rPr>
              <a:t>256*256*256</a:t>
            </a:r>
            <a:r>
              <a:rPr lang="zh-CN" altLang="en-US" sz="2400" dirty="0">
                <a:latin typeface="+mn-ea"/>
              </a:rPr>
              <a:t>个物理块</a:t>
            </a:r>
            <a:r>
              <a:rPr lang="en-US" altLang="zh-CN" sz="2400" dirty="0">
                <a:latin typeface="+mn-ea"/>
              </a:rPr>
              <a:t>.</a:t>
            </a:r>
            <a:endParaRPr lang="zh-CN" altLang="en-US" sz="2400" dirty="0">
              <a:latin typeface="+mn-ea"/>
            </a:endParaRPr>
          </a:p>
        </p:txBody>
      </p:sp>
      <p:sp>
        <p:nvSpPr>
          <p:cNvPr id="55299" name="灯片编号占位符 3">
            <a:extLst>
              <a:ext uri="{FF2B5EF4-FFF2-40B4-BE49-F238E27FC236}">
                <a16:creationId xmlns:a16="http://schemas.microsoft.com/office/drawing/2014/main" id="{DA976505-DD40-38FD-EB32-A07AA992BA79}"/>
              </a:ext>
            </a:extLst>
          </p:cNvPr>
          <p:cNvSpPr>
            <a:spLocks noGrp="1"/>
          </p:cNvSpPr>
          <p:nvPr>
            <p:ph type="sldNum" sz="quarter" idx="4294967295"/>
          </p:nvPr>
        </p:nvSpPr>
        <p:spPr>
          <a:xfrm>
            <a:off x="9448800" y="6356350"/>
            <a:ext cx="2743200" cy="365125"/>
          </a:xfrm>
          <a:noFill/>
        </p:spPr>
        <p:txBody>
          <a:bodyP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a:lnSpc>
                <a:spcPct val="100000"/>
              </a:lnSpc>
              <a:spcBef>
                <a:spcPct val="0"/>
              </a:spcBef>
              <a:buClrTx/>
              <a:buSzTx/>
              <a:buFontTx/>
              <a:buNone/>
            </a:pPr>
            <a:fld id="{F46BCA90-C7BA-4340-BD20-F55D01C5EB03}" type="slidenum">
              <a:rPr lang="en-US" altLang="zh-CN" sz="1400">
                <a:solidFill>
                  <a:schemeClr val="tx1"/>
                </a:solidFill>
                <a:ea typeface="宋体" panose="02010600030101010101" pitchFamily="2" charset="-122"/>
              </a:rPr>
              <a:pPr>
                <a:lnSpc>
                  <a:spcPct val="100000"/>
                </a:lnSpc>
                <a:spcBef>
                  <a:spcPct val="0"/>
                </a:spcBef>
                <a:buClrTx/>
                <a:buSzTx/>
                <a:buFontTx/>
                <a:buNone/>
              </a:pPr>
              <a:t>18</a:t>
            </a:fld>
            <a:endParaRPr lang="en-US" altLang="zh-CN" sz="1400">
              <a:solidFill>
                <a:schemeClr val="tx1"/>
              </a:solidFill>
              <a:ea typeface="宋体" panose="02010600030101010101" pitchFamily="2"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灯片编号占位符 3">
            <a:extLst>
              <a:ext uri="{FF2B5EF4-FFF2-40B4-BE49-F238E27FC236}">
                <a16:creationId xmlns:a16="http://schemas.microsoft.com/office/drawing/2014/main" id="{5E92C3DE-CE55-BD50-BDA7-13A2242A4E69}"/>
              </a:ext>
            </a:extLst>
          </p:cNvPr>
          <p:cNvSpPr>
            <a:spLocks noGrp="1"/>
          </p:cNvSpPr>
          <p:nvPr>
            <p:ph type="sldNum" sz="quarter" idx="4294967295"/>
          </p:nvPr>
        </p:nvSpPr>
        <p:spPr>
          <a:xfrm>
            <a:off x="9448800" y="6356350"/>
            <a:ext cx="2743200" cy="365125"/>
          </a:xfrm>
          <a:noFill/>
        </p:spPr>
        <p:txBody>
          <a:bodyP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a:lnSpc>
                <a:spcPct val="100000"/>
              </a:lnSpc>
              <a:spcBef>
                <a:spcPct val="0"/>
              </a:spcBef>
              <a:buClrTx/>
              <a:buSzTx/>
              <a:buFontTx/>
              <a:buNone/>
            </a:pPr>
            <a:fld id="{573B048C-B6D9-462E-8AAB-D6EB93C6AD57}" type="slidenum">
              <a:rPr lang="en-US" altLang="zh-CN" sz="1400">
                <a:solidFill>
                  <a:schemeClr val="tx1"/>
                </a:solidFill>
                <a:ea typeface="宋体" panose="02010600030101010101" pitchFamily="2" charset="-122"/>
              </a:rPr>
              <a:pPr>
                <a:lnSpc>
                  <a:spcPct val="100000"/>
                </a:lnSpc>
                <a:spcBef>
                  <a:spcPct val="0"/>
                </a:spcBef>
                <a:buClrTx/>
                <a:buSzTx/>
                <a:buFontTx/>
                <a:buNone/>
              </a:pPr>
              <a:t>19</a:t>
            </a:fld>
            <a:endParaRPr lang="en-US" altLang="zh-CN" sz="1400">
              <a:solidFill>
                <a:schemeClr val="tx1"/>
              </a:solidFill>
              <a:ea typeface="宋体" panose="02010600030101010101" pitchFamily="2" charset="-122"/>
            </a:endParaRPr>
          </a:p>
        </p:txBody>
      </p:sp>
      <p:sp>
        <p:nvSpPr>
          <p:cNvPr id="440322" name="Rectangle 2">
            <a:extLst>
              <a:ext uri="{FF2B5EF4-FFF2-40B4-BE49-F238E27FC236}">
                <a16:creationId xmlns:a16="http://schemas.microsoft.com/office/drawing/2014/main" id="{403BA9BC-AB7B-D685-CC8C-8581FC530CB8}"/>
              </a:ext>
            </a:extLst>
          </p:cNvPr>
          <p:cNvSpPr>
            <a:spLocks noChangeArrowheads="1"/>
          </p:cNvSpPr>
          <p:nvPr/>
        </p:nvSpPr>
        <p:spPr bwMode="auto">
          <a:xfrm>
            <a:off x="3192463" y="111125"/>
            <a:ext cx="4698722"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eaLnBrk="1" hangingPunct="1">
              <a:lnSpc>
                <a:spcPct val="100000"/>
              </a:lnSpc>
              <a:spcBef>
                <a:spcPct val="0"/>
              </a:spcBef>
              <a:buClrTx/>
              <a:buSzTx/>
              <a:buFontTx/>
              <a:buNone/>
            </a:pPr>
            <a:r>
              <a:rPr lang="en-US" altLang="zh-CN" dirty="0">
                <a:solidFill>
                  <a:srgbClr val="9900CC"/>
                </a:solidFill>
                <a:latin typeface="隶书" panose="02010509060101010101" pitchFamily="49" charset="-122"/>
                <a:ea typeface="隶书" panose="02010509060101010101" pitchFamily="49" charset="-122"/>
              </a:rPr>
              <a:t>9.2 </a:t>
            </a:r>
            <a:r>
              <a:rPr lang="zh-CN" altLang="en-US" dirty="0">
                <a:solidFill>
                  <a:srgbClr val="9900CC"/>
                </a:solidFill>
                <a:latin typeface="隶书" panose="02010509060101010101" pitchFamily="49" charset="-122"/>
                <a:ea typeface="隶书" panose="02010509060101010101" pitchFamily="49" charset="-122"/>
              </a:rPr>
              <a:t>文件存储空间的管理</a:t>
            </a:r>
          </a:p>
        </p:txBody>
      </p:sp>
      <p:sp>
        <p:nvSpPr>
          <p:cNvPr id="440323" name="Rectangle 3">
            <a:extLst>
              <a:ext uri="{FF2B5EF4-FFF2-40B4-BE49-F238E27FC236}">
                <a16:creationId xmlns:a16="http://schemas.microsoft.com/office/drawing/2014/main" id="{0DA9E409-A225-7D3C-B7E2-3F5221AE85EB}"/>
              </a:ext>
            </a:extLst>
          </p:cNvPr>
          <p:cNvSpPr>
            <a:spLocks noChangeArrowheads="1"/>
          </p:cNvSpPr>
          <p:nvPr/>
        </p:nvSpPr>
        <p:spPr bwMode="auto">
          <a:xfrm>
            <a:off x="1095376" y="1460501"/>
            <a:ext cx="9010649" cy="1552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eaLnBrk="1" hangingPunct="1">
              <a:buClrTx/>
              <a:buSzTx/>
              <a:buFontTx/>
              <a:buNone/>
            </a:pPr>
            <a:r>
              <a:rPr kumimoji="1" lang="en-US" altLang="zh-CN" sz="2400" dirty="0">
                <a:latin typeface="Times New Roman" panose="02020603050405020304" pitchFamily="18" charset="0"/>
              </a:rPr>
              <a:t>      </a:t>
            </a:r>
            <a:r>
              <a:rPr kumimoji="1" lang="zh-CN" altLang="en-US" sz="2400" dirty="0">
                <a:latin typeface="Times New Roman" panose="02020603050405020304" pitchFamily="18" charset="0"/>
              </a:rPr>
              <a:t>在创建一个文件时，存储空间的分配，有两种方案：</a:t>
            </a:r>
          </a:p>
          <a:p>
            <a:pPr eaLnBrk="1" hangingPunct="1">
              <a:buClrTx/>
              <a:buSzTx/>
              <a:buFontTx/>
              <a:buNone/>
            </a:pPr>
            <a:r>
              <a:rPr kumimoji="1" lang="zh-CN" altLang="en-US" sz="2400" dirty="0">
                <a:latin typeface="Times New Roman" panose="02020603050405020304" pitchFamily="18" charset="0"/>
              </a:rPr>
              <a:t>       </a:t>
            </a:r>
            <a:r>
              <a:rPr kumimoji="1" lang="en-US" altLang="zh-CN" sz="2400" dirty="0">
                <a:latin typeface="Times New Roman" panose="02020603050405020304" pitchFamily="18" charset="0"/>
              </a:rPr>
              <a:t>1</a:t>
            </a:r>
            <a:r>
              <a:rPr kumimoji="1" lang="zh-CN" altLang="en-US" sz="2400" dirty="0">
                <a:latin typeface="Times New Roman" panose="02020603050405020304" pitchFamily="18" charset="0"/>
              </a:rPr>
              <a:t>）分配连续的区域；</a:t>
            </a:r>
          </a:p>
          <a:p>
            <a:pPr eaLnBrk="1" hangingPunct="1">
              <a:buClrTx/>
              <a:buSzTx/>
              <a:buFontTx/>
              <a:buNone/>
            </a:pPr>
            <a:r>
              <a:rPr kumimoji="1" lang="zh-CN" altLang="en-US" sz="2400" dirty="0">
                <a:latin typeface="Times New Roman" panose="02020603050405020304" pitchFamily="18" charset="0"/>
              </a:rPr>
              <a:t>       </a:t>
            </a:r>
            <a:r>
              <a:rPr kumimoji="1" lang="en-US" altLang="zh-CN" sz="2400" dirty="0">
                <a:latin typeface="Times New Roman" panose="02020603050405020304" pitchFamily="18" charset="0"/>
              </a:rPr>
              <a:t>2</a:t>
            </a:r>
            <a:r>
              <a:rPr kumimoji="1" lang="zh-CN" altLang="en-US" sz="2400" dirty="0">
                <a:latin typeface="Times New Roman" panose="02020603050405020304" pitchFamily="18" charset="0"/>
              </a:rPr>
              <a:t>）分配不连续的物理块。</a:t>
            </a:r>
          </a:p>
        </p:txBody>
      </p:sp>
      <p:sp>
        <p:nvSpPr>
          <p:cNvPr id="440324" name="Rectangle 4">
            <a:extLst>
              <a:ext uri="{FF2B5EF4-FFF2-40B4-BE49-F238E27FC236}">
                <a16:creationId xmlns:a16="http://schemas.microsoft.com/office/drawing/2014/main" id="{D68ABE09-19B7-88A5-1340-63485D1FA87B}"/>
              </a:ext>
            </a:extLst>
          </p:cNvPr>
          <p:cNvSpPr>
            <a:spLocks noChangeArrowheads="1"/>
          </p:cNvSpPr>
          <p:nvPr/>
        </p:nvSpPr>
        <p:spPr bwMode="auto">
          <a:xfrm>
            <a:off x="1230314" y="3076579"/>
            <a:ext cx="7921625" cy="5111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indent="333375">
              <a:lnSpc>
                <a:spcPct val="120000"/>
              </a:lnSpc>
              <a:spcBef>
                <a:spcPct val="20000"/>
              </a:spcBef>
              <a:buClr>
                <a:schemeClr val="hlink"/>
              </a:buClr>
              <a:buSzPct val="70000"/>
              <a:buFont typeface="Wingdings" panose="05000000000000000000" pitchFamily="2" charset="2"/>
              <a:buChar char="v"/>
              <a:tabLst>
                <a:tab pos="333375" algn="l"/>
              </a:tabLst>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tabLst>
                <a:tab pos="333375" algn="l"/>
              </a:tabLst>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tabLst>
                <a:tab pos="333375" algn="l"/>
              </a:tabLst>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tabLst>
                <a:tab pos="333375" algn="l"/>
              </a:tabLst>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tabLst>
                <a:tab pos="333375" algn="l"/>
              </a:tabLst>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tabLst>
                <a:tab pos="333375" algn="l"/>
              </a:tabLst>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tabLst>
                <a:tab pos="333375" algn="l"/>
              </a:tabLst>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tabLst>
                <a:tab pos="333375" algn="l"/>
              </a:tabLst>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tabLst>
                <a:tab pos="333375" algn="l"/>
              </a:tabLst>
              <a:defRPr sz="2000">
                <a:solidFill>
                  <a:schemeClr val="tx1"/>
                </a:solidFill>
                <a:latin typeface="Arial" panose="020B0604020202020204" pitchFamily="34" charset="0"/>
                <a:ea typeface="隶书" panose="02010509060101010101" pitchFamily="49" charset="-122"/>
              </a:defRPr>
            </a:lvl9pPr>
          </a:lstStyle>
          <a:p>
            <a:pPr eaLnBrk="1" hangingPunct="1">
              <a:lnSpc>
                <a:spcPct val="125000"/>
              </a:lnSpc>
              <a:spcBef>
                <a:spcPct val="0"/>
              </a:spcBef>
              <a:buClrTx/>
              <a:buSzTx/>
              <a:buFontTx/>
              <a:buNone/>
            </a:pPr>
            <a:r>
              <a:rPr lang="zh-CN" altLang="en-US" sz="2400"/>
              <a:t>文件存储空间的管理包括：空闲块的组织、分配与回收。</a:t>
            </a:r>
          </a:p>
        </p:txBody>
      </p:sp>
      <p:sp>
        <p:nvSpPr>
          <p:cNvPr id="440325" name="Rectangle 5">
            <a:extLst>
              <a:ext uri="{FF2B5EF4-FFF2-40B4-BE49-F238E27FC236}">
                <a16:creationId xmlns:a16="http://schemas.microsoft.com/office/drawing/2014/main" id="{F3E58D65-42D9-0C71-FB42-76DDA654C6DE}"/>
              </a:ext>
            </a:extLst>
          </p:cNvPr>
          <p:cNvSpPr>
            <a:spLocks noChangeArrowheads="1"/>
          </p:cNvSpPr>
          <p:nvPr/>
        </p:nvSpPr>
        <p:spPr bwMode="auto">
          <a:xfrm>
            <a:off x="1268414" y="3752851"/>
            <a:ext cx="7883525"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indent="333375">
              <a:lnSpc>
                <a:spcPct val="120000"/>
              </a:lnSpc>
              <a:spcBef>
                <a:spcPct val="20000"/>
              </a:spcBef>
              <a:buClr>
                <a:schemeClr val="hlink"/>
              </a:buClr>
              <a:buSzPct val="70000"/>
              <a:buFont typeface="Wingdings" panose="05000000000000000000" pitchFamily="2" charset="2"/>
              <a:buChar char="v"/>
              <a:tabLst>
                <a:tab pos="333375" algn="l"/>
              </a:tabLst>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tabLst>
                <a:tab pos="333375" algn="l"/>
              </a:tabLst>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tabLst>
                <a:tab pos="333375" algn="l"/>
              </a:tabLst>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tabLst>
                <a:tab pos="333375" algn="l"/>
              </a:tabLst>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tabLst>
                <a:tab pos="333375" algn="l"/>
              </a:tabLst>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tabLst>
                <a:tab pos="333375" algn="l"/>
              </a:tabLst>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tabLst>
                <a:tab pos="333375" algn="l"/>
              </a:tabLst>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tabLst>
                <a:tab pos="333375" algn="l"/>
              </a:tabLst>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tabLst>
                <a:tab pos="333375" algn="l"/>
              </a:tabLst>
              <a:defRPr sz="2000">
                <a:solidFill>
                  <a:schemeClr val="tx1"/>
                </a:solidFill>
                <a:latin typeface="Arial" panose="020B0604020202020204" pitchFamily="34" charset="0"/>
                <a:ea typeface="隶书" panose="02010509060101010101" pitchFamily="49" charset="-122"/>
              </a:defRPr>
            </a:lvl9pPr>
          </a:lstStyle>
          <a:p>
            <a:pPr eaLnBrk="1" hangingPunct="1">
              <a:lnSpc>
                <a:spcPct val="125000"/>
              </a:lnSpc>
              <a:spcBef>
                <a:spcPct val="0"/>
              </a:spcBef>
              <a:buClrTx/>
              <a:buSzTx/>
              <a:buFontTx/>
              <a:buNone/>
            </a:pPr>
            <a:r>
              <a:rPr lang="zh-CN" altLang="en-US" sz="2400" dirty="0">
                <a:solidFill>
                  <a:srgbClr val="990000"/>
                </a:solidFill>
              </a:rPr>
              <a:t>常见的空闲块管理方法有</a:t>
            </a:r>
            <a:r>
              <a:rPr lang="zh-CN" altLang="en-US" sz="2400" dirty="0"/>
              <a:t>：空白</a:t>
            </a:r>
            <a:r>
              <a:rPr lang="en-US" altLang="zh-CN" sz="2400" dirty="0">
                <a:latin typeface="楷体_GB2312" pitchFamily="49" charset="-122"/>
              </a:rPr>
              <a:t>(</a:t>
            </a:r>
            <a:r>
              <a:rPr lang="zh-CN" altLang="en-US" sz="2400" dirty="0">
                <a:latin typeface="楷体_GB2312" pitchFamily="49" charset="-122"/>
              </a:rPr>
              <a:t>闲</a:t>
            </a:r>
            <a:r>
              <a:rPr lang="en-US" altLang="zh-CN" sz="2400" dirty="0">
                <a:latin typeface="楷体_GB2312" pitchFamily="49" charset="-122"/>
              </a:rPr>
              <a:t>)</a:t>
            </a:r>
            <a:r>
              <a:rPr lang="zh-CN" altLang="en-US" sz="2400" dirty="0"/>
              <a:t>文件目录、空闲块链和位示图。</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40322"/>
                                        </p:tgtEl>
                                        <p:attrNameLst>
                                          <p:attrName>style.visibility</p:attrName>
                                        </p:attrNameLst>
                                      </p:cBhvr>
                                      <p:to>
                                        <p:strVal val="visible"/>
                                      </p:to>
                                    </p:set>
                                    <p:anim calcmode="lin" valueType="num">
                                      <p:cBhvr additive="base">
                                        <p:cTn id="7" dur="500" fill="hold"/>
                                        <p:tgtEl>
                                          <p:spTgt spid="440322"/>
                                        </p:tgtEl>
                                        <p:attrNameLst>
                                          <p:attrName>ppt_x</p:attrName>
                                        </p:attrNameLst>
                                      </p:cBhvr>
                                      <p:tavLst>
                                        <p:tav tm="0">
                                          <p:val>
                                            <p:strVal val="0-#ppt_w/2"/>
                                          </p:val>
                                        </p:tav>
                                        <p:tav tm="100000">
                                          <p:val>
                                            <p:strVal val="#ppt_x"/>
                                          </p:val>
                                        </p:tav>
                                      </p:tavLst>
                                    </p:anim>
                                    <p:anim calcmode="lin" valueType="num">
                                      <p:cBhvr additive="base">
                                        <p:cTn id="8" dur="500" fill="hold"/>
                                        <p:tgtEl>
                                          <p:spTgt spid="440322"/>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440323">
                                            <p:txEl>
                                              <p:pRg st="0" end="0"/>
                                            </p:txEl>
                                          </p:spTgt>
                                        </p:tgtEl>
                                        <p:attrNameLst>
                                          <p:attrName>style.visibility</p:attrName>
                                        </p:attrNameLst>
                                      </p:cBhvr>
                                      <p:to>
                                        <p:strVal val="visible"/>
                                      </p:to>
                                    </p:set>
                                    <p:anim calcmode="lin" valueType="num">
                                      <p:cBhvr additive="base">
                                        <p:cTn id="13" dur="500" fill="hold"/>
                                        <p:tgtEl>
                                          <p:spTgt spid="440323">
                                            <p:txEl>
                                              <p:pRg st="0" end="0"/>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44032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440323">
                                            <p:txEl>
                                              <p:pRg st="1" end="1"/>
                                            </p:txEl>
                                          </p:spTgt>
                                        </p:tgtEl>
                                        <p:attrNameLst>
                                          <p:attrName>style.visibility</p:attrName>
                                        </p:attrNameLst>
                                      </p:cBhvr>
                                      <p:to>
                                        <p:strVal val="visible"/>
                                      </p:to>
                                    </p:set>
                                    <p:anim calcmode="lin" valueType="num">
                                      <p:cBhvr additive="base">
                                        <p:cTn id="19" dur="500" fill="hold"/>
                                        <p:tgtEl>
                                          <p:spTgt spid="440323">
                                            <p:txEl>
                                              <p:pRg st="1" end="1"/>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44032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440323">
                                            <p:txEl>
                                              <p:pRg st="2" end="2"/>
                                            </p:txEl>
                                          </p:spTgt>
                                        </p:tgtEl>
                                        <p:attrNameLst>
                                          <p:attrName>style.visibility</p:attrName>
                                        </p:attrNameLst>
                                      </p:cBhvr>
                                      <p:to>
                                        <p:strVal val="visible"/>
                                      </p:to>
                                    </p:set>
                                    <p:anim calcmode="lin" valueType="num">
                                      <p:cBhvr additive="base">
                                        <p:cTn id="25" dur="500" fill="hold"/>
                                        <p:tgtEl>
                                          <p:spTgt spid="440323">
                                            <p:txEl>
                                              <p:pRg st="2" end="2"/>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44032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440324"/>
                                        </p:tgtEl>
                                        <p:attrNameLst>
                                          <p:attrName>style.visibility</p:attrName>
                                        </p:attrNameLst>
                                      </p:cBhvr>
                                      <p:to>
                                        <p:strVal val="visible"/>
                                      </p:to>
                                    </p:set>
                                    <p:anim calcmode="lin" valueType="num">
                                      <p:cBhvr additive="base">
                                        <p:cTn id="31" dur="500" fill="hold"/>
                                        <p:tgtEl>
                                          <p:spTgt spid="440324"/>
                                        </p:tgtEl>
                                        <p:attrNameLst>
                                          <p:attrName>ppt_x</p:attrName>
                                        </p:attrNameLst>
                                      </p:cBhvr>
                                      <p:tavLst>
                                        <p:tav tm="0">
                                          <p:val>
                                            <p:strVal val="0-#ppt_w/2"/>
                                          </p:val>
                                        </p:tav>
                                        <p:tav tm="100000">
                                          <p:val>
                                            <p:strVal val="#ppt_x"/>
                                          </p:val>
                                        </p:tav>
                                      </p:tavLst>
                                    </p:anim>
                                    <p:anim calcmode="lin" valueType="num">
                                      <p:cBhvr additive="base">
                                        <p:cTn id="32" dur="500" fill="hold"/>
                                        <p:tgtEl>
                                          <p:spTgt spid="440324"/>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440325"/>
                                        </p:tgtEl>
                                        <p:attrNameLst>
                                          <p:attrName>style.visibility</p:attrName>
                                        </p:attrNameLst>
                                      </p:cBhvr>
                                      <p:to>
                                        <p:strVal val="visible"/>
                                      </p:to>
                                    </p:set>
                                    <p:anim calcmode="lin" valueType="num">
                                      <p:cBhvr additive="base">
                                        <p:cTn id="37" dur="500" fill="hold"/>
                                        <p:tgtEl>
                                          <p:spTgt spid="440325"/>
                                        </p:tgtEl>
                                        <p:attrNameLst>
                                          <p:attrName>ppt_x</p:attrName>
                                        </p:attrNameLst>
                                      </p:cBhvr>
                                      <p:tavLst>
                                        <p:tav tm="0">
                                          <p:val>
                                            <p:strVal val="0-#ppt_w/2"/>
                                          </p:val>
                                        </p:tav>
                                        <p:tav tm="100000">
                                          <p:val>
                                            <p:strVal val="#ppt_x"/>
                                          </p:val>
                                        </p:tav>
                                      </p:tavLst>
                                    </p:anim>
                                    <p:anim calcmode="lin" valueType="num">
                                      <p:cBhvr additive="base">
                                        <p:cTn id="38" dur="500" fill="hold"/>
                                        <p:tgtEl>
                                          <p:spTgt spid="44032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322" grpId="0" autoUpdateAnimBg="0"/>
      <p:bldP spid="440323" grpId="0" build="p" autoUpdateAnimBg="0"/>
      <p:bldP spid="440324" grpId="0" autoUpdateAnimBg="0"/>
      <p:bldP spid="440325" grpId="0"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灯片编号占位符 3">
            <a:extLst>
              <a:ext uri="{FF2B5EF4-FFF2-40B4-BE49-F238E27FC236}">
                <a16:creationId xmlns:a16="http://schemas.microsoft.com/office/drawing/2014/main" id="{B4EF66B8-982B-BB4F-9F80-AE05AA5D7513}"/>
              </a:ext>
            </a:extLst>
          </p:cNvPr>
          <p:cNvSpPr>
            <a:spLocks noGrp="1"/>
          </p:cNvSpPr>
          <p:nvPr>
            <p:ph type="sldNum" sz="quarter" idx="4294967295"/>
          </p:nvPr>
        </p:nvSpPr>
        <p:spPr>
          <a:xfrm>
            <a:off x="9448800" y="6356350"/>
            <a:ext cx="2743200" cy="365125"/>
          </a:xfrm>
          <a:noFill/>
        </p:spPr>
        <p:txBody>
          <a:bodyP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a:lnSpc>
                <a:spcPct val="100000"/>
              </a:lnSpc>
              <a:spcBef>
                <a:spcPct val="0"/>
              </a:spcBef>
              <a:buClrTx/>
              <a:buSzTx/>
              <a:buFontTx/>
              <a:buNone/>
            </a:pPr>
            <a:fld id="{6CB3206C-61BE-4DD5-9A59-CD9B7F8F3E06}" type="slidenum">
              <a:rPr lang="en-US" altLang="zh-CN" sz="1400">
                <a:solidFill>
                  <a:schemeClr val="tx1"/>
                </a:solidFill>
                <a:ea typeface="宋体" panose="02010600030101010101" pitchFamily="2" charset="-122"/>
              </a:rPr>
              <a:pPr>
                <a:lnSpc>
                  <a:spcPct val="100000"/>
                </a:lnSpc>
                <a:spcBef>
                  <a:spcPct val="0"/>
                </a:spcBef>
                <a:buClrTx/>
                <a:buSzTx/>
                <a:buFontTx/>
                <a:buNone/>
              </a:pPr>
              <a:t>20</a:t>
            </a:fld>
            <a:endParaRPr lang="en-US" altLang="zh-CN" sz="1400">
              <a:solidFill>
                <a:schemeClr val="tx1"/>
              </a:solidFill>
              <a:ea typeface="宋体" panose="02010600030101010101" pitchFamily="2" charset="-122"/>
            </a:endParaRPr>
          </a:p>
        </p:txBody>
      </p:sp>
      <p:sp>
        <p:nvSpPr>
          <p:cNvPr id="408578" name="Rectangle 2">
            <a:extLst>
              <a:ext uri="{FF2B5EF4-FFF2-40B4-BE49-F238E27FC236}">
                <a16:creationId xmlns:a16="http://schemas.microsoft.com/office/drawing/2014/main" id="{5355E1B0-40AB-DE69-7852-50C16EF6F52F}"/>
              </a:ext>
            </a:extLst>
          </p:cNvPr>
          <p:cNvSpPr>
            <a:spLocks noChangeArrowheads="1"/>
          </p:cNvSpPr>
          <p:nvPr/>
        </p:nvSpPr>
        <p:spPr bwMode="auto">
          <a:xfrm>
            <a:off x="1379538" y="1119770"/>
            <a:ext cx="8229600" cy="2282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eaLnBrk="1" hangingPunct="1">
              <a:buClrTx/>
              <a:buSzTx/>
              <a:buFontTx/>
              <a:buNone/>
            </a:pPr>
            <a:r>
              <a:rPr kumimoji="1" lang="en-US" altLang="zh-CN" sz="2400" dirty="0"/>
              <a:t>        </a:t>
            </a:r>
            <a:r>
              <a:rPr kumimoji="1" lang="zh-CN" altLang="en-US" sz="2400" dirty="0"/>
              <a:t>将文件存储设备上的每个</a:t>
            </a:r>
            <a:r>
              <a:rPr kumimoji="1" lang="zh-CN" altLang="en-US" sz="2400" dirty="0">
                <a:solidFill>
                  <a:srgbClr val="05A714"/>
                </a:solidFill>
              </a:rPr>
              <a:t>由多个连续的空闲块组成的空闲区</a:t>
            </a:r>
            <a:r>
              <a:rPr kumimoji="1" lang="zh-CN" altLang="en-US" sz="2400" dirty="0"/>
              <a:t>看作一个</a:t>
            </a:r>
            <a:r>
              <a:rPr kumimoji="1" lang="zh-CN" altLang="en-US" sz="2400" dirty="0">
                <a:solidFill>
                  <a:srgbClr val="9900CC"/>
                </a:solidFill>
              </a:rPr>
              <a:t>空闲文件</a:t>
            </a:r>
            <a:r>
              <a:rPr kumimoji="1" lang="zh-CN" altLang="en-US" sz="2400" dirty="0"/>
              <a:t>，系统为所有的空闲文件单独建立一个目录称为</a:t>
            </a:r>
            <a:r>
              <a:rPr kumimoji="1" lang="zh-CN" altLang="en-US" sz="2400" dirty="0">
                <a:solidFill>
                  <a:srgbClr val="9900CC"/>
                </a:solidFill>
              </a:rPr>
              <a:t>空闲文件目录</a:t>
            </a:r>
            <a:r>
              <a:rPr kumimoji="1" lang="zh-CN" altLang="en-US" sz="2400" dirty="0"/>
              <a:t>，每个空闲文件在这个目录中占一个表目，记录了空闲文件的第一个空闲块的块号和空闲块的数目 </a:t>
            </a:r>
            <a:r>
              <a:rPr kumimoji="1" lang="zh-CN" altLang="en-US" sz="2400" dirty="0">
                <a:latin typeface="Times New Roman" panose="02020603050405020304" pitchFamily="18" charset="0"/>
              </a:rPr>
              <a:t>。</a:t>
            </a:r>
          </a:p>
        </p:txBody>
      </p:sp>
      <p:sp>
        <p:nvSpPr>
          <p:cNvPr id="408579" name="Rectangle 3">
            <a:extLst>
              <a:ext uri="{FF2B5EF4-FFF2-40B4-BE49-F238E27FC236}">
                <a16:creationId xmlns:a16="http://schemas.microsoft.com/office/drawing/2014/main" id="{645315EB-3F51-FB4B-D537-02D655FCF3DC}"/>
              </a:ext>
            </a:extLst>
          </p:cNvPr>
          <p:cNvSpPr>
            <a:spLocks noChangeArrowheads="1"/>
          </p:cNvSpPr>
          <p:nvPr/>
        </p:nvSpPr>
        <p:spPr bwMode="auto">
          <a:xfrm>
            <a:off x="1379538" y="317554"/>
            <a:ext cx="4248150" cy="57943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eaLnBrk="1" hangingPunct="1">
              <a:lnSpc>
                <a:spcPct val="100000"/>
              </a:lnSpc>
              <a:spcBef>
                <a:spcPct val="0"/>
              </a:spcBef>
              <a:buClrTx/>
              <a:buSzTx/>
              <a:buFontTx/>
              <a:buNone/>
            </a:pPr>
            <a:r>
              <a:rPr kumimoji="1" lang="zh-CN" altLang="en-US" dirty="0">
                <a:solidFill>
                  <a:srgbClr val="000000"/>
                </a:solidFill>
                <a:latin typeface="隶书" panose="02010509060101010101" pitchFamily="49" charset="-122"/>
                <a:ea typeface="隶书" panose="02010509060101010101" pitchFamily="49" charset="-122"/>
              </a:rPr>
              <a:t>一、空白</a:t>
            </a:r>
            <a:r>
              <a:rPr kumimoji="1" lang="en-US" altLang="zh-CN" dirty="0">
                <a:solidFill>
                  <a:srgbClr val="000000"/>
                </a:solidFill>
                <a:latin typeface="隶书" panose="02010509060101010101" pitchFamily="49" charset="-122"/>
                <a:ea typeface="隶书" panose="02010509060101010101" pitchFamily="49" charset="-122"/>
              </a:rPr>
              <a:t>(</a:t>
            </a:r>
            <a:r>
              <a:rPr kumimoji="1" lang="zh-CN" altLang="en-US" dirty="0">
                <a:solidFill>
                  <a:srgbClr val="000000"/>
                </a:solidFill>
                <a:latin typeface="隶书" panose="02010509060101010101" pitchFamily="49" charset="-122"/>
                <a:ea typeface="隶书" panose="02010509060101010101" pitchFamily="49" charset="-122"/>
              </a:rPr>
              <a:t>闲</a:t>
            </a:r>
            <a:r>
              <a:rPr kumimoji="1" lang="en-US" altLang="zh-CN" dirty="0">
                <a:solidFill>
                  <a:srgbClr val="000000"/>
                </a:solidFill>
                <a:latin typeface="隶书" panose="02010509060101010101" pitchFamily="49" charset="-122"/>
                <a:ea typeface="隶书" panose="02010509060101010101" pitchFamily="49" charset="-122"/>
              </a:rPr>
              <a:t>)</a:t>
            </a:r>
            <a:r>
              <a:rPr kumimoji="1" lang="zh-CN" altLang="en-US" dirty="0">
                <a:solidFill>
                  <a:srgbClr val="000000"/>
                </a:solidFill>
                <a:latin typeface="隶书" panose="02010509060101010101" pitchFamily="49" charset="-122"/>
                <a:ea typeface="隶书" panose="02010509060101010101" pitchFamily="49" charset="-122"/>
              </a:rPr>
              <a:t>文件目录</a:t>
            </a:r>
          </a:p>
        </p:txBody>
      </p:sp>
      <p:grpSp>
        <p:nvGrpSpPr>
          <p:cNvPr id="408580" name="Group 4">
            <a:extLst>
              <a:ext uri="{FF2B5EF4-FFF2-40B4-BE49-F238E27FC236}">
                <a16:creationId xmlns:a16="http://schemas.microsoft.com/office/drawing/2014/main" id="{F0B6341E-18A4-66A6-86F6-D846215FBFC4}"/>
              </a:ext>
            </a:extLst>
          </p:cNvPr>
          <p:cNvGrpSpPr>
            <a:grpSpLocks/>
          </p:cNvGrpSpPr>
          <p:nvPr/>
        </p:nvGrpSpPr>
        <p:grpSpPr bwMode="auto">
          <a:xfrm>
            <a:off x="1665288" y="3506564"/>
            <a:ext cx="7924800" cy="3214911"/>
            <a:chOff x="528" y="1632"/>
            <a:chExt cx="4992" cy="2579"/>
          </a:xfrm>
        </p:grpSpPr>
        <p:grpSp>
          <p:nvGrpSpPr>
            <p:cNvPr id="57350" name="Group 5">
              <a:extLst>
                <a:ext uri="{FF2B5EF4-FFF2-40B4-BE49-F238E27FC236}">
                  <a16:creationId xmlns:a16="http://schemas.microsoft.com/office/drawing/2014/main" id="{66CB5E9E-6DDE-116E-F028-210EE86FB75B}"/>
                </a:ext>
              </a:extLst>
            </p:cNvPr>
            <p:cNvGrpSpPr>
              <a:grpSpLocks/>
            </p:cNvGrpSpPr>
            <p:nvPr/>
          </p:nvGrpSpPr>
          <p:grpSpPr bwMode="auto">
            <a:xfrm>
              <a:off x="528" y="1632"/>
              <a:ext cx="4992" cy="2496"/>
              <a:chOff x="576" y="1584"/>
              <a:chExt cx="4992" cy="2496"/>
            </a:xfrm>
          </p:grpSpPr>
          <p:graphicFrame>
            <p:nvGraphicFramePr>
              <p:cNvPr id="57352" name="Object 6">
                <a:extLst>
                  <a:ext uri="{FF2B5EF4-FFF2-40B4-BE49-F238E27FC236}">
                    <a16:creationId xmlns:a16="http://schemas.microsoft.com/office/drawing/2014/main" id="{EE999C13-2619-E1B4-7025-E767E7220DA7}"/>
                  </a:ext>
                </a:extLst>
              </p:cNvPr>
              <p:cNvGraphicFramePr>
                <a:graphicFrameLocks noChangeAspect="1"/>
              </p:cNvGraphicFramePr>
              <p:nvPr/>
            </p:nvGraphicFramePr>
            <p:xfrm>
              <a:off x="576" y="1584"/>
              <a:ext cx="4992" cy="2496"/>
            </p:xfrm>
            <a:graphic>
              <a:graphicData uri="http://schemas.openxmlformats.org/presentationml/2006/ole">
                <mc:AlternateContent xmlns:mc="http://schemas.openxmlformats.org/markup-compatibility/2006">
                  <mc:Choice xmlns:v="urn:schemas-microsoft-com:vml" Requires="v">
                    <p:oleObj name="位图图像" r:id="rId2" imgW="5638095" imgH="2819794" progId="Paint.Picture">
                      <p:embed/>
                    </p:oleObj>
                  </mc:Choice>
                  <mc:Fallback>
                    <p:oleObj name="位图图像" r:id="rId2" imgW="5638095" imgH="2819794" progId="Paint.Picture">
                      <p:embed/>
                      <p:pic>
                        <p:nvPicPr>
                          <p:cNvPr id="57352" name="Object 6">
                            <a:extLst>
                              <a:ext uri="{FF2B5EF4-FFF2-40B4-BE49-F238E27FC236}">
                                <a16:creationId xmlns:a16="http://schemas.microsoft.com/office/drawing/2014/main" id="{EE999C13-2619-E1B4-7025-E767E7220DA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6" y="1584"/>
                            <a:ext cx="4992" cy="24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7353" name="Text Box 7">
                <a:extLst>
                  <a:ext uri="{FF2B5EF4-FFF2-40B4-BE49-F238E27FC236}">
                    <a16:creationId xmlns:a16="http://schemas.microsoft.com/office/drawing/2014/main" id="{5DC75079-D826-DA09-1A36-FB698DC9CF56}"/>
                  </a:ext>
                </a:extLst>
              </p:cNvPr>
              <p:cNvSpPr txBox="1">
                <a:spLocks noChangeArrowheads="1"/>
              </p:cNvSpPr>
              <p:nvPr/>
            </p:nvSpPr>
            <p:spPr bwMode="auto">
              <a:xfrm>
                <a:off x="4272" y="1728"/>
                <a:ext cx="816" cy="31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eaLnBrk="1" hangingPunct="1">
                  <a:lnSpc>
                    <a:spcPct val="100000"/>
                  </a:lnSpc>
                  <a:spcBef>
                    <a:spcPct val="50000"/>
                  </a:spcBef>
                  <a:buClrTx/>
                  <a:buSzTx/>
                  <a:buFontTx/>
                  <a:buNone/>
                </a:pPr>
                <a:r>
                  <a:rPr kumimoji="1" lang="zh-CN" altLang="en-US" sz="2000">
                    <a:solidFill>
                      <a:srgbClr val="000000"/>
                    </a:solidFill>
                    <a:latin typeface="Times New Roman" panose="02020603050405020304" pitchFamily="18" charset="0"/>
                  </a:rPr>
                  <a:t>物理块号</a:t>
                </a:r>
              </a:p>
            </p:txBody>
          </p:sp>
          <p:sp>
            <p:nvSpPr>
              <p:cNvPr id="57354" name="Text Box 8">
                <a:extLst>
                  <a:ext uri="{FF2B5EF4-FFF2-40B4-BE49-F238E27FC236}">
                    <a16:creationId xmlns:a16="http://schemas.microsoft.com/office/drawing/2014/main" id="{C2199868-2BD5-C28D-9DF1-0242A5B1FE95}"/>
                  </a:ext>
                </a:extLst>
              </p:cNvPr>
              <p:cNvSpPr txBox="1">
                <a:spLocks noChangeArrowheads="1"/>
              </p:cNvSpPr>
              <p:nvPr/>
            </p:nvSpPr>
            <p:spPr bwMode="auto">
              <a:xfrm>
                <a:off x="1296" y="1728"/>
                <a:ext cx="1248" cy="31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eaLnBrk="1" hangingPunct="1">
                  <a:lnSpc>
                    <a:spcPct val="100000"/>
                  </a:lnSpc>
                  <a:spcBef>
                    <a:spcPct val="50000"/>
                  </a:spcBef>
                  <a:buClrTx/>
                  <a:buSzTx/>
                  <a:buFontTx/>
                  <a:buNone/>
                </a:pPr>
                <a:r>
                  <a:rPr kumimoji="1" lang="zh-CN" altLang="en-US" sz="2000" dirty="0">
                    <a:solidFill>
                      <a:srgbClr val="000000"/>
                    </a:solidFill>
                    <a:latin typeface="Times New Roman" panose="02020603050405020304" pitchFamily="18" charset="0"/>
                  </a:rPr>
                  <a:t>第一个空白块号</a:t>
                </a:r>
              </a:p>
            </p:txBody>
          </p:sp>
          <p:sp>
            <p:nvSpPr>
              <p:cNvPr id="57355" name="Text Box 9">
                <a:extLst>
                  <a:ext uri="{FF2B5EF4-FFF2-40B4-BE49-F238E27FC236}">
                    <a16:creationId xmlns:a16="http://schemas.microsoft.com/office/drawing/2014/main" id="{59C36E33-D536-33E9-A960-76A1EF6DAA15}"/>
                  </a:ext>
                </a:extLst>
              </p:cNvPr>
              <p:cNvSpPr txBox="1">
                <a:spLocks noChangeArrowheads="1"/>
              </p:cNvSpPr>
              <p:nvPr/>
            </p:nvSpPr>
            <p:spPr bwMode="auto">
              <a:xfrm>
                <a:off x="2688" y="1728"/>
                <a:ext cx="1008" cy="31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eaLnBrk="1" hangingPunct="1">
                  <a:lnSpc>
                    <a:spcPct val="100000"/>
                  </a:lnSpc>
                  <a:spcBef>
                    <a:spcPct val="50000"/>
                  </a:spcBef>
                  <a:buClrTx/>
                  <a:buSzTx/>
                  <a:buFontTx/>
                  <a:buNone/>
                </a:pPr>
                <a:r>
                  <a:rPr kumimoji="1" lang="zh-CN" altLang="en-US" sz="2000">
                    <a:solidFill>
                      <a:srgbClr val="000000"/>
                    </a:solidFill>
                    <a:latin typeface="Times New Roman" panose="02020603050405020304" pitchFamily="18" charset="0"/>
                  </a:rPr>
                  <a:t>空白块个数</a:t>
                </a:r>
              </a:p>
            </p:txBody>
          </p:sp>
          <p:sp>
            <p:nvSpPr>
              <p:cNvPr id="57356" name="Text Box 10">
                <a:extLst>
                  <a:ext uri="{FF2B5EF4-FFF2-40B4-BE49-F238E27FC236}">
                    <a16:creationId xmlns:a16="http://schemas.microsoft.com/office/drawing/2014/main" id="{BAC9E046-DC2B-C3EB-1968-4EAA2952ED90}"/>
                  </a:ext>
                </a:extLst>
              </p:cNvPr>
              <p:cNvSpPr txBox="1">
                <a:spLocks noChangeArrowheads="1"/>
              </p:cNvSpPr>
              <p:nvPr/>
            </p:nvSpPr>
            <p:spPr bwMode="auto">
              <a:xfrm>
                <a:off x="720" y="1728"/>
                <a:ext cx="480" cy="31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eaLnBrk="1" hangingPunct="1">
                  <a:lnSpc>
                    <a:spcPct val="100000"/>
                  </a:lnSpc>
                  <a:spcBef>
                    <a:spcPct val="50000"/>
                  </a:spcBef>
                  <a:buClrTx/>
                  <a:buSzTx/>
                  <a:buFontTx/>
                  <a:buNone/>
                </a:pPr>
                <a:r>
                  <a:rPr kumimoji="1" lang="zh-CN" altLang="en-US" sz="2000">
                    <a:solidFill>
                      <a:srgbClr val="000000"/>
                    </a:solidFill>
                    <a:latin typeface="Times New Roman" panose="02020603050405020304" pitchFamily="18" charset="0"/>
                  </a:rPr>
                  <a:t>序号</a:t>
                </a:r>
              </a:p>
            </p:txBody>
          </p:sp>
        </p:grpSp>
        <p:sp>
          <p:nvSpPr>
            <p:cNvPr id="57351" name="Text Box 11">
              <a:extLst>
                <a:ext uri="{FF2B5EF4-FFF2-40B4-BE49-F238E27FC236}">
                  <a16:creationId xmlns:a16="http://schemas.microsoft.com/office/drawing/2014/main" id="{4F48D0F0-4B28-1EED-5387-DE74CD4FC09E}"/>
                </a:ext>
              </a:extLst>
            </p:cNvPr>
            <p:cNvSpPr txBox="1">
              <a:spLocks noChangeArrowheads="1"/>
            </p:cNvSpPr>
            <p:nvPr/>
          </p:nvSpPr>
          <p:spPr bwMode="auto">
            <a:xfrm>
              <a:off x="2544" y="3841"/>
              <a:ext cx="1296" cy="37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eaLnBrk="1" hangingPunct="1">
                <a:lnSpc>
                  <a:spcPct val="100000"/>
                </a:lnSpc>
                <a:spcBef>
                  <a:spcPct val="50000"/>
                </a:spcBef>
                <a:buClrTx/>
                <a:buSzTx/>
                <a:buFontTx/>
                <a:buNone/>
              </a:pPr>
              <a:r>
                <a:rPr kumimoji="1" lang="zh-CN" altLang="en-US" sz="2400">
                  <a:solidFill>
                    <a:srgbClr val="000000"/>
                  </a:solidFill>
                  <a:latin typeface="Times New Roman" panose="02020603050405020304" pitchFamily="18" charset="0"/>
                </a:rPr>
                <a:t>空白文件目录</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08579"/>
                                        </p:tgtEl>
                                        <p:attrNameLst>
                                          <p:attrName>style.visibility</p:attrName>
                                        </p:attrNameLst>
                                      </p:cBhvr>
                                      <p:to>
                                        <p:strVal val="visible"/>
                                      </p:to>
                                    </p:set>
                                    <p:anim calcmode="lin" valueType="num">
                                      <p:cBhvr additive="base">
                                        <p:cTn id="7" dur="500" fill="hold"/>
                                        <p:tgtEl>
                                          <p:spTgt spid="408579"/>
                                        </p:tgtEl>
                                        <p:attrNameLst>
                                          <p:attrName>ppt_x</p:attrName>
                                        </p:attrNameLst>
                                      </p:cBhvr>
                                      <p:tavLst>
                                        <p:tav tm="0">
                                          <p:val>
                                            <p:strVal val="0-#ppt_w/2"/>
                                          </p:val>
                                        </p:tav>
                                        <p:tav tm="100000">
                                          <p:val>
                                            <p:strVal val="#ppt_x"/>
                                          </p:val>
                                        </p:tav>
                                      </p:tavLst>
                                    </p:anim>
                                    <p:anim calcmode="lin" valueType="num">
                                      <p:cBhvr additive="base">
                                        <p:cTn id="8" dur="500" fill="hold"/>
                                        <p:tgtEl>
                                          <p:spTgt spid="408579"/>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408578"/>
                                        </p:tgtEl>
                                        <p:attrNameLst>
                                          <p:attrName>style.visibility</p:attrName>
                                        </p:attrNameLst>
                                      </p:cBhvr>
                                      <p:to>
                                        <p:strVal val="visible"/>
                                      </p:to>
                                    </p:set>
                                    <p:anim calcmode="lin" valueType="num">
                                      <p:cBhvr additive="base">
                                        <p:cTn id="13" dur="500" fill="hold"/>
                                        <p:tgtEl>
                                          <p:spTgt spid="408578"/>
                                        </p:tgtEl>
                                        <p:attrNameLst>
                                          <p:attrName>ppt_x</p:attrName>
                                        </p:attrNameLst>
                                      </p:cBhvr>
                                      <p:tavLst>
                                        <p:tav tm="0">
                                          <p:val>
                                            <p:strVal val="0-#ppt_w/2"/>
                                          </p:val>
                                        </p:tav>
                                        <p:tav tm="100000">
                                          <p:val>
                                            <p:strVal val="#ppt_x"/>
                                          </p:val>
                                        </p:tav>
                                      </p:tavLst>
                                    </p:anim>
                                    <p:anim calcmode="lin" valueType="num">
                                      <p:cBhvr additive="base">
                                        <p:cTn id="14" dur="500" fill="hold"/>
                                        <p:tgtEl>
                                          <p:spTgt spid="408578"/>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2" presetClass="entr" presetSubtype="1" fill="hold" nodeType="clickEffect">
                                  <p:stCondLst>
                                    <p:cond delay="0"/>
                                  </p:stCondLst>
                                  <p:childTnLst>
                                    <p:set>
                                      <p:cBhvr>
                                        <p:cTn id="18" dur="1" fill="hold">
                                          <p:stCondLst>
                                            <p:cond delay="0"/>
                                          </p:stCondLst>
                                        </p:cTn>
                                        <p:tgtEl>
                                          <p:spTgt spid="408580"/>
                                        </p:tgtEl>
                                        <p:attrNameLst>
                                          <p:attrName>style.visibility</p:attrName>
                                        </p:attrNameLst>
                                      </p:cBhvr>
                                      <p:to>
                                        <p:strVal val="visible"/>
                                      </p:to>
                                    </p:set>
                                    <p:animEffect transition="in" filter="wipe(up)">
                                      <p:cBhvr>
                                        <p:cTn id="19" dur="500"/>
                                        <p:tgtEl>
                                          <p:spTgt spid="4085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8578" grpId="0" autoUpdateAnimBg="0"/>
      <p:bldP spid="408579" grpId="0" animBg="1"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灯片编号占位符 3">
            <a:extLst>
              <a:ext uri="{FF2B5EF4-FFF2-40B4-BE49-F238E27FC236}">
                <a16:creationId xmlns:a16="http://schemas.microsoft.com/office/drawing/2014/main" id="{9A26EBD3-1B4F-25A4-F33E-B72CA379F747}"/>
              </a:ext>
            </a:extLst>
          </p:cNvPr>
          <p:cNvSpPr>
            <a:spLocks noGrp="1"/>
          </p:cNvSpPr>
          <p:nvPr>
            <p:ph type="sldNum" sz="quarter" idx="4294967295"/>
          </p:nvPr>
        </p:nvSpPr>
        <p:spPr>
          <a:xfrm>
            <a:off x="9448800" y="6356350"/>
            <a:ext cx="2743200" cy="365125"/>
          </a:xfrm>
          <a:noFill/>
        </p:spPr>
        <p:txBody>
          <a:bodyP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a:lnSpc>
                <a:spcPct val="100000"/>
              </a:lnSpc>
              <a:spcBef>
                <a:spcPct val="0"/>
              </a:spcBef>
              <a:buClrTx/>
              <a:buSzTx/>
              <a:buFontTx/>
              <a:buNone/>
            </a:pPr>
            <a:fld id="{5CBA7AFA-E3DB-4555-B0D0-439798922A24}" type="slidenum">
              <a:rPr lang="en-US" altLang="zh-CN" sz="1400">
                <a:solidFill>
                  <a:schemeClr val="tx1"/>
                </a:solidFill>
                <a:ea typeface="宋体" panose="02010600030101010101" pitchFamily="2" charset="-122"/>
              </a:rPr>
              <a:pPr>
                <a:lnSpc>
                  <a:spcPct val="100000"/>
                </a:lnSpc>
                <a:spcBef>
                  <a:spcPct val="0"/>
                </a:spcBef>
                <a:buClrTx/>
                <a:buSzTx/>
                <a:buFontTx/>
                <a:buNone/>
              </a:pPr>
              <a:t>21</a:t>
            </a:fld>
            <a:endParaRPr lang="en-US" altLang="zh-CN" sz="1400">
              <a:solidFill>
                <a:schemeClr val="tx1"/>
              </a:solidFill>
              <a:ea typeface="宋体" panose="02010600030101010101" pitchFamily="2" charset="-122"/>
            </a:endParaRPr>
          </a:p>
        </p:txBody>
      </p:sp>
      <p:sp>
        <p:nvSpPr>
          <p:cNvPr id="409602" name="Rectangle 2">
            <a:extLst>
              <a:ext uri="{FF2B5EF4-FFF2-40B4-BE49-F238E27FC236}">
                <a16:creationId xmlns:a16="http://schemas.microsoft.com/office/drawing/2014/main" id="{8A65D0AA-721C-34C9-6248-75CEACD9C717}"/>
              </a:ext>
            </a:extLst>
          </p:cNvPr>
          <p:cNvSpPr>
            <a:spLocks noChangeArrowheads="1"/>
          </p:cNvSpPr>
          <p:nvPr/>
        </p:nvSpPr>
        <p:spPr bwMode="auto">
          <a:xfrm>
            <a:off x="1020762" y="974726"/>
            <a:ext cx="9342437" cy="23582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eaLnBrk="1" hangingPunct="1">
              <a:lnSpc>
                <a:spcPct val="125000"/>
              </a:lnSpc>
              <a:spcBef>
                <a:spcPct val="0"/>
              </a:spcBef>
              <a:buClrTx/>
              <a:buSzTx/>
              <a:buFontTx/>
              <a:buNone/>
            </a:pPr>
            <a:r>
              <a:rPr kumimoji="1" lang="zh-CN" altLang="en-US" sz="2400" dirty="0">
                <a:solidFill>
                  <a:srgbClr val="05A714"/>
                </a:solidFill>
              </a:rPr>
              <a:t>分配：</a:t>
            </a:r>
            <a:r>
              <a:rPr kumimoji="1" lang="zh-CN" altLang="en-US" sz="2400" dirty="0"/>
              <a:t>系统依次扫描空闲文件目录中的各表目，直到找到一个满足要求的空闲区为止。</a:t>
            </a:r>
          </a:p>
          <a:p>
            <a:pPr eaLnBrk="1" hangingPunct="1">
              <a:lnSpc>
                <a:spcPct val="125000"/>
              </a:lnSpc>
              <a:spcBef>
                <a:spcPct val="0"/>
              </a:spcBef>
              <a:buClrTx/>
              <a:buSzTx/>
              <a:buFontTx/>
              <a:buNone/>
            </a:pPr>
            <a:r>
              <a:rPr kumimoji="1" lang="zh-CN" altLang="en-US" sz="2400" dirty="0">
                <a:solidFill>
                  <a:srgbClr val="05A714"/>
                </a:solidFill>
              </a:rPr>
              <a:t>回收：</a:t>
            </a:r>
            <a:r>
              <a:rPr kumimoji="1" lang="zh-CN" altLang="en-US" sz="2400" dirty="0"/>
              <a:t>系统顺序扫描空闲文件目录，寻找相邻空闲区，对该空闲区所对应的表目进行修改，否则寻找一个空表目，将释放区的第一个物理块号和该区域的物理块数填入该空表目中。</a:t>
            </a:r>
            <a:endParaRPr kumimoji="1" lang="zh-CN" altLang="en-US" sz="2400" dirty="0">
              <a:latin typeface="Times New Roman" panose="02020603050405020304" pitchFamily="18" charset="0"/>
            </a:endParaRPr>
          </a:p>
        </p:txBody>
      </p:sp>
      <p:sp>
        <p:nvSpPr>
          <p:cNvPr id="409603" name="Rectangle 3">
            <a:extLst>
              <a:ext uri="{FF2B5EF4-FFF2-40B4-BE49-F238E27FC236}">
                <a16:creationId xmlns:a16="http://schemas.microsoft.com/office/drawing/2014/main" id="{BA1D719F-8B78-6275-3B87-3D11C6DD10F2}"/>
              </a:ext>
            </a:extLst>
          </p:cNvPr>
          <p:cNvSpPr>
            <a:spLocks noChangeArrowheads="1"/>
          </p:cNvSpPr>
          <p:nvPr/>
        </p:nvSpPr>
        <p:spPr bwMode="auto">
          <a:xfrm>
            <a:off x="973137" y="3695701"/>
            <a:ext cx="9456737" cy="2835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eaLnBrk="1" hangingPunct="1">
              <a:lnSpc>
                <a:spcPct val="125000"/>
              </a:lnSpc>
              <a:spcBef>
                <a:spcPct val="0"/>
              </a:spcBef>
              <a:buClrTx/>
              <a:buSzTx/>
              <a:buFontTx/>
              <a:buNone/>
            </a:pPr>
            <a:r>
              <a:rPr kumimoji="1" lang="zh-CN" altLang="en-US" sz="2400" dirty="0">
                <a:solidFill>
                  <a:srgbClr val="05A714"/>
                </a:solidFill>
              </a:rPr>
              <a:t>优点：</a:t>
            </a:r>
            <a:r>
              <a:rPr kumimoji="1" lang="zh-CN" altLang="en-US" sz="2400" dirty="0"/>
              <a:t>当文件存储空间中只有少数空闲区时效果较好。</a:t>
            </a:r>
          </a:p>
          <a:p>
            <a:pPr eaLnBrk="1" hangingPunct="1">
              <a:lnSpc>
                <a:spcPct val="125000"/>
              </a:lnSpc>
              <a:spcBef>
                <a:spcPct val="0"/>
              </a:spcBef>
              <a:buClrTx/>
              <a:buSzTx/>
              <a:buFontTx/>
              <a:buNone/>
            </a:pPr>
            <a:r>
              <a:rPr kumimoji="1" lang="zh-CN" altLang="en-US" sz="2400" dirty="0">
                <a:solidFill>
                  <a:srgbClr val="05A714"/>
                </a:solidFill>
              </a:rPr>
              <a:t>缺点：</a:t>
            </a:r>
            <a:r>
              <a:rPr kumimoji="1" lang="zh-CN" altLang="en-US" sz="2400" dirty="0"/>
              <a:t>如果存储空间中有大量较小的空闲区时，空闲文件目录将变得很大，从而大大降低效率。</a:t>
            </a:r>
          </a:p>
          <a:p>
            <a:pPr eaLnBrk="1" hangingPunct="1">
              <a:lnSpc>
                <a:spcPct val="125000"/>
              </a:lnSpc>
              <a:spcBef>
                <a:spcPct val="0"/>
              </a:spcBef>
              <a:buClrTx/>
              <a:buSzTx/>
              <a:buFontTx/>
              <a:buNone/>
            </a:pPr>
            <a:r>
              <a:rPr kumimoji="1" lang="zh-CN" altLang="en-US" sz="2400" dirty="0"/>
              <a:t>       空闲文件目录适用于建立连续文件，其分配与内存管理中的动态分区管理方式相似，因此同样可以采用最先适应算法、最佳适应算法、最坏适应算法来管理。</a:t>
            </a:r>
            <a:endParaRPr kumimoji="1" lang="zh-CN" altLang="en-US" sz="2400" dirty="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09602">
                                            <p:txEl>
                                              <p:pRg st="0" end="0"/>
                                            </p:txEl>
                                          </p:spTgt>
                                        </p:tgtEl>
                                        <p:attrNameLst>
                                          <p:attrName>style.visibility</p:attrName>
                                        </p:attrNameLst>
                                      </p:cBhvr>
                                      <p:to>
                                        <p:strVal val="visible"/>
                                      </p:to>
                                    </p:set>
                                    <p:anim calcmode="lin" valueType="num">
                                      <p:cBhvr additive="base">
                                        <p:cTn id="7" dur="500" fill="hold"/>
                                        <p:tgtEl>
                                          <p:spTgt spid="409602">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409602">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409602">
                                            <p:txEl>
                                              <p:pRg st="1" end="1"/>
                                            </p:txEl>
                                          </p:spTgt>
                                        </p:tgtEl>
                                        <p:attrNameLst>
                                          <p:attrName>style.visibility</p:attrName>
                                        </p:attrNameLst>
                                      </p:cBhvr>
                                      <p:to>
                                        <p:strVal val="visible"/>
                                      </p:to>
                                    </p:set>
                                    <p:anim calcmode="lin" valueType="num">
                                      <p:cBhvr additive="base">
                                        <p:cTn id="13" dur="500" fill="hold"/>
                                        <p:tgtEl>
                                          <p:spTgt spid="409602">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409602">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409603"/>
                                        </p:tgtEl>
                                        <p:attrNameLst>
                                          <p:attrName>style.visibility</p:attrName>
                                        </p:attrNameLst>
                                      </p:cBhvr>
                                      <p:to>
                                        <p:strVal val="visible"/>
                                      </p:to>
                                    </p:set>
                                    <p:anim calcmode="lin" valueType="num">
                                      <p:cBhvr additive="base">
                                        <p:cTn id="19" dur="500" fill="hold"/>
                                        <p:tgtEl>
                                          <p:spTgt spid="409603"/>
                                        </p:tgtEl>
                                        <p:attrNameLst>
                                          <p:attrName>ppt_x</p:attrName>
                                        </p:attrNameLst>
                                      </p:cBhvr>
                                      <p:tavLst>
                                        <p:tav tm="0">
                                          <p:val>
                                            <p:strVal val="0-#ppt_w/2"/>
                                          </p:val>
                                        </p:tav>
                                        <p:tav tm="100000">
                                          <p:val>
                                            <p:strVal val="#ppt_x"/>
                                          </p:val>
                                        </p:tav>
                                      </p:tavLst>
                                    </p:anim>
                                    <p:anim calcmode="lin" valueType="num">
                                      <p:cBhvr additive="base">
                                        <p:cTn id="20" dur="500" fill="hold"/>
                                        <p:tgtEl>
                                          <p:spTgt spid="40960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02" grpId="0" build="p" autoUpdateAnimBg="0"/>
      <p:bldP spid="409603" grpId="0"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灯片编号占位符 3">
            <a:extLst>
              <a:ext uri="{FF2B5EF4-FFF2-40B4-BE49-F238E27FC236}">
                <a16:creationId xmlns:a16="http://schemas.microsoft.com/office/drawing/2014/main" id="{5573917C-F98D-A7B5-866C-AA889501CFF2}"/>
              </a:ext>
            </a:extLst>
          </p:cNvPr>
          <p:cNvSpPr>
            <a:spLocks noGrp="1"/>
          </p:cNvSpPr>
          <p:nvPr>
            <p:ph type="sldNum" sz="quarter" idx="4294967295"/>
          </p:nvPr>
        </p:nvSpPr>
        <p:spPr>
          <a:xfrm>
            <a:off x="9448800" y="6356350"/>
            <a:ext cx="2743200" cy="365125"/>
          </a:xfrm>
          <a:noFill/>
        </p:spPr>
        <p:txBody>
          <a:bodyP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a:lnSpc>
                <a:spcPct val="100000"/>
              </a:lnSpc>
              <a:spcBef>
                <a:spcPct val="0"/>
              </a:spcBef>
              <a:buClrTx/>
              <a:buSzTx/>
              <a:buFontTx/>
              <a:buNone/>
            </a:pPr>
            <a:fld id="{6EA299E4-BB23-4430-A407-55C3CE300126}" type="slidenum">
              <a:rPr lang="en-US" altLang="zh-CN" sz="1400">
                <a:solidFill>
                  <a:schemeClr val="tx1"/>
                </a:solidFill>
                <a:ea typeface="宋体" panose="02010600030101010101" pitchFamily="2" charset="-122"/>
              </a:rPr>
              <a:pPr>
                <a:lnSpc>
                  <a:spcPct val="100000"/>
                </a:lnSpc>
                <a:spcBef>
                  <a:spcPct val="0"/>
                </a:spcBef>
                <a:buClrTx/>
                <a:buSzTx/>
                <a:buFontTx/>
                <a:buNone/>
              </a:pPr>
              <a:t>22</a:t>
            </a:fld>
            <a:endParaRPr lang="en-US" altLang="zh-CN" sz="1400">
              <a:solidFill>
                <a:schemeClr val="tx1"/>
              </a:solidFill>
              <a:ea typeface="宋体" panose="02010600030101010101" pitchFamily="2" charset="-122"/>
            </a:endParaRPr>
          </a:p>
        </p:txBody>
      </p:sp>
      <p:sp>
        <p:nvSpPr>
          <p:cNvPr id="442372" name="Rectangle 4">
            <a:extLst>
              <a:ext uri="{FF2B5EF4-FFF2-40B4-BE49-F238E27FC236}">
                <a16:creationId xmlns:a16="http://schemas.microsoft.com/office/drawing/2014/main" id="{CEBB7129-E10C-555D-B430-55DB61EE87F2}"/>
              </a:ext>
            </a:extLst>
          </p:cNvPr>
          <p:cNvSpPr>
            <a:spLocks noChangeArrowheads="1"/>
          </p:cNvSpPr>
          <p:nvPr/>
        </p:nvSpPr>
        <p:spPr bwMode="auto">
          <a:xfrm>
            <a:off x="1150938" y="205581"/>
            <a:ext cx="27432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eaLnBrk="1" hangingPunct="1">
              <a:lnSpc>
                <a:spcPct val="100000"/>
              </a:lnSpc>
              <a:spcBef>
                <a:spcPct val="0"/>
              </a:spcBef>
              <a:buClrTx/>
              <a:buSzTx/>
              <a:buFontTx/>
              <a:buNone/>
            </a:pPr>
            <a:r>
              <a:rPr kumimoji="1" lang="zh-CN" altLang="en-US" dirty="0">
                <a:solidFill>
                  <a:srgbClr val="000000"/>
                </a:solidFill>
                <a:latin typeface="Times New Roman" panose="02020603050405020304" pitchFamily="18" charset="0"/>
                <a:ea typeface="隶书" panose="02010509060101010101" pitchFamily="49" charset="-122"/>
              </a:rPr>
              <a:t>二、空闲块链</a:t>
            </a:r>
          </a:p>
        </p:txBody>
      </p:sp>
      <p:sp>
        <p:nvSpPr>
          <p:cNvPr id="442373" name="Rectangle 5">
            <a:extLst>
              <a:ext uri="{FF2B5EF4-FFF2-40B4-BE49-F238E27FC236}">
                <a16:creationId xmlns:a16="http://schemas.microsoft.com/office/drawing/2014/main" id="{D60D27C9-8399-9191-A105-7B0CACC65BCA}"/>
              </a:ext>
            </a:extLst>
          </p:cNvPr>
          <p:cNvSpPr>
            <a:spLocks noChangeArrowheads="1"/>
          </p:cNvSpPr>
          <p:nvPr/>
        </p:nvSpPr>
        <p:spPr bwMode="auto">
          <a:xfrm>
            <a:off x="542925" y="985754"/>
            <a:ext cx="6380957" cy="56490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eaLnBrk="1" hangingPunct="1">
              <a:lnSpc>
                <a:spcPct val="125000"/>
              </a:lnSpc>
              <a:buClrTx/>
              <a:buSzTx/>
              <a:buFontTx/>
              <a:buNone/>
            </a:pPr>
            <a:r>
              <a:rPr kumimoji="1" lang="en-US" altLang="zh-CN" sz="2400" dirty="0"/>
              <a:t>       </a:t>
            </a:r>
            <a:r>
              <a:rPr kumimoji="1" lang="zh-CN" altLang="en-US" sz="2400" dirty="0"/>
              <a:t>在文件存储设备上的每个空闲块中设立一个链接指针，指向下一个空闲块的位置，从而将所有空闲块链接在一起，并设置一个头指针指向空闲块链的第一个物理块 </a:t>
            </a:r>
            <a:r>
              <a:rPr kumimoji="1" lang="zh-CN" altLang="en-US" sz="2400" dirty="0">
                <a:latin typeface="Times New Roman" panose="02020603050405020304" pitchFamily="18" charset="0"/>
              </a:rPr>
              <a:t>。</a:t>
            </a:r>
          </a:p>
          <a:p>
            <a:pPr eaLnBrk="1" hangingPunct="1">
              <a:lnSpc>
                <a:spcPct val="125000"/>
              </a:lnSpc>
              <a:spcBef>
                <a:spcPct val="0"/>
              </a:spcBef>
              <a:buClrTx/>
              <a:buSzTx/>
              <a:buFontTx/>
              <a:buNone/>
            </a:pPr>
            <a:r>
              <a:rPr kumimoji="1" lang="zh-CN" altLang="en-US" sz="2400" dirty="0">
                <a:solidFill>
                  <a:srgbClr val="05A714"/>
                </a:solidFill>
              </a:rPr>
              <a:t>分配：</a:t>
            </a:r>
            <a:r>
              <a:rPr kumimoji="1" lang="zh-CN" altLang="en-US" sz="2400" dirty="0"/>
              <a:t>从链首取下所需的空闲块，然后调整链首指针。</a:t>
            </a:r>
          </a:p>
          <a:p>
            <a:pPr eaLnBrk="1" hangingPunct="1">
              <a:lnSpc>
                <a:spcPct val="125000"/>
              </a:lnSpc>
              <a:spcBef>
                <a:spcPct val="0"/>
              </a:spcBef>
              <a:buClrTx/>
              <a:buSzTx/>
              <a:buFontTx/>
              <a:buNone/>
            </a:pPr>
            <a:r>
              <a:rPr kumimoji="1" lang="zh-CN" altLang="en-US" sz="2400" dirty="0">
                <a:solidFill>
                  <a:srgbClr val="05A714"/>
                </a:solidFill>
              </a:rPr>
              <a:t>回收：</a:t>
            </a:r>
            <a:r>
              <a:rPr kumimoji="1" lang="zh-CN" altLang="en-US" sz="2400" dirty="0"/>
              <a:t>把释放的空闲块逐个插入空闲块链中。</a:t>
            </a:r>
          </a:p>
          <a:p>
            <a:pPr eaLnBrk="1" hangingPunct="1">
              <a:lnSpc>
                <a:spcPct val="125000"/>
              </a:lnSpc>
              <a:spcBef>
                <a:spcPct val="0"/>
              </a:spcBef>
              <a:buClrTx/>
              <a:buSzTx/>
              <a:buFontTx/>
              <a:buNone/>
            </a:pPr>
            <a:r>
              <a:rPr kumimoji="1" lang="zh-CN" altLang="en-US" sz="2400" dirty="0">
                <a:solidFill>
                  <a:srgbClr val="9900CC"/>
                </a:solidFill>
              </a:rPr>
              <a:t>优点：</a:t>
            </a:r>
            <a:r>
              <a:rPr kumimoji="1" lang="zh-CN" altLang="en-US" sz="2400" dirty="0"/>
              <a:t>分配和回收一个空闲块的过程都非常简单。</a:t>
            </a:r>
          </a:p>
          <a:p>
            <a:pPr eaLnBrk="1" hangingPunct="1">
              <a:lnSpc>
                <a:spcPct val="125000"/>
              </a:lnSpc>
              <a:spcBef>
                <a:spcPct val="0"/>
              </a:spcBef>
              <a:buClrTx/>
              <a:buSzTx/>
              <a:buFontTx/>
              <a:buNone/>
            </a:pPr>
            <a:r>
              <a:rPr kumimoji="1" lang="zh-CN" altLang="en-US" sz="2400" dirty="0">
                <a:solidFill>
                  <a:srgbClr val="9900CC"/>
                </a:solidFill>
              </a:rPr>
              <a:t>缺点：</a:t>
            </a:r>
            <a:r>
              <a:rPr kumimoji="1" lang="zh-CN" altLang="en-US" sz="2400" dirty="0"/>
              <a:t>分配和回收时需启动</a:t>
            </a:r>
            <a:r>
              <a:rPr kumimoji="1" lang="en-US" altLang="zh-CN" sz="2400" dirty="0"/>
              <a:t>I/O</a:t>
            </a:r>
            <a:r>
              <a:rPr kumimoji="1" lang="zh-CN" altLang="en-US" sz="2400" dirty="0"/>
              <a:t>，系统开销较大。</a:t>
            </a:r>
          </a:p>
          <a:p>
            <a:pPr eaLnBrk="1" hangingPunct="1">
              <a:lnSpc>
                <a:spcPct val="125000"/>
              </a:lnSpc>
              <a:spcBef>
                <a:spcPct val="0"/>
              </a:spcBef>
              <a:buClrTx/>
              <a:buSzTx/>
              <a:buFontTx/>
              <a:buNone/>
            </a:pPr>
            <a:r>
              <a:rPr kumimoji="1" lang="zh-CN" altLang="en-US" sz="2400" dirty="0">
                <a:solidFill>
                  <a:srgbClr val="990000"/>
                </a:solidFill>
              </a:rPr>
              <a:t>改进：</a:t>
            </a:r>
            <a:r>
              <a:rPr kumimoji="1" lang="zh-CN" altLang="en-US" sz="2400" dirty="0"/>
              <a:t>采用成组链接法。</a:t>
            </a:r>
            <a:endParaRPr kumimoji="1" lang="zh-CN" altLang="en-US" sz="2400" dirty="0">
              <a:latin typeface="Times New Roman" panose="02020603050405020304" pitchFamily="18" charset="0"/>
            </a:endParaRPr>
          </a:p>
          <a:p>
            <a:pPr eaLnBrk="1" hangingPunct="1">
              <a:buClrTx/>
              <a:buSzTx/>
              <a:buFontTx/>
              <a:buNone/>
            </a:pPr>
            <a:endParaRPr kumimoji="1" lang="en-US" altLang="zh-CN" sz="2400" dirty="0">
              <a:latin typeface="Times New Roman" panose="02020603050405020304" pitchFamily="18" charset="0"/>
            </a:endParaRPr>
          </a:p>
        </p:txBody>
      </p:sp>
      <p:pic>
        <p:nvPicPr>
          <p:cNvPr id="2" name="Picture 4">
            <a:extLst>
              <a:ext uri="{FF2B5EF4-FFF2-40B4-BE49-F238E27FC236}">
                <a16:creationId xmlns:a16="http://schemas.microsoft.com/office/drawing/2014/main" id="{864F6EB6-A1DC-53AD-4D6D-9F111DFC65C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8443" t="648" r="18672" b="1299"/>
          <a:stretch>
            <a:fillRect/>
          </a:stretch>
        </p:blipFill>
        <p:spPr bwMode="auto">
          <a:xfrm>
            <a:off x="7468679" y="985754"/>
            <a:ext cx="4250208" cy="4970546"/>
          </a:xfrm>
          <a:prstGeom prst="rect">
            <a:avLst/>
          </a:prstGeom>
          <a:noFill/>
          <a:ln w="38100" cmpd="dbl">
            <a:solidFill>
              <a:srgbClr val="CC66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42372"/>
                                        </p:tgtEl>
                                        <p:attrNameLst>
                                          <p:attrName>style.visibility</p:attrName>
                                        </p:attrNameLst>
                                      </p:cBhvr>
                                      <p:to>
                                        <p:strVal val="visible"/>
                                      </p:to>
                                    </p:set>
                                    <p:anim calcmode="lin" valueType="num">
                                      <p:cBhvr additive="base">
                                        <p:cTn id="7" dur="500" fill="hold"/>
                                        <p:tgtEl>
                                          <p:spTgt spid="442372"/>
                                        </p:tgtEl>
                                        <p:attrNameLst>
                                          <p:attrName>ppt_x</p:attrName>
                                        </p:attrNameLst>
                                      </p:cBhvr>
                                      <p:tavLst>
                                        <p:tav tm="0">
                                          <p:val>
                                            <p:strVal val="0-#ppt_w/2"/>
                                          </p:val>
                                        </p:tav>
                                        <p:tav tm="100000">
                                          <p:val>
                                            <p:strVal val="#ppt_x"/>
                                          </p:val>
                                        </p:tav>
                                      </p:tavLst>
                                    </p:anim>
                                    <p:anim calcmode="lin" valueType="num">
                                      <p:cBhvr additive="base">
                                        <p:cTn id="8" dur="500" fill="hold"/>
                                        <p:tgtEl>
                                          <p:spTgt spid="442372"/>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442373">
                                            <p:txEl>
                                              <p:pRg st="0" end="0"/>
                                            </p:txEl>
                                          </p:spTgt>
                                        </p:tgtEl>
                                        <p:attrNameLst>
                                          <p:attrName>style.visibility</p:attrName>
                                        </p:attrNameLst>
                                      </p:cBhvr>
                                      <p:to>
                                        <p:strVal val="visible"/>
                                      </p:to>
                                    </p:set>
                                    <p:anim calcmode="lin" valueType="num">
                                      <p:cBhvr additive="base">
                                        <p:cTn id="13" dur="500" fill="hold"/>
                                        <p:tgtEl>
                                          <p:spTgt spid="442373">
                                            <p:txEl>
                                              <p:pRg st="0" end="0"/>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44237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442373">
                                            <p:txEl>
                                              <p:pRg st="1" end="1"/>
                                            </p:txEl>
                                          </p:spTgt>
                                        </p:tgtEl>
                                        <p:attrNameLst>
                                          <p:attrName>style.visibility</p:attrName>
                                        </p:attrNameLst>
                                      </p:cBhvr>
                                      <p:to>
                                        <p:strVal val="visible"/>
                                      </p:to>
                                    </p:set>
                                    <p:anim calcmode="lin" valueType="num">
                                      <p:cBhvr additive="base">
                                        <p:cTn id="19" dur="500" fill="hold"/>
                                        <p:tgtEl>
                                          <p:spTgt spid="442373">
                                            <p:txEl>
                                              <p:pRg st="1" end="1"/>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44237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442373">
                                            <p:txEl>
                                              <p:pRg st="2" end="2"/>
                                            </p:txEl>
                                          </p:spTgt>
                                        </p:tgtEl>
                                        <p:attrNameLst>
                                          <p:attrName>style.visibility</p:attrName>
                                        </p:attrNameLst>
                                      </p:cBhvr>
                                      <p:to>
                                        <p:strVal val="visible"/>
                                      </p:to>
                                    </p:set>
                                    <p:anim calcmode="lin" valueType="num">
                                      <p:cBhvr additive="base">
                                        <p:cTn id="25" dur="500" fill="hold"/>
                                        <p:tgtEl>
                                          <p:spTgt spid="442373">
                                            <p:txEl>
                                              <p:pRg st="2" end="2"/>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44237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442373">
                                            <p:txEl>
                                              <p:pRg st="3" end="3"/>
                                            </p:txEl>
                                          </p:spTgt>
                                        </p:tgtEl>
                                        <p:attrNameLst>
                                          <p:attrName>style.visibility</p:attrName>
                                        </p:attrNameLst>
                                      </p:cBhvr>
                                      <p:to>
                                        <p:strVal val="visible"/>
                                      </p:to>
                                    </p:set>
                                    <p:anim calcmode="lin" valueType="num">
                                      <p:cBhvr additive="base">
                                        <p:cTn id="31" dur="500" fill="hold"/>
                                        <p:tgtEl>
                                          <p:spTgt spid="442373">
                                            <p:txEl>
                                              <p:pRg st="3" end="3"/>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442373">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442373">
                                            <p:txEl>
                                              <p:pRg st="4" end="4"/>
                                            </p:txEl>
                                          </p:spTgt>
                                        </p:tgtEl>
                                        <p:attrNameLst>
                                          <p:attrName>style.visibility</p:attrName>
                                        </p:attrNameLst>
                                      </p:cBhvr>
                                      <p:to>
                                        <p:strVal val="visible"/>
                                      </p:to>
                                    </p:set>
                                    <p:anim calcmode="lin" valueType="num">
                                      <p:cBhvr additive="base">
                                        <p:cTn id="37" dur="500" fill="hold"/>
                                        <p:tgtEl>
                                          <p:spTgt spid="442373">
                                            <p:txEl>
                                              <p:pRg st="4" end="4"/>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442373">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442373">
                                            <p:txEl>
                                              <p:pRg st="5" end="5"/>
                                            </p:txEl>
                                          </p:spTgt>
                                        </p:tgtEl>
                                        <p:attrNameLst>
                                          <p:attrName>style.visibility</p:attrName>
                                        </p:attrNameLst>
                                      </p:cBhvr>
                                      <p:to>
                                        <p:strVal val="visible"/>
                                      </p:to>
                                    </p:set>
                                    <p:anim calcmode="lin" valueType="num">
                                      <p:cBhvr additive="base">
                                        <p:cTn id="43" dur="500" fill="hold"/>
                                        <p:tgtEl>
                                          <p:spTgt spid="442373">
                                            <p:txEl>
                                              <p:pRg st="5" end="5"/>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442373">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2372" grpId="0" autoUpdateAnimBg="0"/>
      <p:bldP spid="442373" grpId="0" build="p"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íšḻíḑê">
            <a:extLst>
              <a:ext uri="{FF2B5EF4-FFF2-40B4-BE49-F238E27FC236}">
                <a16:creationId xmlns:a16="http://schemas.microsoft.com/office/drawing/2014/main" id="{2A6283FF-0419-BCBC-6975-011FC95F9A2A}"/>
              </a:ext>
            </a:extLst>
          </p:cNvPr>
          <p:cNvSpPr/>
          <p:nvPr/>
        </p:nvSpPr>
        <p:spPr>
          <a:xfrm>
            <a:off x="1245994" y="1237897"/>
            <a:ext cx="7927445" cy="405747"/>
          </a:xfrm>
          <a:prstGeom prst="rect">
            <a:avLst/>
          </a:prstGeom>
          <a:noFill/>
          <a:ln>
            <a:noFill/>
          </a:ln>
        </p:spPr>
        <p:txBody>
          <a:bodyPr wrap="square" lIns="91440" tIns="45720" rIns="91440" bIns="45720" anchor="ctr" anchorCtr="0">
            <a:noAutofit/>
          </a:bodyPr>
          <a:lstStyle/>
          <a:p>
            <a:pPr>
              <a:defRPr/>
            </a:pPr>
            <a:r>
              <a:rPr lang="zh-CN" altLang="en-US" sz="2400" dirty="0"/>
              <a:t>空闲盘块的</a:t>
            </a:r>
            <a:r>
              <a:rPr lang="zh-CN" altLang="en-US" sz="2400" dirty="0">
                <a:solidFill>
                  <a:srgbClr val="FF0000"/>
                </a:solidFill>
              </a:rPr>
              <a:t>组织</a:t>
            </a:r>
          </a:p>
        </p:txBody>
      </p:sp>
      <p:sp>
        <p:nvSpPr>
          <p:cNvPr id="3" name="内容占位符 2">
            <a:extLst>
              <a:ext uri="{FF2B5EF4-FFF2-40B4-BE49-F238E27FC236}">
                <a16:creationId xmlns:a16="http://schemas.microsoft.com/office/drawing/2014/main" id="{5CCA3FE3-C3E8-0306-7E8D-0E150F6C5D37}"/>
              </a:ext>
            </a:extLst>
          </p:cNvPr>
          <p:cNvSpPr txBox="1"/>
          <p:nvPr/>
        </p:nvSpPr>
        <p:spPr>
          <a:xfrm>
            <a:off x="1245994" y="1729155"/>
            <a:ext cx="10286385" cy="324568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3000"/>
              </a:lnSpc>
              <a:spcBef>
                <a:spcPts val="600"/>
              </a:spcBef>
              <a:buClr>
                <a:srgbClr val="FF0000"/>
              </a:buClr>
              <a:buFont typeface="Wingdings" panose="05000000000000000000" pitchFamily="2" charset="2"/>
              <a:buChar char="Ø"/>
            </a:pPr>
            <a:r>
              <a:rPr lang="zh-CN" altLang="en-US" sz="2400" dirty="0"/>
              <a:t>文件区中的所有空闲盘块，被分成若干个组</a:t>
            </a:r>
          </a:p>
          <a:p>
            <a:pPr>
              <a:lnSpc>
                <a:spcPct val="123000"/>
              </a:lnSpc>
              <a:spcBef>
                <a:spcPts val="600"/>
              </a:spcBef>
              <a:buClr>
                <a:srgbClr val="FF0000"/>
              </a:buClr>
              <a:buFont typeface="Wingdings" panose="05000000000000000000" pitchFamily="2" charset="2"/>
              <a:buChar char="Ø"/>
            </a:pPr>
            <a:r>
              <a:rPr lang="zh-CN" altLang="en-US" sz="2400" dirty="0"/>
              <a:t>将每一组含有的盘块总数</a:t>
            </a:r>
            <a:r>
              <a:rPr lang="en-US" altLang="zh-CN" sz="2400" dirty="0"/>
              <a:t>N</a:t>
            </a:r>
            <a:r>
              <a:rPr lang="zh-CN" altLang="en-US" sz="2400" dirty="0"/>
              <a:t>和该组所有的盘块号，记入其前一组的第一个盘块的</a:t>
            </a:r>
            <a:r>
              <a:rPr lang="en-US" altLang="zh-CN" sz="2400" dirty="0" err="1"/>
              <a:t>S.free</a:t>
            </a:r>
            <a:r>
              <a:rPr lang="en-US" altLang="zh-CN" sz="2400" dirty="0"/>
              <a:t>(0)~</a:t>
            </a:r>
            <a:r>
              <a:rPr lang="en-US" altLang="zh-CN" sz="2400" dirty="0" err="1"/>
              <a:t>S.free</a:t>
            </a:r>
            <a:r>
              <a:rPr lang="en-US" altLang="zh-CN" sz="2400" dirty="0"/>
              <a:t>(99)</a:t>
            </a:r>
            <a:r>
              <a:rPr lang="zh-CN" altLang="en-US" sz="2400" dirty="0"/>
              <a:t>中。</a:t>
            </a:r>
          </a:p>
          <a:p>
            <a:pPr>
              <a:lnSpc>
                <a:spcPct val="123000"/>
              </a:lnSpc>
              <a:spcBef>
                <a:spcPts val="600"/>
              </a:spcBef>
              <a:buClr>
                <a:srgbClr val="FF0000"/>
              </a:buClr>
              <a:buFont typeface="Wingdings" panose="05000000000000000000" pitchFamily="2" charset="2"/>
              <a:buChar char="Ø"/>
            </a:pPr>
            <a:r>
              <a:rPr lang="zh-CN" altLang="en-US" sz="2400" dirty="0"/>
              <a:t>将第一组的盘块总数和所有的盘块号，记入空闲盘块号栈中，作为当前可供分配的空闲盘块号</a:t>
            </a:r>
          </a:p>
          <a:p>
            <a:pPr>
              <a:lnSpc>
                <a:spcPct val="123000"/>
              </a:lnSpc>
              <a:spcBef>
                <a:spcPts val="600"/>
              </a:spcBef>
              <a:buClr>
                <a:srgbClr val="FF0000"/>
              </a:buClr>
              <a:buFont typeface="Wingdings" panose="05000000000000000000" pitchFamily="2" charset="2"/>
              <a:buChar char="Ø"/>
            </a:pPr>
            <a:r>
              <a:rPr lang="zh-CN" altLang="en-US" sz="2400" dirty="0"/>
              <a:t>最末一组只有</a:t>
            </a:r>
            <a:r>
              <a:rPr lang="en-US" altLang="zh-CN" sz="2400" dirty="0"/>
              <a:t>99</a:t>
            </a:r>
            <a:r>
              <a:rPr lang="zh-CN" altLang="en-US" sz="2400" dirty="0"/>
              <a:t>个盘块</a:t>
            </a:r>
          </a:p>
        </p:txBody>
      </p:sp>
      <p:sp>
        <p:nvSpPr>
          <p:cNvPr id="4" name="Rectangle 6">
            <a:extLst>
              <a:ext uri="{FF2B5EF4-FFF2-40B4-BE49-F238E27FC236}">
                <a16:creationId xmlns:a16="http://schemas.microsoft.com/office/drawing/2014/main" id="{6E1657DE-6457-6947-D73F-476F3781BBF9}"/>
              </a:ext>
            </a:extLst>
          </p:cNvPr>
          <p:cNvSpPr>
            <a:spLocks noChangeArrowheads="1"/>
          </p:cNvSpPr>
          <p:nvPr/>
        </p:nvSpPr>
        <p:spPr bwMode="auto">
          <a:xfrm>
            <a:off x="1408113" y="176213"/>
            <a:ext cx="2236510" cy="58477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eaLnBrk="1" hangingPunct="1">
              <a:lnSpc>
                <a:spcPct val="100000"/>
              </a:lnSpc>
              <a:spcBef>
                <a:spcPct val="0"/>
              </a:spcBef>
              <a:buClrTx/>
              <a:buSzTx/>
              <a:buFontTx/>
              <a:buNone/>
            </a:pPr>
            <a:r>
              <a:rPr kumimoji="1" lang="zh-CN" altLang="en-US" dirty="0">
                <a:solidFill>
                  <a:srgbClr val="990000"/>
                </a:solidFill>
                <a:ea typeface="隶书" panose="02010509060101010101" pitchFamily="49" charset="-122"/>
              </a:rPr>
              <a:t>成组链接法</a:t>
            </a:r>
            <a:endParaRPr kumimoji="1" lang="zh-CN" altLang="en-US" dirty="0">
              <a:solidFill>
                <a:srgbClr val="000000"/>
              </a:solidFill>
              <a:latin typeface="隶书" panose="02010509060101010101" pitchFamily="49" charset="-122"/>
              <a:ea typeface="隶书" panose="02010509060101010101" pitchFamily="49" charset="-122"/>
            </a:endParaRPr>
          </a:p>
        </p:txBody>
      </p:sp>
    </p:spTree>
    <p:extLst>
      <p:ext uri="{BB962C8B-B14F-4D97-AF65-F5344CB8AC3E}">
        <p14:creationId xmlns:p14="http://schemas.microsoft.com/office/powerpoint/2010/main" val="32509644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灯片编号占位符 3">
            <a:extLst>
              <a:ext uri="{FF2B5EF4-FFF2-40B4-BE49-F238E27FC236}">
                <a16:creationId xmlns:a16="http://schemas.microsoft.com/office/drawing/2014/main" id="{E457732A-85AE-E59B-706C-1B1761A33545}"/>
              </a:ext>
            </a:extLst>
          </p:cNvPr>
          <p:cNvSpPr>
            <a:spLocks noGrp="1"/>
          </p:cNvSpPr>
          <p:nvPr>
            <p:ph type="sldNum" sz="quarter" idx="4294967295"/>
          </p:nvPr>
        </p:nvSpPr>
        <p:spPr>
          <a:xfrm>
            <a:off x="9448800" y="6356350"/>
            <a:ext cx="2743200" cy="365125"/>
          </a:xfrm>
          <a:noFill/>
        </p:spPr>
        <p:txBody>
          <a:bodyP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a:lnSpc>
                <a:spcPct val="100000"/>
              </a:lnSpc>
              <a:spcBef>
                <a:spcPct val="0"/>
              </a:spcBef>
              <a:buClrTx/>
              <a:buSzTx/>
              <a:buFontTx/>
              <a:buNone/>
            </a:pPr>
            <a:fld id="{97194BC5-239B-4D8E-8630-275E0F8AC691}" type="slidenum">
              <a:rPr lang="en-US" altLang="zh-CN" sz="1400">
                <a:solidFill>
                  <a:schemeClr val="tx1"/>
                </a:solidFill>
                <a:ea typeface="宋体" panose="02010600030101010101" pitchFamily="2" charset="-122"/>
              </a:rPr>
              <a:pPr>
                <a:lnSpc>
                  <a:spcPct val="100000"/>
                </a:lnSpc>
                <a:spcBef>
                  <a:spcPct val="0"/>
                </a:spcBef>
                <a:buClrTx/>
                <a:buSzTx/>
                <a:buFontTx/>
                <a:buNone/>
              </a:pPr>
              <a:t>24</a:t>
            </a:fld>
            <a:endParaRPr lang="en-US" altLang="zh-CN" sz="1400">
              <a:solidFill>
                <a:schemeClr val="tx1"/>
              </a:solidFill>
              <a:ea typeface="宋体" panose="02010600030101010101" pitchFamily="2" charset="-122"/>
            </a:endParaRPr>
          </a:p>
        </p:txBody>
      </p:sp>
      <p:sp>
        <p:nvSpPr>
          <p:cNvPr id="443399" name="Rectangle 7">
            <a:extLst>
              <a:ext uri="{FF2B5EF4-FFF2-40B4-BE49-F238E27FC236}">
                <a16:creationId xmlns:a16="http://schemas.microsoft.com/office/drawing/2014/main" id="{D12495D9-83B5-3450-79FC-1A6E493228AE}"/>
              </a:ext>
            </a:extLst>
          </p:cNvPr>
          <p:cNvSpPr>
            <a:spLocks noChangeArrowheads="1"/>
          </p:cNvSpPr>
          <p:nvPr/>
        </p:nvSpPr>
        <p:spPr bwMode="auto">
          <a:xfrm>
            <a:off x="657226" y="939404"/>
            <a:ext cx="9688514" cy="24455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eaLnBrk="1" hangingPunct="1">
              <a:lnSpc>
                <a:spcPct val="130000"/>
              </a:lnSpc>
              <a:spcBef>
                <a:spcPct val="0"/>
              </a:spcBef>
              <a:buClrTx/>
              <a:buSzTx/>
              <a:buFontTx/>
              <a:buNone/>
            </a:pPr>
            <a:r>
              <a:rPr lang="en-US" altLang="zh-CN" sz="2400" dirty="0">
                <a:solidFill>
                  <a:srgbClr val="05A714"/>
                </a:solidFill>
              </a:rPr>
              <a:t>1</a:t>
            </a:r>
            <a:r>
              <a:rPr lang="zh-CN" altLang="en-US" sz="2400" dirty="0">
                <a:solidFill>
                  <a:srgbClr val="05A714"/>
                </a:solidFill>
              </a:rPr>
              <a:t>、成组链接法的基本原理：</a:t>
            </a:r>
            <a:r>
              <a:rPr lang="zh-CN" altLang="en-US" sz="2400" dirty="0"/>
              <a:t>成组链接法首先把文件存储设备中的所有空闲块按每</a:t>
            </a:r>
            <a:r>
              <a:rPr lang="en-US" altLang="zh-CN" sz="2400" dirty="0"/>
              <a:t>100</a:t>
            </a:r>
            <a:r>
              <a:rPr lang="zh-CN" altLang="en-US" sz="2400" dirty="0"/>
              <a:t>块分为一组，组的划分为从后向前顺次划分。其中，每组的第一块用来存放前一组中各块的块号和空闲块数。第一组的块数为</a:t>
            </a:r>
            <a:r>
              <a:rPr lang="en-US" altLang="zh-CN" sz="2400" dirty="0"/>
              <a:t>99</a:t>
            </a:r>
            <a:r>
              <a:rPr lang="zh-CN" altLang="en-US" sz="2400" dirty="0"/>
              <a:t>块。因为最后一组将不足</a:t>
            </a:r>
            <a:r>
              <a:rPr lang="en-US" altLang="zh-CN" sz="2400" dirty="0"/>
              <a:t>100</a:t>
            </a:r>
            <a:r>
              <a:rPr lang="zh-CN" altLang="en-US" sz="2400" dirty="0"/>
              <a:t>块，所以，该组的块号和和空闲块数只能放在管理文件存储设备的文件资源表（专用块）中。</a:t>
            </a:r>
          </a:p>
        </p:txBody>
      </p:sp>
      <p:sp>
        <p:nvSpPr>
          <p:cNvPr id="443408" name="Rectangle 16">
            <a:extLst>
              <a:ext uri="{FF2B5EF4-FFF2-40B4-BE49-F238E27FC236}">
                <a16:creationId xmlns:a16="http://schemas.microsoft.com/office/drawing/2014/main" id="{527876D2-43C5-9675-9E44-D7FC4C1BF892}"/>
              </a:ext>
            </a:extLst>
          </p:cNvPr>
          <p:cNvSpPr>
            <a:spLocks noChangeArrowheads="1"/>
          </p:cNvSpPr>
          <p:nvPr/>
        </p:nvSpPr>
        <p:spPr bwMode="auto">
          <a:xfrm>
            <a:off x="621508" y="3584178"/>
            <a:ext cx="9759950" cy="24455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eaLnBrk="1" hangingPunct="1">
              <a:lnSpc>
                <a:spcPct val="130000"/>
              </a:lnSpc>
              <a:spcBef>
                <a:spcPct val="0"/>
              </a:spcBef>
              <a:buClrTx/>
              <a:buSzTx/>
              <a:buFontTx/>
              <a:buNone/>
            </a:pPr>
            <a:r>
              <a:rPr lang="en-US" altLang="zh-CN" sz="2400" dirty="0">
                <a:solidFill>
                  <a:srgbClr val="05A714"/>
                </a:solidFill>
                <a:latin typeface="Times New Roman" panose="02020603050405020304" pitchFamily="18" charset="0"/>
                <a:cs typeface="Times New Roman" panose="02020603050405020304" pitchFamily="18" charset="0"/>
              </a:rPr>
              <a:t>2</a:t>
            </a:r>
            <a:r>
              <a:rPr lang="zh-CN" altLang="en-US" sz="2400" dirty="0">
                <a:solidFill>
                  <a:srgbClr val="05A714"/>
                </a:solidFill>
                <a:latin typeface="Times New Roman" panose="02020603050405020304" pitchFamily="18" charset="0"/>
                <a:cs typeface="Times New Roman" panose="02020603050405020304" pitchFamily="18" charset="0"/>
              </a:rPr>
              <a:t>、成组链接法的分配与回收过程：</a:t>
            </a:r>
          </a:p>
          <a:p>
            <a:pPr>
              <a:lnSpc>
                <a:spcPct val="130000"/>
              </a:lnSpc>
              <a:spcBef>
                <a:spcPct val="0"/>
              </a:spcBef>
              <a:buClrTx/>
              <a:buSzTx/>
              <a:buFontTx/>
              <a:buNone/>
            </a:pPr>
            <a:r>
              <a:rPr lang="zh-CN" altLang="en-US" sz="2400" dirty="0">
                <a:cs typeface="Times New Roman" panose="02020603050405020304" pitchFamily="18" charset="0"/>
              </a:rPr>
              <a:t>       首先，系统在初启时把文件资源表（专用块）复制到内存，从而使文件资源表中放有最后一组的空闲块号和总块数的堆栈进入内存，使得空闲块的分配和回收可在内存中进行。用语空闲块分配和回收的堆栈有栈指针</a:t>
            </a:r>
            <a:r>
              <a:rPr lang="en-US" altLang="zh-CN" sz="2400" dirty="0" err="1">
                <a:cs typeface="Times New Roman" panose="02020603050405020304" pitchFamily="18" charset="0"/>
              </a:rPr>
              <a:t>Ptr</a:t>
            </a:r>
            <a:r>
              <a:rPr lang="zh-CN" altLang="en-US" sz="2400" dirty="0">
                <a:cs typeface="Times New Roman" panose="02020603050405020304" pitchFamily="18" charset="0"/>
              </a:rPr>
              <a:t>，且</a:t>
            </a:r>
            <a:r>
              <a:rPr lang="en-US" altLang="zh-CN" sz="2400" dirty="0" err="1">
                <a:cs typeface="Times New Roman" panose="02020603050405020304" pitchFamily="18" charset="0"/>
              </a:rPr>
              <a:t>Ptr</a:t>
            </a:r>
            <a:r>
              <a:rPr lang="zh-CN" altLang="en-US" sz="2400" dirty="0">
                <a:cs typeface="Times New Roman" panose="02020603050405020304" pitchFamily="18" charset="0"/>
              </a:rPr>
              <a:t>的初值等于该组空闲块的总块数。</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43399"/>
                                        </p:tgtEl>
                                        <p:attrNameLst>
                                          <p:attrName>style.visibility</p:attrName>
                                        </p:attrNameLst>
                                      </p:cBhvr>
                                      <p:to>
                                        <p:strVal val="visible"/>
                                      </p:to>
                                    </p:set>
                                    <p:anim calcmode="lin" valueType="num">
                                      <p:cBhvr additive="base">
                                        <p:cTn id="7" dur="500" fill="hold"/>
                                        <p:tgtEl>
                                          <p:spTgt spid="443399"/>
                                        </p:tgtEl>
                                        <p:attrNameLst>
                                          <p:attrName>ppt_x</p:attrName>
                                        </p:attrNameLst>
                                      </p:cBhvr>
                                      <p:tavLst>
                                        <p:tav tm="0">
                                          <p:val>
                                            <p:strVal val="0-#ppt_w/2"/>
                                          </p:val>
                                        </p:tav>
                                        <p:tav tm="100000">
                                          <p:val>
                                            <p:strVal val="#ppt_x"/>
                                          </p:val>
                                        </p:tav>
                                      </p:tavLst>
                                    </p:anim>
                                    <p:anim calcmode="lin" valueType="num">
                                      <p:cBhvr additive="base">
                                        <p:cTn id="8" dur="500" fill="hold"/>
                                        <p:tgtEl>
                                          <p:spTgt spid="443399"/>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443408"/>
                                        </p:tgtEl>
                                        <p:attrNameLst>
                                          <p:attrName>style.visibility</p:attrName>
                                        </p:attrNameLst>
                                      </p:cBhvr>
                                      <p:to>
                                        <p:strVal val="visible"/>
                                      </p:to>
                                    </p:set>
                                    <p:anim calcmode="lin" valueType="num">
                                      <p:cBhvr additive="base">
                                        <p:cTn id="13" dur="500" fill="hold"/>
                                        <p:tgtEl>
                                          <p:spTgt spid="443408"/>
                                        </p:tgtEl>
                                        <p:attrNameLst>
                                          <p:attrName>ppt_x</p:attrName>
                                        </p:attrNameLst>
                                      </p:cBhvr>
                                      <p:tavLst>
                                        <p:tav tm="0">
                                          <p:val>
                                            <p:strVal val="0-#ppt_w/2"/>
                                          </p:val>
                                        </p:tav>
                                        <p:tav tm="100000">
                                          <p:val>
                                            <p:strVal val="#ppt_x"/>
                                          </p:val>
                                        </p:tav>
                                      </p:tavLst>
                                    </p:anim>
                                    <p:anim calcmode="lin" valueType="num">
                                      <p:cBhvr additive="base">
                                        <p:cTn id="14" dur="500" fill="hold"/>
                                        <p:tgtEl>
                                          <p:spTgt spid="44340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3399" grpId="0" autoUpdateAnimBg="0"/>
      <p:bldP spid="443408" grpId="0"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灯片编号占位符 3">
            <a:extLst>
              <a:ext uri="{FF2B5EF4-FFF2-40B4-BE49-F238E27FC236}">
                <a16:creationId xmlns:a16="http://schemas.microsoft.com/office/drawing/2014/main" id="{A9168452-F4AB-6187-7574-EAE042403126}"/>
              </a:ext>
            </a:extLst>
          </p:cNvPr>
          <p:cNvSpPr>
            <a:spLocks noGrp="1"/>
          </p:cNvSpPr>
          <p:nvPr>
            <p:ph type="sldNum" sz="quarter" idx="12"/>
          </p:nvPr>
        </p:nvSpPr>
        <p:spPr>
          <a:noFill/>
        </p:spPr>
        <p:txBody>
          <a:bodyP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a:lnSpc>
                <a:spcPct val="100000"/>
              </a:lnSpc>
              <a:spcBef>
                <a:spcPct val="0"/>
              </a:spcBef>
              <a:buClrTx/>
              <a:buSzTx/>
              <a:buFontTx/>
              <a:buNone/>
            </a:pPr>
            <a:fld id="{89C2A9A0-DF05-47B2-A241-DD18005C5078}" type="slidenum">
              <a:rPr lang="en-US" altLang="zh-CN" sz="1400">
                <a:solidFill>
                  <a:schemeClr val="tx1"/>
                </a:solidFill>
                <a:ea typeface="宋体" panose="02010600030101010101" pitchFamily="2" charset="-122"/>
              </a:rPr>
              <a:pPr>
                <a:lnSpc>
                  <a:spcPct val="100000"/>
                </a:lnSpc>
                <a:spcBef>
                  <a:spcPct val="0"/>
                </a:spcBef>
                <a:buClrTx/>
                <a:buSzTx/>
                <a:buFontTx/>
                <a:buNone/>
              </a:pPr>
              <a:t>25</a:t>
            </a:fld>
            <a:endParaRPr lang="en-US" altLang="zh-CN" sz="1400">
              <a:solidFill>
                <a:schemeClr val="tx1"/>
              </a:solidFill>
              <a:ea typeface="宋体" panose="02010600030101010101" pitchFamily="2" charset="-122"/>
            </a:endParaRPr>
          </a:p>
        </p:txBody>
      </p:sp>
      <p:sp>
        <p:nvSpPr>
          <p:cNvPr id="62467" name="文本框 1">
            <a:extLst>
              <a:ext uri="{FF2B5EF4-FFF2-40B4-BE49-F238E27FC236}">
                <a16:creationId xmlns:a16="http://schemas.microsoft.com/office/drawing/2014/main" id="{99402F75-4EF9-0D79-A638-867C6378ED1A}"/>
              </a:ext>
            </a:extLst>
          </p:cNvPr>
          <p:cNvSpPr txBox="1">
            <a:spLocks noChangeArrowheads="1"/>
          </p:cNvSpPr>
          <p:nvPr/>
        </p:nvSpPr>
        <p:spPr bwMode="auto">
          <a:xfrm>
            <a:off x="2654300" y="5492750"/>
            <a:ext cx="846138"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a:lnSpc>
                <a:spcPct val="100000"/>
              </a:lnSpc>
              <a:spcBef>
                <a:spcPct val="0"/>
              </a:spcBef>
              <a:buClrTx/>
              <a:buSzTx/>
              <a:buFontTx/>
              <a:buNone/>
            </a:pPr>
            <a:r>
              <a:rPr lang="zh-CN" altLang="en-US" sz="2400">
                <a:solidFill>
                  <a:schemeClr val="tx1"/>
                </a:solidFill>
              </a:rPr>
              <a:t>顶</a:t>
            </a:r>
          </a:p>
        </p:txBody>
      </p:sp>
      <p:pic>
        <p:nvPicPr>
          <p:cNvPr id="62468" name="Picture 4" descr="8-11">
            <a:extLst>
              <a:ext uri="{FF2B5EF4-FFF2-40B4-BE49-F238E27FC236}">
                <a16:creationId xmlns:a16="http://schemas.microsoft.com/office/drawing/2014/main" id="{164600F3-8AEC-44E7-C18B-614AF567C25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35968" y="523875"/>
            <a:ext cx="8120063" cy="496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灯片编号占位符 3">
            <a:extLst>
              <a:ext uri="{FF2B5EF4-FFF2-40B4-BE49-F238E27FC236}">
                <a16:creationId xmlns:a16="http://schemas.microsoft.com/office/drawing/2014/main" id="{9B9A0814-1505-8102-86DB-436DA4D4A80D}"/>
              </a:ext>
            </a:extLst>
          </p:cNvPr>
          <p:cNvSpPr>
            <a:spLocks noGrp="1"/>
          </p:cNvSpPr>
          <p:nvPr>
            <p:ph type="sldNum" sz="quarter" idx="12"/>
          </p:nvPr>
        </p:nvSpPr>
        <p:spPr>
          <a:noFill/>
        </p:spPr>
        <p:txBody>
          <a:bodyP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a:lnSpc>
                <a:spcPct val="100000"/>
              </a:lnSpc>
              <a:spcBef>
                <a:spcPct val="0"/>
              </a:spcBef>
              <a:buClrTx/>
              <a:buSzTx/>
              <a:buFontTx/>
              <a:buNone/>
            </a:pPr>
            <a:fld id="{52CF360E-830A-410A-8FE0-E66F8F4BB5E3}" type="slidenum">
              <a:rPr lang="en-US" altLang="zh-CN" sz="1400">
                <a:solidFill>
                  <a:schemeClr val="tx1"/>
                </a:solidFill>
                <a:ea typeface="宋体" panose="02010600030101010101" pitchFamily="2" charset="-122"/>
              </a:rPr>
              <a:pPr>
                <a:lnSpc>
                  <a:spcPct val="100000"/>
                </a:lnSpc>
                <a:spcBef>
                  <a:spcPct val="0"/>
                </a:spcBef>
                <a:buClrTx/>
                <a:buSzTx/>
                <a:buFontTx/>
                <a:buNone/>
              </a:pPr>
              <a:t>26</a:t>
            </a:fld>
            <a:endParaRPr lang="en-US" altLang="zh-CN" sz="1400">
              <a:solidFill>
                <a:schemeClr val="tx1"/>
              </a:solidFill>
              <a:ea typeface="宋体" panose="02010600030101010101" pitchFamily="2" charset="-122"/>
            </a:endParaRPr>
          </a:p>
        </p:txBody>
      </p:sp>
      <p:sp>
        <p:nvSpPr>
          <p:cNvPr id="448592" name="Rectangle 80">
            <a:extLst>
              <a:ext uri="{FF2B5EF4-FFF2-40B4-BE49-F238E27FC236}">
                <a16:creationId xmlns:a16="http://schemas.microsoft.com/office/drawing/2014/main" id="{5D77B1D1-BBDF-8232-9C32-F9138568E0A4}"/>
              </a:ext>
            </a:extLst>
          </p:cNvPr>
          <p:cNvSpPr>
            <a:spLocks noChangeArrowheads="1"/>
          </p:cNvSpPr>
          <p:nvPr/>
        </p:nvSpPr>
        <p:spPr bwMode="auto">
          <a:xfrm>
            <a:off x="981075" y="404814"/>
            <a:ext cx="9218613" cy="2282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eaLnBrk="1" hangingPunct="1">
              <a:spcBef>
                <a:spcPct val="0"/>
              </a:spcBef>
              <a:buClrTx/>
              <a:buSzTx/>
              <a:buFontTx/>
              <a:buNone/>
            </a:pPr>
            <a:r>
              <a:rPr lang="en-US" altLang="zh-CN" sz="2400" dirty="0"/>
              <a:t>       </a:t>
            </a:r>
            <a:r>
              <a:rPr lang="zh-CN" altLang="en-US" sz="2400" dirty="0"/>
              <a:t>分配一个空闲块时，按照</a:t>
            </a:r>
            <a:r>
              <a:rPr lang="zh-CN" altLang="en-US" sz="2400" dirty="0">
                <a:solidFill>
                  <a:srgbClr val="9900CC"/>
                </a:solidFill>
              </a:rPr>
              <a:t>后进先出</a:t>
            </a:r>
            <a:r>
              <a:rPr lang="zh-CN" altLang="en-US" sz="2400" dirty="0"/>
              <a:t>的原则，分配程序在取走栈指针</a:t>
            </a:r>
            <a:r>
              <a:rPr lang="en-US" altLang="zh-CN" sz="2400" dirty="0" err="1"/>
              <a:t>Ptr</a:t>
            </a:r>
            <a:r>
              <a:rPr lang="zh-CN" altLang="en-US" sz="2400" dirty="0"/>
              <a:t>所指的块号之后，再做</a:t>
            </a:r>
            <a:r>
              <a:rPr lang="en-US" altLang="zh-CN" sz="2400" dirty="0" err="1"/>
              <a:t>Ptr</a:t>
            </a:r>
            <a:r>
              <a:rPr lang="en-US" altLang="zh-CN" sz="2400" dirty="0"/>
              <a:t>=Ptr-1</a:t>
            </a:r>
            <a:r>
              <a:rPr lang="zh-CN" altLang="en-US" sz="2400" dirty="0"/>
              <a:t>的操作。当堆栈中只剩下最后一个空闲块号时，系统启动设备管理程序将该块中存放的下一组的空闲块号与总块数读入内存之后再把该块分配给申请者，然后系统重新设置</a:t>
            </a:r>
            <a:r>
              <a:rPr lang="en-US" altLang="zh-CN" sz="2400" dirty="0" err="1"/>
              <a:t>Ptr</a:t>
            </a:r>
            <a:r>
              <a:rPr lang="zh-CN" altLang="en-US" sz="2400" dirty="0"/>
              <a:t>指针。</a:t>
            </a:r>
          </a:p>
        </p:txBody>
      </p:sp>
      <p:sp>
        <p:nvSpPr>
          <p:cNvPr id="448593" name="Rectangle 81">
            <a:extLst>
              <a:ext uri="{FF2B5EF4-FFF2-40B4-BE49-F238E27FC236}">
                <a16:creationId xmlns:a16="http://schemas.microsoft.com/office/drawing/2014/main" id="{443DE4FF-DAC4-D560-2C6E-0E9F7E0B0B7E}"/>
              </a:ext>
            </a:extLst>
          </p:cNvPr>
          <p:cNvSpPr>
            <a:spLocks noChangeArrowheads="1"/>
          </p:cNvSpPr>
          <p:nvPr/>
        </p:nvSpPr>
        <p:spPr bwMode="auto">
          <a:xfrm>
            <a:off x="904875" y="2636839"/>
            <a:ext cx="9512301" cy="35997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eaLnBrk="1" hangingPunct="1">
              <a:spcBef>
                <a:spcPct val="0"/>
              </a:spcBef>
              <a:buClrTx/>
              <a:buSzTx/>
              <a:buFontTx/>
              <a:buNone/>
            </a:pPr>
            <a:r>
              <a:rPr lang="en-US" altLang="zh-CN" sz="2400" dirty="0"/>
              <a:t>       </a:t>
            </a:r>
            <a:r>
              <a:rPr lang="zh-CN" altLang="en-US" sz="2400" dirty="0"/>
              <a:t>文件存储设备的最后一个空闲块中设置有尾标识，以指示空闲块分配完毕。</a:t>
            </a:r>
          </a:p>
          <a:p>
            <a:pPr eaLnBrk="1" hangingPunct="1">
              <a:spcBef>
                <a:spcPct val="0"/>
              </a:spcBef>
              <a:buClrTx/>
              <a:buSzTx/>
              <a:buFontTx/>
              <a:buNone/>
            </a:pPr>
            <a:r>
              <a:rPr lang="zh-CN" altLang="en-US" sz="2400" dirty="0"/>
              <a:t>       回收一个空闲块时，回收程序先做指针</a:t>
            </a:r>
            <a:r>
              <a:rPr lang="en-US" altLang="zh-CN" sz="2400" dirty="0" err="1"/>
              <a:t>Ptr</a:t>
            </a:r>
            <a:r>
              <a:rPr lang="en-US" altLang="zh-CN" sz="2400" dirty="0"/>
              <a:t>=Ptr+1</a:t>
            </a:r>
            <a:r>
              <a:rPr lang="zh-CN" altLang="en-US" sz="2400" dirty="0"/>
              <a:t>的操作，然后把回收的物理块号放入当前指针</a:t>
            </a:r>
            <a:r>
              <a:rPr lang="en-US" altLang="zh-CN" sz="2400" dirty="0" err="1"/>
              <a:t>Ptr</a:t>
            </a:r>
            <a:r>
              <a:rPr lang="zh-CN" altLang="en-US" sz="2400" dirty="0"/>
              <a:t>所指的的位置。如果指针</a:t>
            </a:r>
            <a:r>
              <a:rPr lang="en-US" altLang="zh-CN" sz="2400" dirty="0" err="1"/>
              <a:t>Ptr</a:t>
            </a:r>
            <a:r>
              <a:rPr lang="zh-CN" altLang="en-US" sz="2400" dirty="0"/>
              <a:t>的值等于</a:t>
            </a:r>
            <a:r>
              <a:rPr lang="en-US" altLang="zh-CN" sz="2400" dirty="0"/>
              <a:t>50</a:t>
            </a:r>
            <a:r>
              <a:rPr lang="zh-CN" altLang="en-US" sz="2400" dirty="0"/>
              <a:t>，则表示该组已经回收结束。此时，如果还有新的物理块需要回收的话，回收该块并启动</a:t>
            </a:r>
            <a:r>
              <a:rPr lang="en-US" altLang="zh-CN" sz="2400" dirty="0"/>
              <a:t>I/O</a:t>
            </a:r>
            <a:r>
              <a:rPr lang="zh-CN" altLang="en-US" sz="2400" dirty="0"/>
              <a:t>设备管理程序，把回收的</a:t>
            </a:r>
            <a:r>
              <a:rPr lang="en-US" altLang="zh-CN" sz="2400" dirty="0"/>
              <a:t>50</a:t>
            </a:r>
            <a:r>
              <a:rPr lang="zh-CN" altLang="en-US" sz="2400" dirty="0"/>
              <a:t>个块号与块数写入新回收的块中。然后，将指针</a:t>
            </a:r>
            <a:r>
              <a:rPr lang="en-US" altLang="zh-CN" sz="2400" dirty="0" err="1"/>
              <a:t>Ptr</a:t>
            </a:r>
            <a:r>
              <a:rPr lang="zh-CN" altLang="en-US" sz="2400" dirty="0"/>
              <a:t>重新设置为</a:t>
            </a:r>
            <a:r>
              <a:rPr lang="en-US" altLang="zh-CN" sz="2400" dirty="0"/>
              <a:t>1</a:t>
            </a:r>
            <a:r>
              <a:rPr lang="zh-CN" altLang="en-US" sz="2400" dirty="0"/>
              <a:t>，另起一个新组。</a:t>
            </a:r>
          </a:p>
          <a:p>
            <a:pPr eaLnBrk="1" hangingPunct="1">
              <a:spcBef>
                <a:spcPct val="0"/>
              </a:spcBef>
              <a:buClrTx/>
              <a:buSzTx/>
              <a:buFontTx/>
              <a:buNone/>
            </a:pPr>
            <a:r>
              <a:rPr lang="zh-CN" altLang="en-US" sz="2400" dirty="0"/>
              <a:t>        </a:t>
            </a:r>
            <a:r>
              <a:rPr lang="zh-CN" altLang="en-US" sz="2400" dirty="0">
                <a:solidFill>
                  <a:srgbClr val="9900CC"/>
                </a:solidFill>
              </a:rPr>
              <a:t>对空闲块的分配和回收必须互斥进行</a:t>
            </a:r>
            <a:r>
              <a:rPr lang="zh-CN" altLang="en-US" sz="2400" dirty="0"/>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48592"/>
                                        </p:tgtEl>
                                        <p:attrNameLst>
                                          <p:attrName>style.visibility</p:attrName>
                                        </p:attrNameLst>
                                      </p:cBhvr>
                                      <p:to>
                                        <p:strVal val="visible"/>
                                      </p:to>
                                    </p:set>
                                    <p:anim calcmode="lin" valueType="num">
                                      <p:cBhvr additive="base">
                                        <p:cTn id="7" dur="500" fill="hold"/>
                                        <p:tgtEl>
                                          <p:spTgt spid="448592"/>
                                        </p:tgtEl>
                                        <p:attrNameLst>
                                          <p:attrName>ppt_x</p:attrName>
                                        </p:attrNameLst>
                                      </p:cBhvr>
                                      <p:tavLst>
                                        <p:tav tm="0">
                                          <p:val>
                                            <p:strVal val="0-#ppt_w/2"/>
                                          </p:val>
                                        </p:tav>
                                        <p:tav tm="100000">
                                          <p:val>
                                            <p:strVal val="#ppt_x"/>
                                          </p:val>
                                        </p:tav>
                                      </p:tavLst>
                                    </p:anim>
                                    <p:anim calcmode="lin" valueType="num">
                                      <p:cBhvr additive="base">
                                        <p:cTn id="8" dur="500" fill="hold"/>
                                        <p:tgtEl>
                                          <p:spTgt spid="448592"/>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448593"/>
                                        </p:tgtEl>
                                        <p:attrNameLst>
                                          <p:attrName>style.visibility</p:attrName>
                                        </p:attrNameLst>
                                      </p:cBhvr>
                                      <p:to>
                                        <p:strVal val="visible"/>
                                      </p:to>
                                    </p:set>
                                    <p:anim calcmode="lin" valueType="num">
                                      <p:cBhvr additive="base">
                                        <p:cTn id="13" dur="500" fill="hold"/>
                                        <p:tgtEl>
                                          <p:spTgt spid="448593"/>
                                        </p:tgtEl>
                                        <p:attrNameLst>
                                          <p:attrName>ppt_x</p:attrName>
                                        </p:attrNameLst>
                                      </p:cBhvr>
                                      <p:tavLst>
                                        <p:tav tm="0">
                                          <p:val>
                                            <p:strVal val="0-#ppt_w/2"/>
                                          </p:val>
                                        </p:tav>
                                        <p:tav tm="100000">
                                          <p:val>
                                            <p:strVal val="#ppt_x"/>
                                          </p:val>
                                        </p:tav>
                                      </p:tavLst>
                                    </p:anim>
                                    <p:anim calcmode="lin" valueType="num">
                                      <p:cBhvr additive="base">
                                        <p:cTn id="14" dur="500" fill="hold"/>
                                        <p:tgtEl>
                                          <p:spTgt spid="44859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8592" grpId="0" autoUpdateAnimBg="0"/>
      <p:bldP spid="448593" grpId="0"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灯片编号占位符 1">
            <a:extLst>
              <a:ext uri="{FF2B5EF4-FFF2-40B4-BE49-F238E27FC236}">
                <a16:creationId xmlns:a16="http://schemas.microsoft.com/office/drawing/2014/main" id="{D0BC5950-7FE1-D8C7-ADE0-523F10F5B9E4}"/>
              </a:ext>
            </a:extLst>
          </p:cNvPr>
          <p:cNvSpPr>
            <a:spLocks noGrp="1"/>
          </p:cNvSpPr>
          <p:nvPr>
            <p:ph type="sldNum" sz="quarter" idx="4294967295"/>
          </p:nvPr>
        </p:nvSpPr>
        <p:spPr>
          <a:xfrm>
            <a:off x="9448800" y="6356350"/>
            <a:ext cx="2743200" cy="365125"/>
          </a:xfrm>
          <a:noFill/>
        </p:spPr>
        <p:txBody>
          <a:bodyP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a:lnSpc>
                <a:spcPct val="100000"/>
              </a:lnSpc>
              <a:spcBef>
                <a:spcPct val="0"/>
              </a:spcBef>
              <a:buClrTx/>
              <a:buSzTx/>
              <a:buFontTx/>
              <a:buNone/>
            </a:pPr>
            <a:fld id="{FB3D77B7-4839-41FB-92B4-BC03EBD1B1CE}" type="slidenum">
              <a:rPr lang="en-US" altLang="zh-CN" sz="1400">
                <a:solidFill>
                  <a:schemeClr val="tx1"/>
                </a:solidFill>
                <a:ea typeface="宋体" panose="02010600030101010101" pitchFamily="2" charset="-122"/>
              </a:rPr>
              <a:pPr>
                <a:lnSpc>
                  <a:spcPct val="100000"/>
                </a:lnSpc>
                <a:spcBef>
                  <a:spcPct val="0"/>
                </a:spcBef>
                <a:buClrTx/>
                <a:buSzTx/>
                <a:buFontTx/>
                <a:buNone/>
              </a:pPr>
              <a:t>27</a:t>
            </a:fld>
            <a:endParaRPr lang="en-US" altLang="zh-CN" sz="1400">
              <a:solidFill>
                <a:schemeClr val="tx1"/>
              </a:solidFill>
              <a:ea typeface="宋体" panose="02010600030101010101" pitchFamily="2" charset="-122"/>
            </a:endParaRPr>
          </a:p>
        </p:txBody>
      </p:sp>
      <p:sp>
        <p:nvSpPr>
          <p:cNvPr id="64515" name="矩形 2">
            <a:extLst>
              <a:ext uri="{FF2B5EF4-FFF2-40B4-BE49-F238E27FC236}">
                <a16:creationId xmlns:a16="http://schemas.microsoft.com/office/drawing/2014/main" id="{F9C8DD60-B03F-44D1-D0B3-C30AD80627DC}"/>
              </a:ext>
            </a:extLst>
          </p:cNvPr>
          <p:cNvSpPr>
            <a:spLocks noChangeArrowheads="1"/>
          </p:cNvSpPr>
          <p:nvPr/>
        </p:nvSpPr>
        <p:spPr bwMode="auto">
          <a:xfrm>
            <a:off x="1009651" y="1184276"/>
            <a:ext cx="9858374" cy="2677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a:lnSpc>
                <a:spcPct val="100000"/>
              </a:lnSpc>
              <a:spcBef>
                <a:spcPct val="0"/>
              </a:spcBef>
              <a:buClrTx/>
              <a:buSzTx/>
              <a:buFontTx/>
              <a:buNone/>
            </a:pPr>
            <a:r>
              <a:rPr lang="zh-CN" altLang="en-US" sz="2400" dirty="0">
                <a:solidFill>
                  <a:schemeClr val="tx1"/>
                </a:solidFill>
                <a:latin typeface="+mn-ea"/>
                <a:ea typeface="+mn-ea"/>
              </a:rPr>
              <a:t>某个系统采用成组链接法来管理磁盘的空闲空间，目前磁盘的状态如图1所示。</a:t>
            </a:r>
            <a:endParaRPr lang="en-US" altLang="zh-CN" sz="2400" dirty="0">
              <a:solidFill>
                <a:schemeClr val="tx1"/>
              </a:solidFill>
              <a:latin typeface="+mn-ea"/>
              <a:ea typeface="+mn-ea"/>
            </a:endParaRPr>
          </a:p>
          <a:p>
            <a:pPr>
              <a:lnSpc>
                <a:spcPct val="100000"/>
              </a:lnSpc>
              <a:spcBef>
                <a:spcPct val="0"/>
              </a:spcBef>
              <a:buClrTx/>
              <a:buSzTx/>
              <a:buFontTx/>
              <a:buNone/>
            </a:pPr>
            <a:r>
              <a:rPr lang="zh-CN" altLang="en-US" sz="2400" dirty="0">
                <a:solidFill>
                  <a:schemeClr val="tx1"/>
                </a:solidFill>
                <a:latin typeface="+mn-ea"/>
                <a:ea typeface="+mn-ea"/>
              </a:rPr>
              <a:t>（1） 该磁盘中目前还有多少个空闲盘块？</a:t>
            </a:r>
            <a:endParaRPr lang="en-US" altLang="zh-CN" sz="2400" dirty="0">
              <a:solidFill>
                <a:schemeClr val="tx1"/>
              </a:solidFill>
              <a:latin typeface="+mn-ea"/>
              <a:ea typeface="+mn-ea"/>
            </a:endParaRPr>
          </a:p>
          <a:p>
            <a:pPr>
              <a:lnSpc>
                <a:spcPct val="100000"/>
              </a:lnSpc>
              <a:spcBef>
                <a:spcPct val="0"/>
              </a:spcBef>
              <a:buClrTx/>
              <a:buSzTx/>
              <a:buFontTx/>
              <a:buNone/>
            </a:pPr>
            <a:r>
              <a:rPr lang="zh-CN" altLang="en-US" sz="2400" dirty="0">
                <a:solidFill>
                  <a:schemeClr val="tx1"/>
                </a:solidFill>
                <a:latin typeface="+mn-ea"/>
                <a:ea typeface="+mn-ea"/>
              </a:rPr>
              <a:t>（2） 请简述磁盘块的分配过程。</a:t>
            </a:r>
            <a:endParaRPr lang="en-US" altLang="zh-CN" sz="2400" dirty="0">
              <a:solidFill>
                <a:schemeClr val="tx1"/>
              </a:solidFill>
              <a:latin typeface="+mn-ea"/>
              <a:ea typeface="+mn-ea"/>
            </a:endParaRPr>
          </a:p>
          <a:p>
            <a:pPr>
              <a:lnSpc>
                <a:spcPct val="100000"/>
              </a:lnSpc>
              <a:spcBef>
                <a:spcPct val="0"/>
              </a:spcBef>
              <a:buClrTx/>
              <a:buSzTx/>
              <a:buFontTx/>
              <a:buNone/>
            </a:pPr>
            <a:r>
              <a:rPr lang="zh-CN" altLang="en-US" sz="2400" dirty="0">
                <a:solidFill>
                  <a:schemeClr val="tx1"/>
                </a:solidFill>
                <a:latin typeface="+mn-ea"/>
                <a:ea typeface="+mn-ea"/>
              </a:rPr>
              <a:t>（3） 在为某个文件分配3个盘块后，系统要删除另一文件，并回收它所占的5个盘块，它们的盘块号依次为700、711、703、788、701，请画出回收后的盘块链接情况。 </a:t>
            </a:r>
          </a:p>
        </p:txBody>
      </p:sp>
      <p:sp>
        <p:nvSpPr>
          <p:cNvPr id="3" name="文本框 2">
            <a:extLst>
              <a:ext uri="{FF2B5EF4-FFF2-40B4-BE49-F238E27FC236}">
                <a16:creationId xmlns:a16="http://schemas.microsoft.com/office/drawing/2014/main" id="{10C45E5D-6EEF-3B90-B755-8F0AE94A3CFC}"/>
              </a:ext>
            </a:extLst>
          </p:cNvPr>
          <p:cNvSpPr txBox="1"/>
          <p:nvPr/>
        </p:nvSpPr>
        <p:spPr>
          <a:xfrm>
            <a:off x="1540669" y="267771"/>
            <a:ext cx="6719886" cy="523220"/>
          </a:xfrm>
          <a:prstGeom prst="rect">
            <a:avLst/>
          </a:prstGeom>
          <a:noFill/>
        </p:spPr>
        <p:txBody>
          <a:bodyPr wrap="square">
            <a:spAutoFit/>
          </a:bodyPr>
          <a:lstStyle/>
          <a:p>
            <a:r>
              <a:rPr lang="zh-CN" altLang="en-US" sz="2800" dirty="0">
                <a:solidFill>
                  <a:schemeClr val="tx1"/>
                </a:solidFill>
              </a:rPr>
              <a:t>例题</a:t>
            </a:r>
            <a:endParaRPr lang="zh-CN" altLang="en-US" sz="2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灯片编号占位符 1">
            <a:extLst>
              <a:ext uri="{FF2B5EF4-FFF2-40B4-BE49-F238E27FC236}">
                <a16:creationId xmlns:a16="http://schemas.microsoft.com/office/drawing/2014/main" id="{3181BF98-79AE-AA4C-71A1-5556908E8488}"/>
              </a:ext>
            </a:extLst>
          </p:cNvPr>
          <p:cNvSpPr>
            <a:spLocks noGrp="1"/>
          </p:cNvSpPr>
          <p:nvPr>
            <p:ph type="sldNum" sz="quarter" idx="12"/>
          </p:nvPr>
        </p:nvSpPr>
        <p:spPr>
          <a:noFill/>
        </p:spPr>
        <p:txBody>
          <a:bodyP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a:lnSpc>
                <a:spcPct val="100000"/>
              </a:lnSpc>
              <a:spcBef>
                <a:spcPct val="0"/>
              </a:spcBef>
              <a:buClrTx/>
              <a:buSzTx/>
              <a:buFontTx/>
              <a:buNone/>
            </a:pPr>
            <a:fld id="{3D7E09B2-1D40-4DFD-A371-097C7C67C780}" type="slidenum">
              <a:rPr lang="en-US" altLang="zh-CN" sz="1400">
                <a:solidFill>
                  <a:schemeClr val="tx1"/>
                </a:solidFill>
                <a:ea typeface="宋体" panose="02010600030101010101" pitchFamily="2" charset="-122"/>
              </a:rPr>
              <a:pPr>
                <a:lnSpc>
                  <a:spcPct val="100000"/>
                </a:lnSpc>
                <a:spcBef>
                  <a:spcPct val="0"/>
                </a:spcBef>
                <a:buClrTx/>
                <a:buSzTx/>
                <a:buFontTx/>
                <a:buNone/>
              </a:pPr>
              <a:t>28</a:t>
            </a:fld>
            <a:endParaRPr lang="en-US" altLang="zh-CN" sz="1400">
              <a:solidFill>
                <a:schemeClr val="tx1"/>
              </a:solidFill>
              <a:ea typeface="宋体" panose="02010600030101010101" pitchFamily="2" charset="-122"/>
            </a:endParaRPr>
          </a:p>
        </p:txBody>
      </p:sp>
      <p:pic>
        <p:nvPicPr>
          <p:cNvPr id="65539" name="图片 2">
            <a:extLst>
              <a:ext uri="{FF2B5EF4-FFF2-40B4-BE49-F238E27FC236}">
                <a16:creationId xmlns:a16="http://schemas.microsoft.com/office/drawing/2014/main" id="{C5E52EC0-9F96-4606-1D98-0D404CA4402E}"/>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849439" y="908050"/>
            <a:ext cx="8580437" cy="5092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灯片编号占位符 1">
            <a:extLst>
              <a:ext uri="{FF2B5EF4-FFF2-40B4-BE49-F238E27FC236}">
                <a16:creationId xmlns:a16="http://schemas.microsoft.com/office/drawing/2014/main" id="{DB420A4C-6ED8-9B54-0661-B62A4A146C33}"/>
              </a:ext>
            </a:extLst>
          </p:cNvPr>
          <p:cNvSpPr>
            <a:spLocks noGrp="1"/>
          </p:cNvSpPr>
          <p:nvPr>
            <p:ph type="sldNum" sz="quarter" idx="12"/>
          </p:nvPr>
        </p:nvSpPr>
        <p:spPr>
          <a:noFill/>
        </p:spPr>
        <p:txBody>
          <a:bodyP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a:lnSpc>
                <a:spcPct val="100000"/>
              </a:lnSpc>
              <a:spcBef>
                <a:spcPct val="0"/>
              </a:spcBef>
              <a:buClrTx/>
              <a:buSzTx/>
              <a:buFontTx/>
              <a:buNone/>
            </a:pPr>
            <a:fld id="{F37E6DDB-425D-4A08-8D62-8ACB5B6DB3B3}" type="slidenum">
              <a:rPr lang="en-US" altLang="zh-CN" sz="1400">
                <a:solidFill>
                  <a:schemeClr val="tx1"/>
                </a:solidFill>
                <a:ea typeface="宋体" panose="02010600030101010101" pitchFamily="2" charset="-122"/>
              </a:rPr>
              <a:pPr>
                <a:lnSpc>
                  <a:spcPct val="100000"/>
                </a:lnSpc>
                <a:spcBef>
                  <a:spcPct val="0"/>
                </a:spcBef>
                <a:buClrTx/>
                <a:buSzTx/>
                <a:buFontTx/>
                <a:buNone/>
              </a:pPr>
              <a:t>29</a:t>
            </a:fld>
            <a:endParaRPr lang="en-US" altLang="zh-CN" sz="1400">
              <a:solidFill>
                <a:schemeClr val="tx1"/>
              </a:solidFill>
              <a:ea typeface="宋体" panose="02010600030101010101" pitchFamily="2" charset="-122"/>
            </a:endParaRPr>
          </a:p>
        </p:txBody>
      </p:sp>
      <p:pic>
        <p:nvPicPr>
          <p:cNvPr id="66563" name="图片 2">
            <a:extLst>
              <a:ext uri="{FF2B5EF4-FFF2-40B4-BE49-F238E27FC236}">
                <a16:creationId xmlns:a16="http://schemas.microsoft.com/office/drawing/2014/main" id="{23CDB1B5-65E1-8497-6D95-8FC6B6D04B8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752600" y="585789"/>
            <a:ext cx="8686800" cy="568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灯片编号占位符 1">
            <a:extLst>
              <a:ext uri="{FF2B5EF4-FFF2-40B4-BE49-F238E27FC236}">
                <a16:creationId xmlns:a16="http://schemas.microsoft.com/office/drawing/2014/main" id="{8EEF4A3A-AAA3-98DF-15C4-8664A583CD19}"/>
              </a:ext>
            </a:extLst>
          </p:cNvPr>
          <p:cNvSpPr>
            <a:spLocks noGrp="1"/>
          </p:cNvSpPr>
          <p:nvPr>
            <p:ph type="sldNum" sz="quarter" idx="12"/>
          </p:nvPr>
        </p:nvSpPr>
        <p:spPr>
          <a:noFill/>
        </p:spPr>
        <p:txBody>
          <a:bodyP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a:lnSpc>
                <a:spcPct val="100000"/>
              </a:lnSpc>
              <a:spcBef>
                <a:spcPct val="0"/>
              </a:spcBef>
              <a:buClrTx/>
              <a:buSzTx/>
              <a:buFontTx/>
              <a:buNone/>
            </a:pPr>
            <a:fld id="{5FFBC269-4263-473D-A571-D9C5F6C244AC}" type="slidenum">
              <a:rPr lang="en-US" altLang="zh-CN" sz="1400">
                <a:solidFill>
                  <a:schemeClr val="tx1"/>
                </a:solidFill>
                <a:ea typeface="宋体" panose="02010600030101010101" pitchFamily="2" charset="-122"/>
              </a:rPr>
              <a:pPr>
                <a:lnSpc>
                  <a:spcPct val="100000"/>
                </a:lnSpc>
                <a:spcBef>
                  <a:spcPct val="0"/>
                </a:spcBef>
                <a:buClrTx/>
                <a:buSzTx/>
                <a:buFontTx/>
                <a:buNone/>
              </a:pPr>
              <a:t>30</a:t>
            </a:fld>
            <a:endParaRPr lang="en-US" altLang="zh-CN" sz="1400">
              <a:solidFill>
                <a:schemeClr val="tx1"/>
              </a:solidFill>
              <a:ea typeface="宋体" panose="02010600030101010101" pitchFamily="2" charset="-122"/>
            </a:endParaRPr>
          </a:p>
        </p:txBody>
      </p:sp>
      <p:pic>
        <p:nvPicPr>
          <p:cNvPr id="67587" name="图片 2">
            <a:extLst>
              <a:ext uri="{FF2B5EF4-FFF2-40B4-BE49-F238E27FC236}">
                <a16:creationId xmlns:a16="http://schemas.microsoft.com/office/drawing/2014/main" id="{F490C7EE-70D3-E23C-0490-9517415ED34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762125" y="561975"/>
            <a:ext cx="8667750" cy="5734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灯片编号占位符 1">
            <a:extLst>
              <a:ext uri="{FF2B5EF4-FFF2-40B4-BE49-F238E27FC236}">
                <a16:creationId xmlns:a16="http://schemas.microsoft.com/office/drawing/2014/main" id="{8C9F1EC4-A1E2-9B44-02DD-5B9F54D105CC}"/>
              </a:ext>
            </a:extLst>
          </p:cNvPr>
          <p:cNvSpPr>
            <a:spLocks noGrp="1"/>
          </p:cNvSpPr>
          <p:nvPr>
            <p:ph type="sldNum" sz="quarter" idx="12"/>
          </p:nvPr>
        </p:nvSpPr>
        <p:spPr>
          <a:noFill/>
        </p:spPr>
        <p:txBody>
          <a:bodyP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a:lnSpc>
                <a:spcPct val="100000"/>
              </a:lnSpc>
              <a:spcBef>
                <a:spcPct val="0"/>
              </a:spcBef>
              <a:buClrTx/>
              <a:buSzTx/>
              <a:buFontTx/>
              <a:buNone/>
            </a:pPr>
            <a:fld id="{0A413D87-4D63-4A83-9C3E-4682B6F6BF30}" type="slidenum">
              <a:rPr lang="en-US" altLang="zh-CN" sz="1400">
                <a:solidFill>
                  <a:schemeClr val="tx1"/>
                </a:solidFill>
                <a:ea typeface="宋体" panose="02010600030101010101" pitchFamily="2" charset="-122"/>
              </a:rPr>
              <a:pPr>
                <a:lnSpc>
                  <a:spcPct val="100000"/>
                </a:lnSpc>
                <a:spcBef>
                  <a:spcPct val="0"/>
                </a:spcBef>
                <a:buClrTx/>
                <a:buSzTx/>
                <a:buFontTx/>
                <a:buNone/>
              </a:pPr>
              <a:t>31</a:t>
            </a:fld>
            <a:endParaRPr lang="en-US" altLang="zh-CN" sz="1400">
              <a:solidFill>
                <a:schemeClr val="tx1"/>
              </a:solidFill>
              <a:ea typeface="宋体" panose="02010600030101010101" pitchFamily="2" charset="-122"/>
            </a:endParaRPr>
          </a:p>
        </p:txBody>
      </p:sp>
      <p:pic>
        <p:nvPicPr>
          <p:cNvPr id="68611" name="图片 2">
            <a:extLst>
              <a:ext uri="{FF2B5EF4-FFF2-40B4-BE49-F238E27FC236}">
                <a16:creationId xmlns:a16="http://schemas.microsoft.com/office/drawing/2014/main" id="{ED7E1406-6B5F-2BCE-68B2-BB2FABA88E8E}"/>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766889" y="581025"/>
            <a:ext cx="8658225" cy="569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灯片编号占位符 1">
            <a:extLst>
              <a:ext uri="{FF2B5EF4-FFF2-40B4-BE49-F238E27FC236}">
                <a16:creationId xmlns:a16="http://schemas.microsoft.com/office/drawing/2014/main" id="{366A0073-128D-24B1-BA47-536717485405}"/>
              </a:ext>
            </a:extLst>
          </p:cNvPr>
          <p:cNvSpPr>
            <a:spLocks noGrp="1"/>
          </p:cNvSpPr>
          <p:nvPr>
            <p:ph type="sldNum" sz="quarter" idx="12"/>
          </p:nvPr>
        </p:nvSpPr>
        <p:spPr>
          <a:noFill/>
        </p:spPr>
        <p:txBody>
          <a:bodyP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a:lnSpc>
                <a:spcPct val="100000"/>
              </a:lnSpc>
              <a:spcBef>
                <a:spcPct val="0"/>
              </a:spcBef>
              <a:buClrTx/>
              <a:buSzTx/>
              <a:buFontTx/>
              <a:buNone/>
            </a:pPr>
            <a:fld id="{FEF08702-7EC2-4175-9F3B-57389996457B}" type="slidenum">
              <a:rPr lang="en-US" altLang="zh-CN" sz="1400">
                <a:solidFill>
                  <a:schemeClr val="tx1"/>
                </a:solidFill>
                <a:ea typeface="宋体" panose="02010600030101010101" pitchFamily="2" charset="-122"/>
              </a:rPr>
              <a:pPr>
                <a:lnSpc>
                  <a:spcPct val="100000"/>
                </a:lnSpc>
                <a:spcBef>
                  <a:spcPct val="0"/>
                </a:spcBef>
                <a:buClrTx/>
                <a:buSzTx/>
                <a:buFontTx/>
                <a:buNone/>
              </a:pPr>
              <a:t>32</a:t>
            </a:fld>
            <a:endParaRPr lang="en-US" altLang="zh-CN" sz="1400">
              <a:solidFill>
                <a:schemeClr val="tx1"/>
              </a:solidFill>
              <a:ea typeface="宋体" panose="02010600030101010101" pitchFamily="2" charset="-122"/>
            </a:endParaRPr>
          </a:p>
        </p:txBody>
      </p:sp>
      <p:pic>
        <p:nvPicPr>
          <p:cNvPr id="69635" name="图片 3">
            <a:extLst>
              <a:ext uri="{FF2B5EF4-FFF2-40B4-BE49-F238E27FC236}">
                <a16:creationId xmlns:a16="http://schemas.microsoft.com/office/drawing/2014/main" id="{C1EA8ED3-F543-828C-B43B-CFB81CE6FF75}"/>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097088" y="620713"/>
            <a:ext cx="8102600" cy="544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灯片编号占位符 1">
            <a:extLst>
              <a:ext uri="{FF2B5EF4-FFF2-40B4-BE49-F238E27FC236}">
                <a16:creationId xmlns:a16="http://schemas.microsoft.com/office/drawing/2014/main" id="{75AEE0AC-631E-E0EF-C523-11E4BA24657D}"/>
              </a:ext>
            </a:extLst>
          </p:cNvPr>
          <p:cNvSpPr>
            <a:spLocks noGrp="1"/>
          </p:cNvSpPr>
          <p:nvPr>
            <p:ph type="sldNum" sz="quarter" idx="12"/>
          </p:nvPr>
        </p:nvSpPr>
        <p:spPr>
          <a:noFill/>
        </p:spPr>
        <p:txBody>
          <a:bodyP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a:lnSpc>
                <a:spcPct val="100000"/>
              </a:lnSpc>
              <a:spcBef>
                <a:spcPct val="0"/>
              </a:spcBef>
              <a:buClrTx/>
              <a:buSzTx/>
              <a:buFontTx/>
              <a:buNone/>
            </a:pPr>
            <a:fld id="{F379B817-5FFD-484E-B3FC-054998A0EE8C}" type="slidenum">
              <a:rPr lang="en-US" altLang="zh-CN" sz="1400">
                <a:solidFill>
                  <a:schemeClr val="tx1"/>
                </a:solidFill>
                <a:ea typeface="宋体" panose="02010600030101010101" pitchFamily="2" charset="-122"/>
              </a:rPr>
              <a:pPr>
                <a:lnSpc>
                  <a:spcPct val="100000"/>
                </a:lnSpc>
                <a:spcBef>
                  <a:spcPct val="0"/>
                </a:spcBef>
                <a:buClrTx/>
                <a:buSzTx/>
                <a:buFontTx/>
                <a:buNone/>
              </a:pPr>
              <a:t>33</a:t>
            </a:fld>
            <a:endParaRPr lang="en-US" altLang="zh-CN" sz="1400">
              <a:solidFill>
                <a:schemeClr val="tx1"/>
              </a:solidFill>
              <a:ea typeface="宋体" panose="02010600030101010101" pitchFamily="2" charset="-122"/>
            </a:endParaRPr>
          </a:p>
        </p:txBody>
      </p:sp>
      <p:pic>
        <p:nvPicPr>
          <p:cNvPr id="70659" name="图片 2">
            <a:extLst>
              <a:ext uri="{FF2B5EF4-FFF2-40B4-BE49-F238E27FC236}">
                <a16:creationId xmlns:a16="http://schemas.microsoft.com/office/drawing/2014/main" id="{7A6D673D-360C-4E1F-1825-DF7F2FBD6DD9}"/>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804989" y="419100"/>
            <a:ext cx="8582025" cy="601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灯片编号占位符 3">
            <a:extLst>
              <a:ext uri="{FF2B5EF4-FFF2-40B4-BE49-F238E27FC236}">
                <a16:creationId xmlns:a16="http://schemas.microsoft.com/office/drawing/2014/main" id="{19509C9E-BBE3-6044-F2B6-C35AE2EA2537}"/>
              </a:ext>
            </a:extLst>
          </p:cNvPr>
          <p:cNvSpPr>
            <a:spLocks noGrp="1"/>
          </p:cNvSpPr>
          <p:nvPr>
            <p:ph type="sldNum" sz="quarter" idx="4294967295"/>
          </p:nvPr>
        </p:nvSpPr>
        <p:spPr>
          <a:xfrm>
            <a:off x="9448800" y="6356350"/>
            <a:ext cx="2743200" cy="365125"/>
          </a:xfrm>
          <a:noFill/>
        </p:spPr>
        <p:txBody>
          <a:bodyP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a:lnSpc>
                <a:spcPct val="100000"/>
              </a:lnSpc>
              <a:spcBef>
                <a:spcPct val="0"/>
              </a:spcBef>
              <a:buClrTx/>
              <a:buSzTx/>
              <a:buFontTx/>
              <a:buNone/>
            </a:pPr>
            <a:fld id="{BA869508-EFAC-43DF-80B5-95B877CF5E30}" type="slidenum">
              <a:rPr lang="en-US" altLang="zh-CN" sz="1400">
                <a:solidFill>
                  <a:schemeClr val="tx1"/>
                </a:solidFill>
                <a:ea typeface="宋体" panose="02010600030101010101" pitchFamily="2" charset="-122"/>
              </a:rPr>
              <a:pPr>
                <a:lnSpc>
                  <a:spcPct val="100000"/>
                </a:lnSpc>
                <a:spcBef>
                  <a:spcPct val="0"/>
                </a:spcBef>
                <a:buClrTx/>
                <a:buSzTx/>
                <a:buFontTx/>
                <a:buNone/>
              </a:pPr>
              <a:t>34</a:t>
            </a:fld>
            <a:endParaRPr lang="en-US" altLang="zh-CN" sz="1400">
              <a:solidFill>
                <a:schemeClr val="tx1"/>
              </a:solidFill>
              <a:ea typeface="宋体" panose="02010600030101010101" pitchFamily="2" charset="-122"/>
            </a:endParaRPr>
          </a:p>
        </p:txBody>
      </p:sp>
      <p:sp>
        <p:nvSpPr>
          <p:cNvPr id="411650" name="Rectangle 2">
            <a:extLst>
              <a:ext uri="{FF2B5EF4-FFF2-40B4-BE49-F238E27FC236}">
                <a16:creationId xmlns:a16="http://schemas.microsoft.com/office/drawing/2014/main" id="{4F6BDE73-8CBA-C832-80E6-774E310C051F}"/>
              </a:ext>
            </a:extLst>
          </p:cNvPr>
          <p:cNvSpPr>
            <a:spLocks noChangeArrowheads="1"/>
          </p:cNvSpPr>
          <p:nvPr/>
        </p:nvSpPr>
        <p:spPr bwMode="auto">
          <a:xfrm>
            <a:off x="1390650" y="198436"/>
            <a:ext cx="2216150" cy="579437"/>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eaLnBrk="1" hangingPunct="1">
              <a:lnSpc>
                <a:spcPct val="100000"/>
              </a:lnSpc>
              <a:spcBef>
                <a:spcPct val="0"/>
              </a:spcBef>
              <a:buClrTx/>
              <a:buSzTx/>
              <a:buFontTx/>
              <a:buNone/>
            </a:pPr>
            <a:r>
              <a:rPr kumimoji="1" lang="zh-CN" altLang="en-US">
                <a:solidFill>
                  <a:srgbClr val="000000"/>
                </a:solidFill>
                <a:latin typeface="Times New Roman" panose="02020603050405020304" pitchFamily="18" charset="0"/>
                <a:ea typeface="隶书" panose="02010509060101010101" pitchFamily="49" charset="-122"/>
              </a:rPr>
              <a:t>三、位示图</a:t>
            </a:r>
          </a:p>
        </p:txBody>
      </p:sp>
      <p:sp>
        <p:nvSpPr>
          <p:cNvPr id="2" name="内容占位符 2">
            <a:extLst>
              <a:ext uri="{FF2B5EF4-FFF2-40B4-BE49-F238E27FC236}">
                <a16:creationId xmlns:a16="http://schemas.microsoft.com/office/drawing/2014/main" id="{7914B0FE-593A-F982-C9DA-9547A6FC99D7}"/>
              </a:ext>
            </a:extLst>
          </p:cNvPr>
          <p:cNvSpPr txBox="1"/>
          <p:nvPr/>
        </p:nvSpPr>
        <p:spPr>
          <a:xfrm>
            <a:off x="332810" y="1178457"/>
            <a:ext cx="10506640" cy="273039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lnSpc>
                <a:spcPct val="123000"/>
              </a:lnSpc>
              <a:spcBef>
                <a:spcPts val="0"/>
              </a:spcBef>
              <a:buClr>
                <a:srgbClr val="FF0000"/>
              </a:buClr>
              <a:buFont typeface="Wingdings" panose="05000000000000000000" pitchFamily="2" charset="2"/>
              <a:buChar char="Ø"/>
            </a:pPr>
            <a:r>
              <a:rPr lang="zh-CN" altLang="en-US" sz="2400" dirty="0">
                <a:sym typeface="Wingdings" panose="05000000000000000000" pitchFamily="2" charset="2"/>
              </a:rPr>
              <a:t>利用二进制的一位来表示磁盘中一个盘块的使用情况</a:t>
            </a:r>
            <a:endParaRPr lang="en-US" altLang="zh-CN" sz="2400" dirty="0">
              <a:sym typeface="Wingdings" panose="05000000000000000000" pitchFamily="2" charset="2"/>
            </a:endParaRPr>
          </a:p>
          <a:p>
            <a:pPr lvl="2">
              <a:lnSpc>
                <a:spcPct val="123000"/>
              </a:lnSpc>
              <a:spcBef>
                <a:spcPts val="0"/>
              </a:spcBef>
              <a:buClr>
                <a:srgbClr val="FF0000"/>
              </a:buClr>
              <a:buFont typeface="Wingdings" panose="05000000000000000000" pitchFamily="2" charset="2"/>
              <a:buChar char="p"/>
            </a:pPr>
            <a:r>
              <a:rPr lang="zh-CN" altLang="en-US" sz="2400" dirty="0">
                <a:sym typeface="Wingdings" panose="05000000000000000000" pitchFamily="2" charset="2"/>
              </a:rPr>
              <a:t>当值为</a:t>
            </a:r>
            <a:r>
              <a:rPr lang="en-US" altLang="zh-CN" sz="2400" dirty="0">
                <a:sym typeface="Wingdings" panose="05000000000000000000" pitchFamily="2" charset="2"/>
              </a:rPr>
              <a:t>0</a:t>
            </a:r>
            <a:r>
              <a:rPr lang="zh-CN" altLang="en-US" sz="2400" dirty="0">
                <a:sym typeface="Wingdings" panose="05000000000000000000" pitchFamily="2" charset="2"/>
              </a:rPr>
              <a:t>时，表示对应的盘块空闲</a:t>
            </a:r>
            <a:endParaRPr lang="en-US" altLang="zh-CN" sz="2400" dirty="0">
              <a:sym typeface="Wingdings" panose="05000000000000000000" pitchFamily="2" charset="2"/>
            </a:endParaRPr>
          </a:p>
          <a:p>
            <a:pPr lvl="2">
              <a:lnSpc>
                <a:spcPct val="123000"/>
              </a:lnSpc>
              <a:spcBef>
                <a:spcPts val="0"/>
              </a:spcBef>
              <a:buClr>
                <a:srgbClr val="FF0000"/>
              </a:buClr>
              <a:buFont typeface="Wingdings" panose="05000000000000000000" pitchFamily="2" charset="2"/>
              <a:buChar char="p"/>
            </a:pPr>
            <a:r>
              <a:rPr lang="zh-CN" altLang="en-US" sz="2400" dirty="0">
                <a:sym typeface="Wingdings" panose="05000000000000000000" pitchFamily="2" charset="2"/>
              </a:rPr>
              <a:t>当值为</a:t>
            </a:r>
            <a:r>
              <a:rPr lang="en-US" altLang="zh-CN" sz="2400" dirty="0">
                <a:sym typeface="Wingdings" panose="05000000000000000000" pitchFamily="2" charset="2"/>
              </a:rPr>
              <a:t>1</a:t>
            </a:r>
            <a:r>
              <a:rPr lang="zh-CN" altLang="en-US" sz="2400" dirty="0">
                <a:sym typeface="Wingdings" panose="05000000000000000000" pitchFamily="2" charset="2"/>
              </a:rPr>
              <a:t>时，表示已分配</a:t>
            </a:r>
          </a:p>
          <a:p>
            <a:pPr lvl="1">
              <a:lnSpc>
                <a:spcPct val="123000"/>
              </a:lnSpc>
              <a:spcBef>
                <a:spcPts val="0"/>
              </a:spcBef>
              <a:buClr>
                <a:srgbClr val="FF0000"/>
              </a:buClr>
              <a:buFont typeface="Wingdings" panose="05000000000000000000" pitchFamily="2" charset="2"/>
              <a:buChar char="Ø"/>
            </a:pPr>
            <a:r>
              <a:rPr lang="zh-CN" altLang="en-US" sz="2400" dirty="0">
                <a:solidFill>
                  <a:srgbClr val="0000FF"/>
                </a:solidFill>
                <a:sym typeface="Wingdings" panose="05000000000000000000" pitchFamily="2" charset="2"/>
              </a:rPr>
              <a:t>磁盘上的所有盘块都有一个二进制位与之对应，这样，由所有盘块所对应的位构成一个集合</a:t>
            </a:r>
            <a:r>
              <a:rPr lang="zh-CN" altLang="en-US" sz="2400" dirty="0">
                <a:sym typeface="Wingdings" panose="05000000000000000000" pitchFamily="2" charset="2"/>
              </a:rPr>
              <a:t>，称为</a:t>
            </a:r>
            <a:r>
              <a:rPr lang="zh-CN" altLang="en-US" sz="2400" dirty="0">
                <a:solidFill>
                  <a:srgbClr val="FF0000"/>
                </a:solidFill>
                <a:sym typeface="Wingdings" panose="05000000000000000000" pitchFamily="2" charset="2"/>
              </a:rPr>
              <a:t>位示图</a:t>
            </a:r>
          </a:p>
        </p:txBody>
      </p:sp>
      <p:pic>
        <p:nvPicPr>
          <p:cNvPr id="3" name="图片 2">
            <a:extLst>
              <a:ext uri="{FF2B5EF4-FFF2-40B4-BE49-F238E27FC236}">
                <a16:creationId xmlns:a16="http://schemas.microsoft.com/office/drawing/2014/main" id="{5D531473-D2DF-C8D5-6C5D-401A6F84A396}"/>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954105" y="3707966"/>
            <a:ext cx="10298588" cy="2325427"/>
          </a:xfrm>
          <a:prstGeom prst="rect">
            <a:avLst/>
          </a:prstGeom>
          <a:ln>
            <a:noFill/>
          </a:ln>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11650"/>
                                        </p:tgtEl>
                                        <p:attrNameLst>
                                          <p:attrName>style.visibility</p:attrName>
                                        </p:attrNameLst>
                                      </p:cBhvr>
                                      <p:to>
                                        <p:strVal val="visible"/>
                                      </p:to>
                                    </p:set>
                                    <p:anim calcmode="lin" valueType="num">
                                      <p:cBhvr additive="base">
                                        <p:cTn id="7" dur="500" fill="hold"/>
                                        <p:tgtEl>
                                          <p:spTgt spid="411650"/>
                                        </p:tgtEl>
                                        <p:attrNameLst>
                                          <p:attrName>ppt_x</p:attrName>
                                        </p:attrNameLst>
                                      </p:cBhvr>
                                      <p:tavLst>
                                        <p:tav tm="0">
                                          <p:val>
                                            <p:strVal val="0-#ppt_w/2"/>
                                          </p:val>
                                        </p:tav>
                                        <p:tav tm="100000">
                                          <p:val>
                                            <p:strVal val="#ppt_x"/>
                                          </p:val>
                                        </p:tav>
                                      </p:tavLst>
                                    </p:anim>
                                    <p:anim calcmode="lin" valueType="num">
                                      <p:cBhvr additive="base">
                                        <p:cTn id="8" dur="500" fill="hold"/>
                                        <p:tgtEl>
                                          <p:spTgt spid="41165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1650" grpId="0" animBg="1" autoUpdateAnimBg="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8F2524F7-D455-BA1A-95D1-885A78E1EFA7}"/>
              </a:ext>
            </a:extLst>
          </p:cNvPr>
          <p:cNvSpPr/>
          <p:nvPr/>
        </p:nvSpPr>
        <p:spPr>
          <a:xfrm>
            <a:off x="1022350" y="116768"/>
            <a:ext cx="7026275" cy="523220"/>
          </a:xfrm>
          <a:prstGeom prst="rect">
            <a:avLst/>
          </a:prstGeom>
        </p:spPr>
        <p:txBody>
          <a:bodyPr wrap="square">
            <a:spAutoFit/>
          </a:bodyPr>
          <a:lstStyle/>
          <a:p>
            <a:r>
              <a:rPr lang="zh-CN" altLang="en-US" sz="2800" b="1" dirty="0"/>
              <a:t>盘块的分配和回收</a:t>
            </a:r>
          </a:p>
        </p:txBody>
      </p:sp>
      <p:grpSp>
        <p:nvGrpSpPr>
          <p:cNvPr id="3" name="í$1iďè">
            <a:extLst>
              <a:ext uri="{FF2B5EF4-FFF2-40B4-BE49-F238E27FC236}">
                <a16:creationId xmlns:a16="http://schemas.microsoft.com/office/drawing/2014/main" id="{89B03111-8E79-FED5-3A71-AEDC80A8AD34}"/>
              </a:ext>
            </a:extLst>
          </p:cNvPr>
          <p:cNvGrpSpPr/>
          <p:nvPr/>
        </p:nvGrpSpPr>
        <p:grpSpPr>
          <a:xfrm>
            <a:off x="652895" y="1335668"/>
            <a:ext cx="9624579" cy="2680737"/>
            <a:chOff x="4136995" y="1408046"/>
            <a:chExt cx="8618628" cy="2680737"/>
          </a:xfrm>
        </p:grpSpPr>
        <p:sp>
          <p:nvSpPr>
            <p:cNvPr id="4" name="îslîďê">
              <a:extLst>
                <a:ext uri="{FF2B5EF4-FFF2-40B4-BE49-F238E27FC236}">
                  <a16:creationId xmlns:a16="http://schemas.microsoft.com/office/drawing/2014/main" id="{041D7EE2-9C35-E36A-09E6-505591C38AB1}"/>
                </a:ext>
              </a:extLst>
            </p:cNvPr>
            <p:cNvSpPr/>
            <p:nvPr/>
          </p:nvSpPr>
          <p:spPr>
            <a:xfrm>
              <a:off x="4136995" y="1712614"/>
              <a:ext cx="408372" cy="363926"/>
            </a:xfrm>
            <a:custGeom>
              <a:avLst/>
              <a:gdLst>
                <a:gd name="connsiteX0" fmla="*/ 514822 w 607336"/>
                <a:gd name="connsiteY0" fmla="*/ 287718 h 541236"/>
                <a:gd name="connsiteX1" fmla="*/ 501327 w 607336"/>
                <a:gd name="connsiteY1" fmla="*/ 301190 h 541236"/>
                <a:gd name="connsiteX2" fmla="*/ 501327 w 607336"/>
                <a:gd name="connsiteY2" fmla="*/ 357185 h 541236"/>
                <a:gd name="connsiteX3" fmla="*/ 514822 w 607336"/>
                <a:gd name="connsiteY3" fmla="*/ 370656 h 541236"/>
                <a:gd name="connsiteX4" fmla="*/ 528317 w 607336"/>
                <a:gd name="connsiteY4" fmla="*/ 357185 h 541236"/>
                <a:gd name="connsiteX5" fmla="*/ 528317 w 607336"/>
                <a:gd name="connsiteY5" fmla="*/ 301190 h 541236"/>
                <a:gd name="connsiteX6" fmla="*/ 514822 w 607336"/>
                <a:gd name="connsiteY6" fmla="*/ 287718 h 541236"/>
                <a:gd name="connsiteX7" fmla="*/ 513884 w 607336"/>
                <a:gd name="connsiteY7" fmla="*/ 257846 h 541236"/>
                <a:gd name="connsiteX8" fmla="*/ 524093 w 607336"/>
                <a:gd name="connsiteY8" fmla="*/ 258315 h 541236"/>
                <a:gd name="connsiteX9" fmla="*/ 591098 w 607336"/>
                <a:gd name="connsiteY9" fmla="*/ 286664 h 541236"/>
                <a:gd name="connsiteX10" fmla="*/ 596496 w 607336"/>
                <a:gd name="connsiteY10" fmla="*/ 294630 h 541236"/>
                <a:gd name="connsiteX11" fmla="*/ 605297 w 607336"/>
                <a:gd name="connsiteY11" fmla="*/ 403457 h 541236"/>
                <a:gd name="connsiteX12" fmla="*/ 581123 w 607336"/>
                <a:gd name="connsiteY12" fmla="*/ 508770 h 541236"/>
                <a:gd name="connsiteX13" fmla="*/ 575725 w 607336"/>
                <a:gd name="connsiteY13" fmla="*/ 516736 h 541236"/>
                <a:gd name="connsiteX14" fmla="*/ 514822 w 607336"/>
                <a:gd name="connsiteY14" fmla="*/ 536650 h 541236"/>
                <a:gd name="connsiteX15" fmla="*/ 453919 w 607336"/>
                <a:gd name="connsiteY15" fmla="*/ 516736 h 541236"/>
                <a:gd name="connsiteX16" fmla="*/ 448521 w 607336"/>
                <a:gd name="connsiteY16" fmla="*/ 508770 h 541236"/>
                <a:gd name="connsiteX17" fmla="*/ 424348 w 607336"/>
                <a:gd name="connsiteY17" fmla="*/ 403457 h 541236"/>
                <a:gd name="connsiteX18" fmla="*/ 433149 w 607336"/>
                <a:gd name="connsiteY18" fmla="*/ 294630 h 541236"/>
                <a:gd name="connsiteX19" fmla="*/ 438547 w 607336"/>
                <a:gd name="connsiteY19" fmla="*/ 286664 h 541236"/>
                <a:gd name="connsiteX20" fmla="*/ 502970 w 607336"/>
                <a:gd name="connsiteY20" fmla="*/ 258315 h 541236"/>
                <a:gd name="connsiteX21" fmla="*/ 513884 w 607336"/>
                <a:gd name="connsiteY21" fmla="*/ 257846 h 541236"/>
                <a:gd name="connsiteX22" fmla="*/ 23466 w 607336"/>
                <a:gd name="connsiteY22" fmla="*/ 0 h 541236"/>
                <a:gd name="connsiteX23" fmla="*/ 555312 w 607336"/>
                <a:gd name="connsiteY23" fmla="*/ 0 h 541236"/>
                <a:gd name="connsiteX24" fmla="*/ 578778 w 607336"/>
                <a:gd name="connsiteY24" fmla="*/ 23430 h 541236"/>
                <a:gd name="connsiteX25" fmla="*/ 578778 w 607336"/>
                <a:gd name="connsiteY25" fmla="*/ 253163 h 541236"/>
                <a:gd name="connsiteX26" fmla="*/ 531847 w 607336"/>
                <a:gd name="connsiteY26" fmla="*/ 239339 h 541236"/>
                <a:gd name="connsiteX27" fmla="*/ 531847 w 607336"/>
                <a:gd name="connsiteY27" fmla="*/ 46861 h 541236"/>
                <a:gd name="connsiteX28" fmla="*/ 46931 w 607336"/>
                <a:gd name="connsiteY28" fmla="*/ 46861 h 541236"/>
                <a:gd name="connsiteX29" fmla="*/ 46931 w 607336"/>
                <a:gd name="connsiteY29" fmla="*/ 346766 h 541236"/>
                <a:gd name="connsiteX30" fmla="*/ 404898 w 607336"/>
                <a:gd name="connsiteY30" fmla="*/ 346766 h 541236"/>
                <a:gd name="connsiteX31" fmla="*/ 405837 w 607336"/>
                <a:gd name="connsiteY31" fmla="*/ 410730 h 541236"/>
                <a:gd name="connsiteX32" fmla="*/ 409005 w 607336"/>
                <a:gd name="connsiteY32" fmla="*/ 432638 h 541236"/>
                <a:gd name="connsiteX33" fmla="*/ 368175 w 607336"/>
                <a:gd name="connsiteY33" fmla="*/ 432638 h 541236"/>
                <a:gd name="connsiteX34" fmla="*/ 388120 w 607336"/>
                <a:gd name="connsiteY34" fmla="*/ 500585 h 541236"/>
                <a:gd name="connsiteX35" fmla="*/ 412407 w 607336"/>
                <a:gd name="connsiteY35" fmla="*/ 500585 h 541236"/>
                <a:gd name="connsiteX36" fmla="*/ 423553 w 607336"/>
                <a:gd name="connsiteY36" fmla="*/ 511714 h 541236"/>
                <a:gd name="connsiteX37" fmla="*/ 423553 w 607336"/>
                <a:gd name="connsiteY37" fmla="*/ 530107 h 541236"/>
                <a:gd name="connsiteX38" fmla="*/ 412407 w 607336"/>
                <a:gd name="connsiteY38" fmla="*/ 541236 h 541236"/>
                <a:gd name="connsiteX39" fmla="*/ 166371 w 607336"/>
                <a:gd name="connsiteY39" fmla="*/ 541236 h 541236"/>
                <a:gd name="connsiteX40" fmla="*/ 155225 w 607336"/>
                <a:gd name="connsiteY40" fmla="*/ 530107 h 541236"/>
                <a:gd name="connsiteX41" fmla="*/ 155225 w 607336"/>
                <a:gd name="connsiteY41" fmla="*/ 511714 h 541236"/>
                <a:gd name="connsiteX42" fmla="*/ 166371 w 607336"/>
                <a:gd name="connsiteY42" fmla="*/ 500585 h 541236"/>
                <a:gd name="connsiteX43" fmla="*/ 190658 w 607336"/>
                <a:gd name="connsiteY43" fmla="*/ 500585 h 541236"/>
                <a:gd name="connsiteX44" fmla="*/ 210721 w 607336"/>
                <a:gd name="connsiteY44" fmla="*/ 432638 h 541236"/>
                <a:gd name="connsiteX45" fmla="*/ 23466 w 607336"/>
                <a:gd name="connsiteY45" fmla="*/ 432638 h 541236"/>
                <a:gd name="connsiteX46" fmla="*/ 0 w 607336"/>
                <a:gd name="connsiteY46" fmla="*/ 409207 h 541236"/>
                <a:gd name="connsiteX47" fmla="*/ 0 w 607336"/>
                <a:gd name="connsiteY47" fmla="*/ 23430 h 541236"/>
                <a:gd name="connsiteX48" fmla="*/ 23466 w 607336"/>
                <a:gd name="connsiteY48" fmla="*/ 0 h 54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607336" h="541236">
                  <a:moveTo>
                    <a:pt x="514822" y="287718"/>
                  </a:moveTo>
                  <a:cubicBezTo>
                    <a:pt x="507429" y="287718"/>
                    <a:pt x="501327" y="293810"/>
                    <a:pt x="501327" y="301190"/>
                  </a:cubicBezTo>
                  <a:lnTo>
                    <a:pt x="501327" y="357185"/>
                  </a:lnTo>
                  <a:cubicBezTo>
                    <a:pt x="501327" y="364682"/>
                    <a:pt x="507429" y="370656"/>
                    <a:pt x="514822" y="370656"/>
                  </a:cubicBezTo>
                  <a:cubicBezTo>
                    <a:pt x="522215" y="370656"/>
                    <a:pt x="528317" y="364682"/>
                    <a:pt x="528317" y="357185"/>
                  </a:cubicBezTo>
                  <a:lnTo>
                    <a:pt x="528317" y="301190"/>
                  </a:lnTo>
                  <a:cubicBezTo>
                    <a:pt x="528317" y="293810"/>
                    <a:pt x="522215" y="287718"/>
                    <a:pt x="514822" y="287718"/>
                  </a:cubicBezTo>
                  <a:close/>
                  <a:moveTo>
                    <a:pt x="513884" y="257846"/>
                  </a:moveTo>
                  <a:cubicBezTo>
                    <a:pt x="521042" y="257846"/>
                    <a:pt x="524093" y="258315"/>
                    <a:pt x="524093" y="258315"/>
                  </a:cubicBezTo>
                  <a:cubicBezTo>
                    <a:pt x="546506" y="260423"/>
                    <a:pt x="569037" y="269795"/>
                    <a:pt x="591098" y="286664"/>
                  </a:cubicBezTo>
                  <a:cubicBezTo>
                    <a:pt x="593679" y="288655"/>
                    <a:pt x="595557" y="291467"/>
                    <a:pt x="596496" y="294630"/>
                  </a:cubicBezTo>
                  <a:cubicBezTo>
                    <a:pt x="606940" y="330710"/>
                    <a:pt x="609756" y="365268"/>
                    <a:pt x="605297" y="403457"/>
                  </a:cubicBezTo>
                  <a:cubicBezTo>
                    <a:pt x="601307" y="437312"/>
                    <a:pt x="592037" y="471166"/>
                    <a:pt x="581123" y="508770"/>
                  </a:cubicBezTo>
                  <a:cubicBezTo>
                    <a:pt x="580185" y="511933"/>
                    <a:pt x="578307" y="514744"/>
                    <a:pt x="575725" y="516736"/>
                  </a:cubicBezTo>
                  <a:cubicBezTo>
                    <a:pt x="559062" y="529622"/>
                    <a:pt x="537470" y="536650"/>
                    <a:pt x="514822" y="536650"/>
                  </a:cubicBezTo>
                  <a:cubicBezTo>
                    <a:pt x="492174" y="536650"/>
                    <a:pt x="470583" y="529622"/>
                    <a:pt x="453919" y="516736"/>
                  </a:cubicBezTo>
                  <a:cubicBezTo>
                    <a:pt x="451338" y="514744"/>
                    <a:pt x="449460" y="511933"/>
                    <a:pt x="448521" y="508770"/>
                  </a:cubicBezTo>
                  <a:cubicBezTo>
                    <a:pt x="437608" y="471166"/>
                    <a:pt x="428338" y="437312"/>
                    <a:pt x="424348" y="403457"/>
                  </a:cubicBezTo>
                  <a:cubicBezTo>
                    <a:pt x="420006" y="365268"/>
                    <a:pt x="422705" y="330710"/>
                    <a:pt x="433149" y="294630"/>
                  </a:cubicBezTo>
                  <a:cubicBezTo>
                    <a:pt x="434088" y="291467"/>
                    <a:pt x="435965" y="288655"/>
                    <a:pt x="438547" y="286664"/>
                  </a:cubicBezTo>
                  <a:cubicBezTo>
                    <a:pt x="459787" y="270381"/>
                    <a:pt x="481378" y="260892"/>
                    <a:pt x="502970" y="258315"/>
                  </a:cubicBezTo>
                  <a:cubicBezTo>
                    <a:pt x="502970" y="258315"/>
                    <a:pt x="506725" y="257846"/>
                    <a:pt x="513884" y="257846"/>
                  </a:cubicBezTo>
                  <a:close/>
                  <a:moveTo>
                    <a:pt x="23466" y="0"/>
                  </a:moveTo>
                  <a:lnTo>
                    <a:pt x="555312" y="0"/>
                  </a:lnTo>
                  <a:cubicBezTo>
                    <a:pt x="568336" y="0"/>
                    <a:pt x="578778" y="10544"/>
                    <a:pt x="578778" y="23430"/>
                  </a:cubicBezTo>
                  <a:lnTo>
                    <a:pt x="578778" y="253163"/>
                  </a:lnTo>
                  <a:cubicBezTo>
                    <a:pt x="563408" y="245548"/>
                    <a:pt x="547686" y="240979"/>
                    <a:pt x="531847" y="239339"/>
                  </a:cubicBezTo>
                  <a:lnTo>
                    <a:pt x="531847" y="46861"/>
                  </a:lnTo>
                  <a:lnTo>
                    <a:pt x="46931" y="46861"/>
                  </a:lnTo>
                  <a:lnTo>
                    <a:pt x="46931" y="346766"/>
                  </a:lnTo>
                  <a:lnTo>
                    <a:pt x="404898" y="346766"/>
                  </a:lnTo>
                  <a:cubicBezTo>
                    <a:pt x="402904" y="367502"/>
                    <a:pt x="403256" y="388589"/>
                    <a:pt x="405837" y="410730"/>
                  </a:cubicBezTo>
                  <a:cubicBezTo>
                    <a:pt x="406658" y="418111"/>
                    <a:pt x="407714" y="425374"/>
                    <a:pt x="409005" y="432638"/>
                  </a:cubicBezTo>
                  <a:lnTo>
                    <a:pt x="368175" y="432638"/>
                  </a:lnTo>
                  <a:lnTo>
                    <a:pt x="388120" y="500585"/>
                  </a:lnTo>
                  <a:lnTo>
                    <a:pt x="412407" y="500585"/>
                  </a:lnTo>
                  <a:cubicBezTo>
                    <a:pt x="418626" y="500585"/>
                    <a:pt x="423553" y="505622"/>
                    <a:pt x="423553" y="511714"/>
                  </a:cubicBezTo>
                  <a:lnTo>
                    <a:pt x="423553" y="530107"/>
                  </a:lnTo>
                  <a:cubicBezTo>
                    <a:pt x="423553" y="536199"/>
                    <a:pt x="418626" y="541236"/>
                    <a:pt x="412407" y="541236"/>
                  </a:cubicBezTo>
                  <a:lnTo>
                    <a:pt x="166371" y="541236"/>
                  </a:lnTo>
                  <a:cubicBezTo>
                    <a:pt x="160270" y="541236"/>
                    <a:pt x="155225" y="536199"/>
                    <a:pt x="155225" y="530107"/>
                  </a:cubicBezTo>
                  <a:lnTo>
                    <a:pt x="155225" y="511714"/>
                  </a:lnTo>
                  <a:cubicBezTo>
                    <a:pt x="155225" y="505622"/>
                    <a:pt x="160270" y="500585"/>
                    <a:pt x="166371" y="500585"/>
                  </a:cubicBezTo>
                  <a:lnTo>
                    <a:pt x="190658" y="500585"/>
                  </a:lnTo>
                  <a:lnTo>
                    <a:pt x="210721" y="432638"/>
                  </a:lnTo>
                  <a:lnTo>
                    <a:pt x="23466" y="432638"/>
                  </a:lnTo>
                  <a:cubicBezTo>
                    <a:pt x="10560" y="432638"/>
                    <a:pt x="0" y="422211"/>
                    <a:pt x="0" y="409207"/>
                  </a:cubicBezTo>
                  <a:lnTo>
                    <a:pt x="0" y="23430"/>
                  </a:lnTo>
                  <a:cubicBezTo>
                    <a:pt x="0" y="10544"/>
                    <a:pt x="10560" y="0"/>
                    <a:pt x="23466"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400" b="1" dirty="0">
                <a:solidFill>
                  <a:schemeClr val="bg1"/>
                </a:solidFill>
              </a:endParaRPr>
            </a:p>
          </p:txBody>
        </p:sp>
        <p:sp>
          <p:nvSpPr>
            <p:cNvPr id="5" name="ïSḻiḍé">
              <a:extLst>
                <a:ext uri="{FF2B5EF4-FFF2-40B4-BE49-F238E27FC236}">
                  <a16:creationId xmlns:a16="http://schemas.microsoft.com/office/drawing/2014/main" id="{D2954F76-FDA8-0F0D-C206-79A3E59F29D4}"/>
                </a:ext>
              </a:extLst>
            </p:cNvPr>
            <p:cNvSpPr txBox="1"/>
            <p:nvPr/>
          </p:nvSpPr>
          <p:spPr>
            <a:xfrm>
              <a:off x="4882718" y="1408046"/>
              <a:ext cx="7872905" cy="2680737"/>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defRPr/>
              </a:pPr>
              <a:r>
                <a:rPr lang="zh-CN" altLang="en-US" sz="2400" dirty="0"/>
                <a:t>盘块的分配</a:t>
              </a:r>
              <a:endParaRPr lang="en-US" altLang="zh-CN" sz="2400" dirty="0"/>
            </a:p>
            <a:p>
              <a:pPr marL="0" marR="0" lvl="1" indent="-228600" algn="l" defTabSz="914400" rtl="0" eaLnBrk="1" fontAlgn="base" latinLnBrk="0" hangingPunct="1">
                <a:lnSpc>
                  <a:spcPct val="123000"/>
                </a:lnSpc>
                <a:spcBef>
                  <a:spcPts val="375"/>
                </a:spcBef>
                <a:spcAft>
                  <a:spcPct val="0"/>
                </a:spcAft>
                <a:buClr>
                  <a:srgbClr val="9B2D1F"/>
                </a:buClr>
                <a:buSzPct val="85000"/>
                <a:buFont typeface="Wingdings" panose="05000000000000000000" pitchFamily="2" charset="2"/>
                <a:buChar char="Ø"/>
                <a:defRPr/>
              </a:pPr>
              <a:r>
                <a:rPr kumimoji="0" lang="zh-CN" altLang="en-US" sz="2000" b="0" i="0" u="none" strike="noStrike" kern="1200" cap="none" spc="0" normalizeH="0" baseline="0" noProof="0" dirty="0">
                  <a:ln>
                    <a:noFill/>
                  </a:ln>
                  <a:solidFill>
                    <a:prstClr val="black"/>
                  </a:solidFill>
                  <a:effectLst/>
                  <a:uLnTx/>
                  <a:uFillTx/>
                  <a:latin typeface="+mn-ea"/>
                  <a:cs typeface="+mn-cs"/>
                  <a:sym typeface="Wingdings" panose="05000000000000000000" pitchFamily="2" charset="2"/>
                </a:rPr>
                <a:t>顺序扫描位示图，从中找出一个或一组其值为</a:t>
              </a:r>
              <a:r>
                <a:rPr kumimoji="0" lang="en-US" altLang="zh-CN" sz="2000" b="0" i="0" u="none" strike="noStrike" kern="1200" cap="none" spc="0" normalizeH="0" baseline="0" noProof="0" dirty="0">
                  <a:ln>
                    <a:noFill/>
                  </a:ln>
                  <a:solidFill>
                    <a:prstClr val="black"/>
                  </a:solidFill>
                  <a:effectLst/>
                  <a:uLnTx/>
                  <a:uFillTx/>
                  <a:latin typeface="+mn-ea"/>
                  <a:cs typeface="+mn-cs"/>
                  <a:sym typeface="Wingdings" panose="05000000000000000000" pitchFamily="2" charset="2"/>
                </a:rPr>
                <a:t>0</a:t>
              </a:r>
              <a:r>
                <a:rPr kumimoji="0" lang="zh-CN" altLang="en-US" sz="2000" b="0" i="0" u="none" strike="noStrike" kern="1200" cap="none" spc="0" normalizeH="0" baseline="0" noProof="0" dirty="0">
                  <a:ln>
                    <a:noFill/>
                  </a:ln>
                  <a:solidFill>
                    <a:prstClr val="black"/>
                  </a:solidFill>
                  <a:effectLst/>
                  <a:uLnTx/>
                  <a:uFillTx/>
                  <a:latin typeface="+mn-ea"/>
                  <a:cs typeface="+mn-cs"/>
                  <a:sym typeface="Wingdings" panose="05000000000000000000" pitchFamily="2" charset="2"/>
                </a:rPr>
                <a:t>的二进制位</a:t>
              </a:r>
            </a:p>
            <a:p>
              <a:pPr marL="0" marR="0" lvl="1" indent="-228600" algn="l" defTabSz="914400" rtl="0" eaLnBrk="1" fontAlgn="base" latinLnBrk="0" hangingPunct="1">
                <a:lnSpc>
                  <a:spcPct val="123000"/>
                </a:lnSpc>
                <a:spcBef>
                  <a:spcPts val="375"/>
                </a:spcBef>
                <a:spcAft>
                  <a:spcPct val="0"/>
                </a:spcAft>
                <a:buClr>
                  <a:srgbClr val="9B2D1F"/>
                </a:buClr>
                <a:buSzPct val="85000"/>
                <a:buFont typeface="Wingdings" panose="05000000000000000000" pitchFamily="2" charset="2"/>
                <a:buChar char="Ø"/>
                <a:defRPr/>
              </a:pPr>
              <a:r>
                <a:rPr kumimoji="0" lang="zh-CN" altLang="en-US" sz="2000" b="0" i="0" u="none" strike="noStrike" kern="1200" cap="none" spc="0" normalizeH="0" baseline="0" noProof="0" dirty="0">
                  <a:ln>
                    <a:noFill/>
                  </a:ln>
                  <a:solidFill>
                    <a:prstClr val="black"/>
                  </a:solidFill>
                  <a:effectLst/>
                  <a:uLnTx/>
                  <a:uFillTx/>
                  <a:latin typeface="+mn-ea"/>
                  <a:cs typeface="+mn-cs"/>
                  <a:sym typeface="Wingdings" panose="05000000000000000000" pitchFamily="2" charset="2"/>
                </a:rPr>
                <a:t>将所找到的一个或一组二进制位，转换成与之相应的盘块号。假定   </a:t>
              </a:r>
              <a:br>
                <a:rPr kumimoji="0" lang="en-US" altLang="zh-CN" sz="2000" b="0" i="0" u="none" strike="noStrike" kern="1200" cap="none" spc="0" normalizeH="0" baseline="0" noProof="0" dirty="0">
                  <a:ln>
                    <a:noFill/>
                  </a:ln>
                  <a:solidFill>
                    <a:prstClr val="black"/>
                  </a:solidFill>
                  <a:effectLst/>
                  <a:uLnTx/>
                  <a:uFillTx/>
                  <a:latin typeface="+mn-ea"/>
                  <a:cs typeface="+mn-cs"/>
                  <a:sym typeface="Wingdings" panose="05000000000000000000" pitchFamily="2" charset="2"/>
                </a:rPr>
              </a:br>
              <a:r>
                <a:rPr kumimoji="0" lang="en-US" altLang="zh-CN" sz="2000" b="0" i="0" u="none" strike="noStrike" kern="1200" cap="none" spc="0" normalizeH="0" baseline="0" noProof="0" dirty="0">
                  <a:ln>
                    <a:noFill/>
                  </a:ln>
                  <a:solidFill>
                    <a:prstClr val="black"/>
                  </a:solidFill>
                  <a:effectLst/>
                  <a:uLnTx/>
                  <a:uFillTx/>
                  <a:latin typeface="+mn-ea"/>
                  <a:cs typeface="+mn-cs"/>
                  <a:sym typeface="Wingdings" panose="05000000000000000000" pitchFamily="2" charset="2"/>
                </a:rPr>
                <a:t>   </a:t>
              </a:r>
              <a:r>
                <a:rPr kumimoji="0" lang="zh-CN" altLang="en-US" sz="2000" b="0" i="0" u="none" strike="noStrike" kern="1200" cap="none" spc="0" normalizeH="0" baseline="0" noProof="0" dirty="0">
                  <a:ln>
                    <a:noFill/>
                  </a:ln>
                  <a:solidFill>
                    <a:prstClr val="black"/>
                  </a:solidFill>
                  <a:effectLst/>
                  <a:uLnTx/>
                  <a:uFillTx/>
                  <a:latin typeface="+mn-ea"/>
                  <a:cs typeface="+mn-cs"/>
                  <a:sym typeface="Wingdings" panose="05000000000000000000" pitchFamily="2" charset="2"/>
                </a:rPr>
                <a:t>找到的其值为</a:t>
              </a:r>
              <a:r>
                <a:rPr kumimoji="0" lang="en-US" altLang="zh-CN" sz="2000" b="0" i="0" u="none" strike="noStrike" kern="1200" cap="none" spc="0" normalizeH="0" baseline="0" noProof="0" dirty="0">
                  <a:ln>
                    <a:noFill/>
                  </a:ln>
                  <a:solidFill>
                    <a:prstClr val="black"/>
                  </a:solidFill>
                  <a:effectLst/>
                  <a:uLnTx/>
                  <a:uFillTx/>
                  <a:latin typeface="+mn-ea"/>
                  <a:cs typeface="+mn-cs"/>
                  <a:sym typeface="Wingdings" panose="05000000000000000000" pitchFamily="2" charset="2"/>
                </a:rPr>
                <a:t>0</a:t>
              </a:r>
              <a:r>
                <a:rPr kumimoji="0" lang="zh-CN" altLang="en-US" sz="2000" b="0" i="0" u="none" strike="noStrike" kern="1200" cap="none" spc="0" normalizeH="0" baseline="0" noProof="0" dirty="0">
                  <a:ln>
                    <a:noFill/>
                  </a:ln>
                  <a:solidFill>
                    <a:prstClr val="black"/>
                  </a:solidFill>
                  <a:effectLst/>
                  <a:uLnTx/>
                  <a:uFillTx/>
                  <a:latin typeface="+mn-ea"/>
                  <a:cs typeface="+mn-cs"/>
                  <a:sym typeface="Wingdings" panose="05000000000000000000" pitchFamily="2" charset="2"/>
                </a:rPr>
                <a:t>的二进制位，位于位示图的第</a:t>
              </a:r>
              <a:r>
                <a:rPr kumimoji="0" lang="en-US" altLang="zh-CN" sz="2000" b="0" i="0" u="none" strike="noStrike" kern="1200" cap="none" spc="0" normalizeH="0" baseline="0" noProof="0" dirty="0" err="1">
                  <a:ln>
                    <a:noFill/>
                  </a:ln>
                  <a:solidFill>
                    <a:prstClr val="black"/>
                  </a:solidFill>
                  <a:effectLst/>
                  <a:uLnTx/>
                  <a:uFillTx/>
                  <a:latin typeface="+mn-ea"/>
                  <a:cs typeface="+mn-cs"/>
                  <a:sym typeface="Wingdings" panose="05000000000000000000" pitchFamily="2" charset="2"/>
                </a:rPr>
                <a:t>i</a:t>
              </a:r>
              <a:r>
                <a:rPr kumimoji="0" lang="zh-CN" altLang="en-US" sz="2000" b="0" i="0" u="none" strike="noStrike" kern="1200" cap="none" spc="0" normalizeH="0" baseline="0" noProof="0" dirty="0">
                  <a:ln>
                    <a:noFill/>
                  </a:ln>
                  <a:solidFill>
                    <a:prstClr val="black"/>
                  </a:solidFill>
                  <a:effectLst/>
                  <a:uLnTx/>
                  <a:uFillTx/>
                  <a:latin typeface="+mn-ea"/>
                  <a:cs typeface="+mn-cs"/>
                  <a:sym typeface="Wingdings" panose="05000000000000000000" pitchFamily="2" charset="2"/>
                </a:rPr>
                <a:t>行、第</a:t>
              </a:r>
              <a:r>
                <a:rPr kumimoji="0" lang="en-US" altLang="zh-CN" sz="2000" b="0" i="0" u="none" strike="noStrike" kern="1200" cap="none" spc="0" normalizeH="0" baseline="0" noProof="0" dirty="0">
                  <a:ln>
                    <a:noFill/>
                  </a:ln>
                  <a:solidFill>
                    <a:prstClr val="black"/>
                  </a:solidFill>
                  <a:effectLst/>
                  <a:uLnTx/>
                  <a:uFillTx/>
                  <a:latin typeface="+mn-ea"/>
                  <a:cs typeface="+mn-cs"/>
                  <a:sym typeface="Wingdings" panose="05000000000000000000" pitchFamily="2" charset="2"/>
                </a:rPr>
                <a:t>j</a:t>
              </a:r>
              <a:r>
                <a:rPr kumimoji="0" lang="zh-CN" altLang="en-US" sz="2000" b="0" i="0" u="none" strike="noStrike" kern="1200" cap="none" spc="0" normalizeH="0" baseline="0" noProof="0" dirty="0">
                  <a:ln>
                    <a:noFill/>
                  </a:ln>
                  <a:solidFill>
                    <a:prstClr val="black"/>
                  </a:solidFill>
                  <a:effectLst/>
                  <a:uLnTx/>
                  <a:uFillTx/>
                  <a:latin typeface="+mn-ea"/>
                  <a:cs typeface="+mn-cs"/>
                  <a:sym typeface="Wingdings" panose="05000000000000000000" pitchFamily="2" charset="2"/>
                </a:rPr>
                <a:t>列，则其相应   </a:t>
              </a:r>
              <a:br>
                <a:rPr kumimoji="0" lang="en-US" altLang="zh-CN" sz="2000" b="0" i="0" u="none" strike="noStrike" kern="1200" cap="none" spc="0" normalizeH="0" baseline="0" noProof="0" dirty="0">
                  <a:ln>
                    <a:noFill/>
                  </a:ln>
                  <a:solidFill>
                    <a:prstClr val="black"/>
                  </a:solidFill>
                  <a:effectLst/>
                  <a:uLnTx/>
                  <a:uFillTx/>
                  <a:latin typeface="+mn-ea"/>
                  <a:cs typeface="+mn-cs"/>
                  <a:sym typeface="Wingdings" panose="05000000000000000000" pitchFamily="2" charset="2"/>
                </a:rPr>
              </a:br>
              <a:r>
                <a:rPr kumimoji="0" lang="en-US" altLang="zh-CN" sz="2000" b="0" i="0" u="none" strike="noStrike" kern="1200" cap="none" spc="0" normalizeH="0" baseline="0" noProof="0" dirty="0">
                  <a:ln>
                    <a:noFill/>
                  </a:ln>
                  <a:solidFill>
                    <a:prstClr val="black"/>
                  </a:solidFill>
                  <a:effectLst/>
                  <a:uLnTx/>
                  <a:uFillTx/>
                  <a:latin typeface="+mn-ea"/>
                  <a:cs typeface="+mn-cs"/>
                  <a:sym typeface="Wingdings" panose="05000000000000000000" pitchFamily="2" charset="2"/>
                </a:rPr>
                <a:t>   </a:t>
              </a:r>
              <a:r>
                <a:rPr kumimoji="0" lang="zh-CN" altLang="en-US" sz="2000" b="0" i="0" u="none" strike="noStrike" kern="1200" cap="none" spc="0" normalizeH="0" baseline="0" noProof="0" dirty="0">
                  <a:ln>
                    <a:noFill/>
                  </a:ln>
                  <a:solidFill>
                    <a:prstClr val="black"/>
                  </a:solidFill>
                  <a:effectLst/>
                  <a:uLnTx/>
                  <a:uFillTx/>
                  <a:latin typeface="+mn-ea"/>
                  <a:cs typeface="+mn-cs"/>
                  <a:sym typeface="Wingdings" panose="05000000000000000000" pitchFamily="2" charset="2"/>
                </a:rPr>
                <a:t>的盘块号为：</a:t>
              </a:r>
              <a:r>
                <a:rPr kumimoji="0" lang="en-US" altLang="zh-CN" sz="2000" b="1" i="0" u="none" strike="noStrike" kern="1200" cap="none" spc="0" normalizeH="0" baseline="0" noProof="0" dirty="0">
                  <a:ln>
                    <a:noFill/>
                  </a:ln>
                  <a:solidFill>
                    <a:srgbClr val="C00000"/>
                  </a:solidFill>
                  <a:effectLst/>
                  <a:uLnTx/>
                  <a:uFillTx/>
                  <a:latin typeface="+mn-ea"/>
                  <a:cs typeface="+mn-cs"/>
                  <a:sym typeface="Wingdings" panose="05000000000000000000" pitchFamily="2" charset="2"/>
                </a:rPr>
                <a:t>b=n(i-1)+j</a:t>
              </a:r>
            </a:p>
            <a:p>
              <a:pPr marL="0" marR="0" lvl="1" indent="-228600" algn="l" defTabSz="914400" rtl="0" eaLnBrk="1" fontAlgn="base" latinLnBrk="0" hangingPunct="1">
                <a:lnSpc>
                  <a:spcPct val="123000"/>
                </a:lnSpc>
                <a:spcBef>
                  <a:spcPts val="375"/>
                </a:spcBef>
                <a:spcAft>
                  <a:spcPct val="0"/>
                </a:spcAft>
                <a:buClr>
                  <a:srgbClr val="9B2D1F"/>
                </a:buClr>
                <a:buSzPct val="85000"/>
                <a:buFont typeface="Wingdings" panose="05000000000000000000" pitchFamily="2" charset="2"/>
                <a:buChar char="Ø"/>
                <a:defRPr/>
              </a:pPr>
              <a:r>
                <a:rPr kumimoji="0" lang="zh-CN" altLang="en-US" sz="2000" b="0" i="0" u="none" strike="noStrike" kern="1200" cap="none" spc="0" normalizeH="0" baseline="0" noProof="0" dirty="0">
                  <a:ln>
                    <a:noFill/>
                  </a:ln>
                  <a:solidFill>
                    <a:prstClr val="black"/>
                  </a:solidFill>
                  <a:effectLst/>
                  <a:uLnTx/>
                  <a:uFillTx/>
                  <a:latin typeface="+mn-ea"/>
                  <a:cs typeface="+mn-cs"/>
                  <a:sym typeface="Wingdings" panose="05000000000000000000" pitchFamily="2" charset="2"/>
                </a:rPr>
                <a:t>修改位示图，令</a:t>
              </a:r>
              <a:r>
                <a:rPr kumimoji="0" lang="en-US" altLang="zh-CN" sz="2000" b="0" i="0" u="none" strike="noStrike" kern="1200" cap="none" spc="0" normalizeH="0" baseline="0" noProof="0" dirty="0">
                  <a:ln>
                    <a:noFill/>
                  </a:ln>
                  <a:solidFill>
                    <a:prstClr val="black"/>
                  </a:solidFill>
                  <a:effectLst/>
                  <a:uLnTx/>
                  <a:uFillTx/>
                  <a:latin typeface="+mn-ea"/>
                  <a:cs typeface="+mn-cs"/>
                  <a:sym typeface="Wingdings" panose="05000000000000000000" pitchFamily="2" charset="2"/>
                </a:rPr>
                <a:t>map[</a:t>
              </a:r>
              <a:r>
                <a:rPr kumimoji="0" lang="en-US" altLang="zh-CN" sz="2000" b="0" i="0" u="none" strike="noStrike" kern="1200" cap="none" spc="0" normalizeH="0" baseline="0" noProof="0" dirty="0" err="1">
                  <a:ln>
                    <a:noFill/>
                  </a:ln>
                  <a:solidFill>
                    <a:prstClr val="black"/>
                  </a:solidFill>
                  <a:effectLst/>
                  <a:uLnTx/>
                  <a:uFillTx/>
                  <a:latin typeface="+mn-ea"/>
                  <a:cs typeface="+mn-cs"/>
                  <a:sym typeface="Wingdings" panose="05000000000000000000" pitchFamily="2" charset="2"/>
                </a:rPr>
                <a:t>i,j</a:t>
              </a:r>
              <a:r>
                <a:rPr kumimoji="0" lang="en-US" altLang="zh-CN" sz="2000" b="0" i="0" u="none" strike="noStrike" kern="1200" cap="none" spc="0" normalizeH="0" baseline="0" noProof="0" dirty="0">
                  <a:ln>
                    <a:noFill/>
                  </a:ln>
                  <a:solidFill>
                    <a:prstClr val="black"/>
                  </a:solidFill>
                  <a:effectLst/>
                  <a:uLnTx/>
                  <a:uFillTx/>
                  <a:latin typeface="+mn-ea"/>
                  <a:cs typeface="+mn-cs"/>
                  <a:sym typeface="Wingdings" panose="05000000000000000000" pitchFamily="2" charset="2"/>
                </a:rPr>
                <a:t>]=1</a:t>
              </a:r>
            </a:p>
            <a:p>
              <a:pPr>
                <a:defRPr/>
              </a:pPr>
              <a:endParaRPr lang="zh-CN" altLang="en-US" sz="2400" dirty="0"/>
            </a:p>
          </p:txBody>
        </p:sp>
      </p:grpSp>
      <p:grpSp>
        <p:nvGrpSpPr>
          <p:cNvPr id="6" name="ïSlíḍê">
            <a:extLst>
              <a:ext uri="{FF2B5EF4-FFF2-40B4-BE49-F238E27FC236}">
                <a16:creationId xmlns:a16="http://schemas.microsoft.com/office/drawing/2014/main" id="{F413F110-A2B2-6413-65AB-C2A39C571F34}"/>
              </a:ext>
            </a:extLst>
          </p:cNvPr>
          <p:cNvGrpSpPr/>
          <p:nvPr/>
        </p:nvGrpSpPr>
        <p:grpSpPr>
          <a:xfrm>
            <a:off x="652896" y="4295564"/>
            <a:ext cx="9815079" cy="1311067"/>
            <a:chOff x="4136995" y="4714289"/>
            <a:chExt cx="8789217" cy="1311067"/>
          </a:xfrm>
        </p:grpSpPr>
        <p:sp>
          <p:nvSpPr>
            <p:cNvPr id="7" name="ïsľíḓê">
              <a:extLst>
                <a:ext uri="{FF2B5EF4-FFF2-40B4-BE49-F238E27FC236}">
                  <a16:creationId xmlns:a16="http://schemas.microsoft.com/office/drawing/2014/main" id="{F1F93ED2-DBAC-B244-B2F6-E3EA8B06A565}"/>
                </a:ext>
              </a:extLst>
            </p:cNvPr>
            <p:cNvSpPr/>
            <p:nvPr/>
          </p:nvSpPr>
          <p:spPr>
            <a:xfrm>
              <a:off x="4136995" y="5187860"/>
              <a:ext cx="408372" cy="363926"/>
            </a:xfrm>
            <a:custGeom>
              <a:avLst/>
              <a:gdLst>
                <a:gd name="connsiteX0" fmla="*/ 514822 w 607336"/>
                <a:gd name="connsiteY0" fmla="*/ 287718 h 541236"/>
                <a:gd name="connsiteX1" fmla="*/ 501327 w 607336"/>
                <a:gd name="connsiteY1" fmla="*/ 301190 h 541236"/>
                <a:gd name="connsiteX2" fmla="*/ 501327 w 607336"/>
                <a:gd name="connsiteY2" fmla="*/ 357185 h 541236"/>
                <a:gd name="connsiteX3" fmla="*/ 514822 w 607336"/>
                <a:gd name="connsiteY3" fmla="*/ 370656 h 541236"/>
                <a:gd name="connsiteX4" fmla="*/ 528317 w 607336"/>
                <a:gd name="connsiteY4" fmla="*/ 357185 h 541236"/>
                <a:gd name="connsiteX5" fmla="*/ 528317 w 607336"/>
                <a:gd name="connsiteY5" fmla="*/ 301190 h 541236"/>
                <a:gd name="connsiteX6" fmla="*/ 514822 w 607336"/>
                <a:gd name="connsiteY6" fmla="*/ 287718 h 541236"/>
                <a:gd name="connsiteX7" fmla="*/ 513884 w 607336"/>
                <a:gd name="connsiteY7" fmla="*/ 257846 h 541236"/>
                <a:gd name="connsiteX8" fmla="*/ 524093 w 607336"/>
                <a:gd name="connsiteY8" fmla="*/ 258315 h 541236"/>
                <a:gd name="connsiteX9" fmla="*/ 591098 w 607336"/>
                <a:gd name="connsiteY9" fmla="*/ 286664 h 541236"/>
                <a:gd name="connsiteX10" fmla="*/ 596496 w 607336"/>
                <a:gd name="connsiteY10" fmla="*/ 294630 h 541236"/>
                <a:gd name="connsiteX11" fmla="*/ 605297 w 607336"/>
                <a:gd name="connsiteY11" fmla="*/ 403457 h 541236"/>
                <a:gd name="connsiteX12" fmla="*/ 581123 w 607336"/>
                <a:gd name="connsiteY12" fmla="*/ 508770 h 541236"/>
                <a:gd name="connsiteX13" fmla="*/ 575725 w 607336"/>
                <a:gd name="connsiteY13" fmla="*/ 516736 h 541236"/>
                <a:gd name="connsiteX14" fmla="*/ 514822 w 607336"/>
                <a:gd name="connsiteY14" fmla="*/ 536650 h 541236"/>
                <a:gd name="connsiteX15" fmla="*/ 453919 w 607336"/>
                <a:gd name="connsiteY15" fmla="*/ 516736 h 541236"/>
                <a:gd name="connsiteX16" fmla="*/ 448521 w 607336"/>
                <a:gd name="connsiteY16" fmla="*/ 508770 h 541236"/>
                <a:gd name="connsiteX17" fmla="*/ 424348 w 607336"/>
                <a:gd name="connsiteY17" fmla="*/ 403457 h 541236"/>
                <a:gd name="connsiteX18" fmla="*/ 433149 w 607336"/>
                <a:gd name="connsiteY18" fmla="*/ 294630 h 541236"/>
                <a:gd name="connsiteX19" fmla="*/ 438547 w 607336"/>
                <a:gd name="connsiteY19" fmla="*/ 286664 h 541236"/>
                <a:gd name="connsiteX20" fmla="*/ 502970 w 607336"/>
                <a:gd name="connsiteY20" fmla="*/ 258315 h 541236"/>
                <a:gd name="connsiteX21" fmla="*/ 513884 w 607336"/>
                <a:gd name="connsiteY21" fmla="*/ 257846 h 541236"/>
                <a:gd name="connsiteX22" fmla="*/ 23466 w 607336"/>
                <a:gd name="connsiteY22" fmla="*/ 0 h 541236"/>
                <a:gd name="connsiteX23" fmla="*/ 555312 w 607336"/>
                <a:gd name="connsiteY23" fmla="*/ 0 h 541236"/>
                <a:gd name="connsiteX24" fmla="*/ 578778 w 607336"/>
                <a:gd name="connsiteY24" fmla="*/ 23430 h 541236"/>
                <a:gd name="connsiteX25" fmla="*/ 578778 w 607336"/>
                <a:gd name="connsiteY25" fmla="*/ 253163 h 541236"/>
                <a:gd name="connsiteX26" fmla="*/ 531847 w 607336"/>
                <a:gd name="connsiteY26" fmla="*/ 239339 h 541236"/>
                <a:gd name="connsiteX27" fmla="*/ 531847 w 607336"/>
                <a:gd name="connsiteY27" fmla="*/ 46861 h 541236"/>
                <a:gd name="connsiteX28" fmla="*/ 46931 w 607336"/>
                <a:gd name="connsiteY28" fmla="*/ 46861 h 541236"/>
                <a:gd name="connsiteX29" fmla="*/ 46931 w 607336"/>
                <a:gd name="connsiteY29" fmla="*/ 346766 h 541236"/>
                <a:gd name="connsiteX30" fmla="*/ 404898 w 607336"/>
                <a:gd name="connsiteY30" fmla="*/ 346766 h 541236"/>
                <a:gd name="connsiteX31" fmla="*/ 405837 w 607336"/>
                <a:gd name="connsiteY31" fmla="*/ 410730 h 541236"/>
                <a:gd name="connsiteX32" fmla="*/ 409005 w 607336"/>
                <a:gd name="connsiteY32" fmla="*/ 432638 h 541236"/>
                <a:gd name="connsiteX33" fmla="*/ 368175 w 607336"/>
                <a:gd name="connsiteY33" fmla="*/ 432638 h 541236"/>
                <a:gd name="connsiteX34" fmla="*/ 388120 w 607336"/>
                <a:gd name="connsiteY34" fmla="*/ 500585 h 541236"/>
                <a:gd name="connsiteX35" fmla="*/ 412407 w 607336"/>
                <a:gd name="connsiteY35" fmla="*/ 500585 h 541236"/>
                <a:gd name="connsiteX36" fmla="*/ 423553 w 607336"/>
                <a:gd name="connsiteY36" fmla="*/ 511714 h 541236"/>
                <a:gd name="connsiteX37" fmla="*/ 423553 w 607336"/>
                <a:gd name="connsiteY37" fmla="*/ 530107 h 541236"/>
                <a:gd name="connsiteX38" fmla="*/ 412407 w 607336"/>
                <a:gd name="connsiteY38" fmla="*/ 541236 h 541236"/>
                <a:gd name="connsiteX39" fmla="*/ 166371 w 607336"/>
                <a:gd name="connsiteY39" fmla="*/ 541236 h 541236"/>
                <a:gd name="connsiteX40" fmla="*/ 155225 w 607336"/>
                <a:gd name="connsiteY40" fmla="*/ 530107 h 541236"/>
                <a:gd name="connsiteX41" fmla="*/ 155225 w 607336"/>
                <a:gd name="connsiteY41" fmla="*/ 511714 h 541236"/>
                <a:gd name="connsiteX42" fmla="*/ 166371 w 607336"/>
                <a:gd name="connsiteY42" fmla="*/ 500585 h 541236"/>
                <a:gd name="connsiteX43" fmla="*/ 190658 w 607336"/>
                <a:gd name="connsiteY43" fmla="*/ 500585 h 541236"/>
                <a:gd name="connsiteX44" fmla="*/ 210721 w 607336"/>
                <a:gd name="connsiteY44" fmla="*/ 432638 h 541236"/>
                <a:gd name="connsiteX45" fmla="*/ 23466 w 607336"/>
                <a:gd name="connsiteY45" fmla="*/ 432638 h 541236"/>
                <a:gd name="connsiteX46" fmla="*/ 0 w 607336"/>
                <a:gd name="connsiteY46" fmla="*/ 409207 h 541236"/>
                <a:gd name="connsiteX47" fmla="*/ 0 w 607336"/>
                <a:gd name="connsiteY47" fmla="*/ 23430 h 541236"/>
                <a:gd name="connsiteX48" fmla="*/ 23466 w 607336"/>
                <a:gd name="connsiteY48" fmla="*/ 0 h 54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607336" h="541236">
                  <a:moveTo>
                    <a:pt x="514822" y="287718"/>
                  </a:moveTo>
                  <a:cubicBezTo>
                    <a:pt x="507429" y="287718"/>
                    <a:pt x="501327" y="293810"/>
                    <a:pt x="501327" y="301190"/>
                  </a:cubicBezTo>
                  <a:lnTo>
                    <a:pt x="501327" y="357185"/>
                  </a:lnTo>
                  <a:cubicBezTo>
                    <a:pt x="501327" y="364682"/>
                    <a:pt x="507429" y="370656"/>
                    <a:pt x="514822" y="370656"/>
                  </a:cubicBezTo>
                  <a:cubicBezTo>
                    <a:pt x="522215" y="370656"/>
                    <a:pt x="528317" y="364682"/>
                    <a:pt x="528317" y="357185"/>
                  </a:cubicBezTo>
                  <a:lnTo>
                    <a:pt x="528317" y="301190"/>
                  </a:lnTo>
                  <a:cubicBezTo>
                    <a:pt x="528317" y="293810"/>
                    <a:pt x="522215" y="287718"/>
                    <a:pt x="514822" y="287718"/>
                  </a:cubicBezTo>
                  <a:close/>
                  <a:moveTo>
                    <a:pt x="513884" y="257846"/>
                  </a:moveTo>
                  <a:cubicBezTo>
                    <a:pt x="521042" y="257846"/>
                    <a:pt x="524093" y="258315"/>
                    <a:pt x="524093" y="258315"/>
                  </a:cubicBezTo>
                  <a:cubicBezTo>
                    <a:pt x="546506" y="260423"/>
                    <a:pt x="569037" y="269795"/>
                    <a:pt x="591098" y="286664"/>
                  </a:cubicBezTo>
                  <a:cubicBezTo>
                    <a:pt x="593679" y="288655"/>
                    <a:pt x="595557" y="291467"/>
                    <a:pt x="596496" y="294630"/>
                  </a:cubicBezTo>
                  <a:cubicBezTo>
                    <a:pt x="606940" y="330710"/>
                    <a:pt x="609756" y="365268"/>
                    <a:pt x="605297" y="403457"/>
                  </a:cubicBezTo>
                  <a:cubicBezTo>
                    <a:pt x="601307" y="437312"/>
                    <a:pt x="592037" y="471166"/>
                    <a:pt x="581123" y="508770"/>
                  </a:cubicBezTo>
                  <a:cubicBezTo>
                    <a:pt x="580185" y="511933"/>
                    <a:pt x="578307" y="514744"/>
                    <a:pt x="575725" y="516736"/>
                  </a:cubicBezTo>
                  <a:cubicBezTo>
                    <a:pt x="559062" y="529622"/>
                    <a:pt x="537470" y="536650"/>
                    <a:pt x="514822" y="536650"/>
                  </a:cubicBezTo>
                  <a:cubicBezTo>
                    <a:pt x="492174" y="536650"/>
                    <a:pt x="470583" y="529622"/>
                    <a:pt x="453919" y="516736"/>
                  </a:cubicBezTo>
                  <a:cubicBezTo>
                    <a:pt x="451338" y="514744"/>
                    <a:pt x="449460" y="511933"/>
                    <a:pt x="448521" y="508770"/>
                  </a:cubicBezTo>
                  <a:cubicBezTo>
                    <a:pt x="437608" y="471166"/>
                    <a:pt x="428338" y="437312"/>
                    <a:pt x="424348" y="403457"/>
                  </a:cubicBezTo>
                  <a:cubicBezTo>
                    <a:pt x="420006" y="365268"/>
                    <a:pt x="422705" y="330710"/>
                    <a:pt x="433149" y="294630"/>
                  </a:cubicBezTo>
                  <a:cubicBezTo>
                    <a:pt x="434088" y="291467"/>
                    <a:pt x="435965" y="288655"/>
                    <a:pt x="438547" y="286664"/>
                  </a:cubicBezTo>
                  <a:cubicBezTo>
                    <a:pt x="459787" y="270381"/>
                    <a:pt x="481378" y="260892"/>
                    <a:pt x="502970" y="258315"/>
                  </a:cubicBezTo>
                  <a:cubicBezTo>
                    <a:pt x="502970" y="258315"/>
                    <a:pt x="506725" y="257846"/>
                    <a:pt x="513884" y="257846"/>
                  </a:cubicBezTo>
                  <a:close/>
                  <a:moveTo>
                    <a:pt x="23466" y="0"/>
                  </a:moveTo>
                  <a:lnTo>
                    <a:pt x="555312" y="0"/>
                  </a:lnTo>
                  <a:cubicBezTo>
                    <a:pt x="568336" y="0"/>
                    <a:pt x="578778" y="10544"/>
                    <a:pt x="578778" y="23430"/>
                  </a:cubicBezTo>
                  <a:lnTo>
                    <a:pt x="578778" y="253163"/>
                  </a:lnTo>
                  <a:cubicBezTo>
                    <a:pt x="563408" y="245548"/>
                    <a:pt x="547686" y="240979"/>
                    <a:pt x="531847" y="239339"/>
                  </a:cubicBezTo>
                  <a:lnTo>
                    <a:pt x="531847" y="46861"/>
                  </a:lnTo>
                  <a:lnTo>
                    <a:pt x="46931" y="46861"/>
                  </a:lnTo>
                  <a:lnTo>
                    <a:pt x="46931" y="346766"/>
                  </a:lnTo>
                  <a:lnTo>
                    <a:pt x="404898" y="346766"/>
                  </a:lnTo>
                  <a:cubicBezTo>
                    <a:pt x="402904" y="367502"/>
                    <a:pt x="403256" y="388589"/>
                    <a:pt x="405837" y="410730"/>
                  </a:cubicBezTo>
                  <a:cubicBezTo>
                    <a:pt x="406658" y="418111"/>
                    <a:pt x="407714" y="425374"/>
                    <a:pt x="409005" y="432638"/>
                  </a:cubicBezTo>
                  <a:lnTo>
                    <a:pt x="368175" y="432638"/>
                  </a:lnTo>
                  <a:lnTo>
                    <a:pt x="388120" y="500585"/>
                  </a:lnTo>
                  <a:lnTo>
                    <a:pt x="412407" y="500585"/>
                  </a:lnTo>
                  <a:cubicBezTo>
                    <a:pt x="418626" y="500585"/>
                    <a:pt x="423553" y="505622"/>
                    <a:pt x="423553" y="511714"/>
                  </a:cubicBezTo>
                  <a:lnTo>
                    <a:pt x="423553" y="530107"/>
                  </a:lnTo>
                  <a:cubicBezTo>
                    <a:pt x="423553" y="536199"/>
                    <a:pt x="418626" y="541236"/>
                    <a:pt x="412407" y="541236"/>
                  </a:cubicBezTo>
                  <a:lnTo>
                    <a:pt x="166371" y="541236"/>
                  </a:lnTo>
                  <a:cubicBezTo>
                    <a:pt x="160270" y="541236"/>
                    <a:pt x="155225" y="536199"/>
                    <a:pt x="155225" y="530107"/>
                  </a:cubicBezTo>
                  <a:lnTo>
                    <a:pt x="155225" y="511714"/>
                  </a:lnTo>
                  <a:cubicBezTo>
                    <a:pt x="155225" y="505622"/>
                    <a:pt x="160270" y="500585"/>
                    <a:pt x="166371" y="500585"/>
                  </a:cubicBezTo>
                  <a:lnTo>
                    <a:pt x="190658" y="500585"/>
                  </a:lnTo>
                  <a:lnTo>
                    <a:pt x="210721" y="432638"/>
                  </a:lnTo>
                  <a:lnTo>
                    <a:pt x="23466" y="432638"/>
                  </a:lnTo>
                  <a:cubicBezTo>
                    <a:pt x="10560" y="432638"/>
                    <a:pt x="0" y="422211"/>
                    <a:pt x="0" y="409207"/>
                  </a:cubicBezTo>
                  <a:lnTo>
                    <a:pt x="0" y="23430"/>
                  </a:lnTo>
                  <a:cubicBezTo>
                    <a:pt x="0" y="10544"/>
                    <a:pt x="10560" y="0"/>
                    <a:pt x="23466"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400" b="1" dirty="0">
                <a:solidFill>
                  <a:schemeClr val="bg1"/>
                </a:solidFill>
              </a:endParaRPr>
            </a:p>
          </p:txBody>
        </p:sp>
        <p:sp>
          <p:nvSpPr>
            <p:cNvPr id="8" name="íṧļîḋê">
              <a:extLst>
                <a:ext uri="{FF2B5EF4-FFF2-40B4-BE49-F238E27FC236}">
                  <a16:creationId xmlns:a16="http://schemas.microsoft.com/office/drawing/2014/main" id="{B86DF0D6-996D-2C6C-80D1-420C95B3AC82}"/>
                </a:ext>
              </a:extLst>
            </p:cNvPr>
            <p:cNvSpPr txBox="1"/>
            <p:nvPr/>
          </p:nvSpPr>
          <p:spPr>
            <a:xfrm>
              <a:off x="4882717" y="4714289"/>
              <a:ext cx="8043495" cy="1311067"/>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0000"/>
                </a:lnSpc>
                <a:spcBef>
                  <a:spcPts val="375"/>
                </a:spcBef>
                <a:defRPr/>
              </a:pPr>
              <a:r>
                <a:rPr lang="zh-CN" altLang="en-US" sz="2400" dirty="0"/>
                <a:t>盘块的回收</a:t>
              </a:r>
              <a:endParaRPr lang="en-US" altLang="zh-CN" sz="2400" dirty="0"/>
            </a:p>
            <a:p>
              <a:pPr marL="342900" indent="-342900">
                <a:lnSpc>
                  <a:spcPct val="120000"/>
                </a:lnSpc>
                <a:spcBef>
                  <a:spcPts val="375"/>
                </a:spcBef>
                <a:buClr>
                  <a:srgbClr val="C00000"/>
                </a:buClr>
                <a:buFont typeface="Wingdings" panose="05000000000000000000" pitchFamily="2" charset="2"/>
                <a:buChar char="Ø"/>
                <a:defRPr/>
              </a:pPr>
              <a:r>
                <a:rPr lang="zh-CN" altLang="en-US" sz="2200" dirty="0"/>
                <a:t>将回收盘块的盘块号</a:t>
              </a:r>
              <a:r>
                <a:rPr lang="en-US" altLang="zh-CN" sz="2200" dirty="0"/>
                <a:t>b</a:t>
              </a:r>
              <a:r>
                <a:rPr lang="zh-CN" altLang="en-US" sz="2200" dirty="0"/>
                <a:t>转换成位示图中的行号和列号：</a:t>
              </a:r>
            </a:p>
            <a:p>
              <a:pPr marL="800100" lvl="1" indent="-342900">
                <a:lnSpc>
                  <a:spcPct val="120000"/>
                </a:lnSpc>
                <a:spcBef>
                  <a:spcPts val="375"/>
                </a:spcBef>
                <a:buClr>
                  <a:srgbClr val="C00000"/>
                </a:buClr>
                <a:buFont typeface="Wingdings" panose="05000000000000000000" pitchFamily="2" charset="2"/>
                <a:buChar char="l"/>
                <a:defRPr/>
              </a:pPr>
              <a:r>
                <a:rPr lang="en-US" altLang="zh-CN" sz="2200" dirty="0" err="1">
                  <a:solidFill>
                    <a:srgbClr val="FF0000"/>
                  </a:solidFill>
                </a:rPr>
                <a:t>i</a:t>
              </a:r>
              <a:r>
                <a:rPr lang="en-US" altLang="zh-CN" sz="2200" dirty="0">
                  <a:solidFill>
                    <a:srgbClr val="FF0000"/>
                  </a:solidFill>
                </a:rPr>
                <a:t>=(b-1)div n+1        j=(b-1)mod n+1</a:t>
              </a:r>
            </a:p>
            <a:p>
              <a:pPr marL="342900" indent="-342900">
                <a:lnSpc>
                  <a:spcPct val="120000"/>
                </a:lnSpc>
                <a:spcBef>
                  <a:spcPts val="375"/>
                </a:spcBef>
                <a:buClr>
                  <a:srgbClr val="C00000"/>
                </a:buClr>
                <a:buFont typeface="Wingdings" panose="05000000000000000000" pitchFamily="2" charset="2"/>
                <a:buChar char="Ø"/>
                <a:defRPr/>
              </a:pPr>
              <a:r>
                <a:rPr lang="zh-CN" altLang="en-US" sz="2200" dirty="0"/>
                <a:t>修改位示图，令</a:t>
              </a:r>
              <a:r>
                <a:rPr lang="en-US" altLang="zh-CN" sz="2200" dirty="0"/>
                <a:t>map[</a:t>
              </a:r>
              <a:r>
                <a:rPr lang="en-US" altLang="zh-CN" sz="2200" dirty="0" err="1"/>
                <a:t>i,j</a:t>
              </a:r>
              <a:r>
                <a:rPr lang="en-US" altLang="zh-CN" sz="2200" dirty="0"/>
                <a:t>]=0</a:t>
              </a:r>
            </a:p>
          </p:txBody>
        </p:sp>
      </p:grpSp>
    </p:spTree>
    <p:extLst>
      <p:ext uri="{BB962C8B-B14F-4D97-AF65-F5344CB8AC3E}">
        <p14:creationId xmlns:p14="http://schemas.microsoft.com/office/powerpoint/2010/main" val="41854450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灯片编号占位符 3">
            <a:extLst>
              <a:ext uri="{FF2B5EF4-FFF2-40B4-BE49-F238E27FC236}">
                <a16:creationId xmlns:a16="http://schemas.microsoft.com/office/drawing/2014/main" id="{E54523AE-6F1D-7CE2-2367-EDACAC626124}"/>
              </a:ext>
            </a:extLst>
          </p:cNvPr>
          <p:cNvSpPr>
            <a:spLocks noGrp="1"/>
          </p:cNvSpPr>
          <p:nvPr>
            <p:ph type="sldNum" sz="quarter" idx="4294967295"/>
          </p:nvPr>
        </p:nvSpPr>
        <p:spPr>
          <a:xfrm>
            <a:off x="9448800" y="6356350"/>
            <a:ext cx="2743200" cy="365125"/>
          </a:xfrm>
          <a:noFill/>
        </p:spPr>
        <p:txBody>
          <a:bodyP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a:lnSpc>
                <a:spcPct val="100000"/>
              </a:lnSpc>
              <a:spcBef>
                <a:spcPct val="0"/>
              </a:spcBef>
              <a:buClrTx/>
              <a:buSzTx/>
              <a:buFontTx/>
              <a:buNone/>
            </a:pPr>
            <a:fld id="{E1625464-0489-4286-9506-B2D371F42A40}" type="slidenum">
              <a:rPr lang="en-US" altLang="zh-CN" sz="1400">
                <a:solidFill>
                  <a:schemeClr val="tx1"/>
                </a:solidFill>
                <a:ea typeface="宋体" panose="02010600030101010101" pitchFamily="2" charset="-122"/>
              </a:rPr>
              <a:pPr>
                <a:lnSpc>
                  <a:spcPct val="100000"/>
                </a:lnSpc>
                <a:spcBef>
                  <a:spcPct val="0"/>
                </a:spcBef>
                <a:buClrTx/>
                <a:buSzTx/>
                <a:buFontTx/>
                <a:buNone/>
              </a:pPr>
              <a:t>36</a:t>
            </a:fld>
            <a:endParaRPr lang="en-US" altLang="zh-CN" sz="1400">
              <a:solidFill>
                <a:schemeClr val="tx1"/>
              </a:solidFill>
              <a:ea typeface="宋体" panose="02010600030101010101" pitchFamily="2" charset="-122"/>
            </a:endParaRPr>
          </a:p>
        </p:txBody>
      </p:sp>
      <p:sp>
        <p:nvSpPr>
          <p:cNvPr id="412674" name="Rectangle 2">
            <a:extLst>
              <a:ext uri="{FF2B5EF4-FFF2-40B4-BE49-F238E27FC236}">
                <a16:creationId xmlns:a16="http://schemas.microsoft.com/office/drawing/2014/main" id="{E3B44DDB-AF32-A09F-1535-F378641BBD7E}"/>
              </a:ext>
            </a:extLst>
          </p:cNvPr>
          <p:cNvSpPr>
            <a:spLocks noChangeArrowheads="1"/>
          </p:cNvSpPr>
          <p:nvPr/>
        </p:nvSpPr>
        <p:spPr bwMode="auto">
          <a:xfrm>
            <a:off x="1268413" y="1701800"/>
            <a:ext cx="9275762" cy="1625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eaLnBrk="1" hangingPunct="1">
              <a:lnSpc>
                <a:spcPct val="130000"/>
              </a:lnSpc>
              <a:spcBef>
                <a:spcPct val="30000"/>
              </a:spcBef>
              <a:buClrTx/>
              <a:buSzTx/>
              <a:buFontTx/>
              <a:buNone/>
            </a:pPr>
            <a:r>
              <a:rPr kumimoji="1" lang="en-US" altLang="zh-CN" sz="2400" dirty="0">
                <a:latin typeface="Times New Roman" panose="02020603050405020304" pitchFamily="18" charset="0"/>
              </a:rPr>
              <a:t> </a:t>
            </a:r>
            <a:r>
              <a:rPr kumimoji="1" lang="zh-CN" altLang="en-US" sz="2400" dirty="0">
                <a:solidFill>
                  <a:srgbClr val="006600"/>
                </a:solidFill>
                <a:latin typeface="Times New Roman" panose="02020603050405020304" pitchFamily="18" charset="0"/>
              </a:rPr>
              <a:t>优点：</a:t>
            </a:r>
            <a:r>
              <a:rPr kumimoji="1" lang="zh-CN" altLang="en-US" sz="2400" dirty="0">
                <a:latin typeface="Times New Roman" panose="02020603050405020304" pitchFamily="18" charset="0"/>
              </a:rPr>
              <a:t>位示图尺寸是固定的，通常比较小，可以放在主存中。因而文件存储空间的分配和回收工作可以高速地进行。</a:t>
            </a:r>
          </a:p>
          <a:p>
            <a:pPr eaLnBrk="1" hangingPunct="1">
              <a:lnSpc>
                <a:spcPct val="130000"/>
              </a:lnSpc>
              <a:spcBef>
                <a:spcPct val="30000"/>
              </a:spcBef>
              <a:buClrTx/>
              <a:buSzTx/>
              <a:buFontTx/>
              <a:buNone/>
            </a:pPr>
            <a:r>
              <a:rPr kumimoji="1" lang="zh-CN" altLang="en-US" sz="2400" dirty="0">
                <a:solidFill>
                  <a:srgbClr val="006600"/>
                </a:solidFill>
                <a:latin typeface="Times New Roman" panose="02020603050405020304" pitchFamily="18" charset="0"/>
              </a:rPr>
              <a:t> 缺点：</a:t>
            </a:r>
            <a:r>
              <a:rPr kumimoji="1" lang="zh-CN" altLang="en-US" sz="2400" dirty="0">
                <a:latin typeface="Times New Roman" panose="02020603050405020304" pitchFamily="18" charset="0"/>
              </a:rPr>
              <a:t>需要将位示图中的字值数换算成相应的物理块号。</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12674">
                                            <p:txEl>
                                              <p:pRg st="0" end="0"/>
                                            </p:txEl>
                                          </p:spTgt>
                                        </p:tgtEl>
                                        <p:attrNameLst>
                                          <p:attrName>style.visibility</p:attrName>
                                        </p:attrNameLst>
                                      </p:cBhvr>
                                      <p:to>
                                        <p:strVal val="visible"/>
                                      </p:to>
                                    </p:set>
                                    <p:anim calcmode="lin" valueType="num">
                                      <p:cBhvr additive="base">
                                        <p:cTn id="7" dur="500" fill="hold"/>
                                        <p:tgtEl>
                                          <p:spTgt spid="412674">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412674">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412674">
                                            <p:txEl>
                                              <p:pRg st="1" end="1"/>
                                            </p:txEl>
                                          </p:spTgt>
                                        </p:tgtEl>
                                        <p:attrNameLst>
                                          <p:attrName>style.visibility</p:attrName>
                                        </p:attrNameLst>
                                      </p:cBhvr>
                                      <p:to>
                                        <p:strVal val="visible"/>
                                      </p:to>
                                    </p:set>
                                    <p:anim calcmode="lin" valueType="num">
                                      <p:cBhvr additive="base">
                                        <p:cTn id="13" dur="500" fill="hold"/>
                                        <p:tgtEl>
                                          <p:spTgt spid="412674">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412674">
                                            <p:txEl>
                                              <p:pRg st="1" end="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2674" grpId="0" build="p" autoUpdateAnimBg="0"/>
    </p:bldLst>
  </p:timing>
</p:sld>
</file>

<file path=ppt/theme/theme1.xml><?xml version="1.0" encoding="utf-8"?>
<a:theme xmlns:a="http://schemas.openxmlformats.org/drawingml/2006/main" name="HDOfficeLightV0">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TM02892315[[fn=丝状]]</Template>
  <TotalTime>64</TotalTime>
  <Words>2629</Words>
  <Application>Microsoft Office PowerPoint</Application>
  <PresentationFormat>宽屏</PresentationFormat>
  <Paragraphs>218</Paragraphs>
  <Slides>36</Slides>
  <Notes>0</Notes>
  <HiddenSlides>0</HiddenSlides>
  <MMClips>0</MMClips>
  <ScaleCrop>false</ScaleCrop>
  <HeadingPairs>
    <vt:vector size="8" baseType="variant">
      <vt:variant>
        <vt:lpstr>已用的字体</vt:lpstr>
      </vt:variant>
      <vt:variant>
        <vt:i4>9</vt:i4>
      </vt:variant>
      <vt:variant>
        <vt:lpstr>主题</vt:lpstr>
      </vt:variant>
      <vt:variant>
        <vt:i4>1</vt:i4>
      </vt:variant>
      <vt:variant>
        <vt:lpstr>嵌入 OLE 服务器</vt:lpstr>
      </vt:variant>
      <vt:variant>
        <vt:i4>3</vt:i4>
      </vt:variant>
      <vt:variant>
        <vt:lpstr>幻灯片标题</vt:lpstr>
      </vt:variant>
      <vt:variant>
        <vt:i4>36</vt:i4>
      </vt:variant>
    </vt:vector>
  </HeadingPairs>
  <TitlesOfParts>
    <vt:vector size="49" baseType="lpstr">
      <vt:lpstr>楷体_GB2312</vt:lpstr>
      <vt:lpstr>隶书</vt:lpstr>
      <vt:lpstr>宋体</vt:lpstr>
      <vt:lpstr>Arial</vt:lpstr>
      <vt:lpstr>Calibri</vt:lpstr>
      <vt:lpstr>Calibri Light</vt:lpstr>
      <vt:lpstr>Times New Roman</vt:lpstr>
      <vt:lpstr>Wingdings</vt:lpstr>
      <vt:lpstr>Wingdings 2</vt:lpstr>
      <vt:lpstr>HDOfficeLightV0</vt:lpstr>
      <vt:lpstr>Photo Editor 照片</vt:lpstr>
      <vt:lpstr>Visio</vt:lpstr>
      <vt:lpstr>位图图像</vt:lpstr>
      <vt:lpstr>第九章 磁盘存储器管理</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0 0</dc:creator>
  <cp:lastModifiedBy>晓红 崔</cp:lastModifiedBy>
  <cp:revision>5</cp:revision>
  <dcterms:created xsi:type="dcterms:W3CDTF">2022-10-25T04:14:31Z</dcterms:created>
  <dcterms:modified xsi:type="dcterms:W3CDTF">2023-11-13T03:37:51Z</dcterms:modified>
</cp:coreProperties>
</file>